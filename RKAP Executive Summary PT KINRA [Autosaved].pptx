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slideLayouts/slideLayout50.xml" ContentType="application/vnd.openxmlformats-officedocument.presentationml.slideLayout+xml"/>
  <Override PartName="/ppt/theme/theme3.xml" ContentType="application/vnd.openxmlformats-officedocument.them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 id="2147483715" r:id="rId6"/>
    <p:sldMasterId id="2147483718" r:id="rId7"/>
  </p:sldMasterIdLst>
  <p:notesMasterIdLst>
    <p:notesMasterId r:id="rId24"/>
  </p:notesMasterIdLst>
  <p:sldIdLst>
    <p:sldId id="2147483622" r:id="rId8"/>
    <p:sldId id="2147483623" r:id="rId9"/>
    <p:sldId id="2147483624" r:id="rId10"/>
    <p:sldId id="2147483625" r:id="rId11"/>
    <p:sldId id="2147483644" r:id="rId12"/>
    <p:sldId id="2147483639" r:id="rId13"/>
    <p:sldId id="2147483636" r:id="rId14"/>
    <p:sldId id="2147483637" r:id="rId15"/>
    <p:sldId id="2147483638" r:id="rId16"/>
    <p:sldId id="2147483630" r:id="rId17"/>
    <p:sldId id="2147483631" r:id="rId18"/>
    <p:sldId id="2147483643" r:id="rId19"/>
    <p:sldId id="261" r:id="rId20"/>
    <p:sldId id="2147483640" r:id="rId21"/>
    <p:sldId id="2147483641" r:id="rId22"/>
    <p:sldId id="2147483642" r:id="rId23"/>
  </p:sldIdLst>
  <p:sldSz cx="12192000" cy="6858000"/>
  <p:notesSz cx="6858000"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909920-29A2-DDF5-09D7-657AF7ADA640}" name="Aisya Luthfiya" initials="AL" userId="S::aisya.luthfiya@danantaraindonesia.com::95551c08-1582-4bb6-bd15-98fd1288cc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CBC8"/>
    <a:srgbClr val="600000"/>
    <a:srgbClr val="C00000"/>
    <a:srgbClr val="C01E13"/>
    <a:srgbClr val="FFFFFF"/>
    <a:srgbClr val="B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82" dt="2026-10-15T04:28:55.6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37"/>
  </p:normalViewPr>
  <p:slideViewPr>
    <p:cSldViewPr snapToGrid="0">
      <p:cViewPr varScale="1">
        <p:scale>
          <a:sx n="55" d="100"/>
          <a:sy n="55" d="100"/>
        </p:scale>
        <p:origin x="1028" y="28"/>
      </p:cViewPr>
      <p:guideLst>
        <p:guide orient="horz" pos="2160"/>
        <p:guide pos="384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dwina Vidya" userId="904c46703897ba2b" providerId="Windows Live" clId="Web-{00000000-0000-0000-0000-000000000000}"/>
    <pc:docChg chg="modSld">
      <pc:chgData name="Lidwina Vidya" userId="904c46703897ba2b" providerId="Windows Live" clId="Web-{00000000-0000-0000-0000-000000000000}" dt="2026-10-15T04:28:55.649" v="270"/>
      <pc:docMkLst>
        <pc:docMk/>
      </pc:docMkLst>
      <pc:sldChg chg="modSp">
        <pc:chgData name="Lidwina Vidya" userId="904c46703897ba2b" providerId="Windows Live" clId="Web-{00000000-0000-0000-0000-000000000000}" dt="2026-10-15T04:28:55.649" v="270"/>
        <pc:sldMkLst>
          <pc:docMk/>
          <pc:sldMk cId="0" sldId="2147483630"/>
        </pc:sldMkLst>
        <pc:graphicFrameChg chg="mod modGraphic">
          <ac:chgData name="Lidwina Vidya" userId="904c46703897ba2b" providerId="Windows Live" clId="Web-{00000000-0000-0000-0000-000000000000}" dt="2026-10-15T04:28:55.649" v="270"/>
          <ac:graphicFrameMkLst>
            <pc:docMk/>
            <pc:sldMk cId="0" sldId="2147483630"/>
            <ac:graphicFrameMk id="4" creationId="{00000000-0000-0000-0000-000000000000}"/>
          </ac:graphicFrameMkLst>
        </pc:graphicFrameChg>
      </pc:sldChg>
      <pc:sldChg chg="addSp delSp modSp">
        <pc:chgData name="Lidwina Vidya" userId="904c46703897ba2b" providerId="Windows Live" clId="Web-{00000000-0000-0000-0000-000000000000}" dt="2026-10-15T04:26:54.928" v="260"/>
        <pc:sldMkLst>
          <pc:docMk/>
          <pc:sldMk cId="0" sldId="2147483637"/>
        </pc:sldMkLst>
        <pc:graphicFrameChg chg="mod modGraphic">
          <ac:chgData name="Lidwina Vidya" userId="904c46703897ba2b" providerId="Windows Live" clId="Web-{00000000-0000-0000-0000-000000000000}" dt="2026-10-15T04:26:54.928" v="260"/>
          <ac:graphicFrameMkLst>
            <pc:docMk/>
            <pc:sldMk cId="0" sldId="2147483637"/>
            <ac:graphicFrameMk id="4" creationId="{00000000-0000-0000-0000-000000000000}"/>
          </ac:graphicFrameMkLst>
        </pc:graphicFrameChg>
        <pc:graphicFrameChg chg="add del mod">
          <ac:chgData name="Lidwina Vidya" userId="904c46703897ba2b" providerId="Windows Live" clId="Web-{00000000-0000-0000-0000-000000000000}" dt="2026-10-15T04:24:31.487" v="144"/>
          <ac:graphicFrameMkLst>
            <pc:docMk/>
            <pc:sldMk cId="0" sldId="2147483637"/>
            <ac:graphicFrameMk id="6" creationId="{6692B6BB-3AE9-455C-FECA-C7A75E4AAD98}"/>
          </ac:graphicFrameMkLst>
        </pc:graphicFrameChg>
        <pc:graphicFrameChg chg="add del mod">
          <ac:chgData name="Lidwina Vidya" userId="904c46703897ba2b" providerId="Windows Live" clId="Web-{00000000-0000-0000-0000-000000000000}" dt="2026-10-15T04:24:54.644" v="146"/>
          <ac:graphicFrameMkLst>
            <pc:docMk/>
            <pc:sldMk cId="0" sldId="2147483637"/>
            <ac:graphicFrameMk id="8" creationId="{388F159D-E4E8-D947-4703-8AAB6536136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353B1FF5-FED2-49A7-B044-145D58C30784}" type="datetimeFigureOut">
              <a:rPr lang="en-ID" smtClean="0"/>
              <a:t>14/10/2026</a:t>
            </a:fld>
            <a:endParaRPr lang="en-ID"/>
          </a:p>
        </p:txBody>
      </p:sp>
      <p:sp>
        <p:nvSpPr>
          <p:cNvPr id="4" name="Slide Image Placeholder 3"/>
          <p:cNvSpPr>
            <a:spLocks noGrp="1" noRot="1" noChangeAspect="1"/>
          </p:cNvSpPr>
          <p:nvPr>
            <p:ph type="sldImg" idx="2"/>
          </p:nvPr>
        </p:nvSpPr>
        <p:spPr>
          <a:xfrm>
            <a:off x="452438" y="1241425"/>
            <a:ext cx="5953125" cy="3349625"/>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777194"/>
            <a:ext cx="548640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D"/>
          </a:p>
        </p:txBody>
      </p:sp>
      <p:sp>
        <p:nvSpPr>
          <p:cNvPr id="6" name="Footer Placeholder 5"/>
          <p:cNvSpPr>
            <a:spLocks noGrp="1"/>
          </p:cNvSpPr>
          <p:nvPr>
            <p:ph type="ftr" sz="quarter" idx="4"/>
          </p:nvPr>
        </p:nvSpPr>
        <p:spPr>
          <a:xfrm>
            <a:off x="0" y="9428584"/>
            <a:ext cx="2971800" cy="498055"/>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9428584"/>
            <a:ext cx="2971800" cy="498055"/>
          </a:xfrm>
          <a:prstGeom prst="rect">
            <a:avLst/>
          </a:prstGeom>
        </p:spPr>
        <p:txBody>
          <a:bodyPr vert="horz" lIns="91440" tIns="45720" rIns="91440" bIns="45720" rtlCol="0" anchor="b"/>
          <a:lstStyle>
            <a:lvl1pPr algn="r">
              <a:defRPr sz="1200"/>
            </a:lvl1pPr>
          </a:lstStyle>
          <a:p>
            <a:fld id="{620DC3AC-87F1-4D6C-B2C1-3A5B1B314B01}" type="slidenum">
              <a:rPr lang="en-ID" smtClean="0"/>
              <a:t>‹#›</a:t>
            </a:fld>
            <a:endParaRPr lang="en-ID"/>
          </a:p>
        </p:txBody>
      </p:sp>
    </p:spTree>
    <p:extLst>
      <p:ext uri="{BB962C8B-B14F-4D97-AF65-F5344CB8AC3E}">
        <p14:creationId xmlns:p14="http://schemas.microsoft.com/office/powerpoint/2010/main" val="2042921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14.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30.xml"/><Relationship Id="rId7" Type="http://schemas.openxmlformats.org/officeDocument/2006/relationships/oleObject" Target="../embeddings/oleObject4.bin"/><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Master" Target="../slideMasters/slideMaster2.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35.xml"/><Relationship Id="rId7" Type="http://schemas.openxmlformats.org/officeDocument/2006/relationships/oleObject" Target="../embeddings/oleObject5.bin"/><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Master" Target="../slideMasters/slideMaster2.xml"/><Relationship Id="rId11" Type="http://schemas.microsoft.com/office/2007/relationships/hdphoto" Target="../media/hdphoto1.wdp"/><Relationship Id="rId5" Type="http://schemas.openxmlformats.org/officeDocument/2006/relationships/tags" Target="../tags/tag37.xml"/><Relationship Id="rId10" Type="http://schemas.openxmlformats.org/officeDocument/2006/relationships/image" Target="../media/image17.png"/><Relationship Id="rId4" Type="http://schemas.openxmlformats.org/officeDocument/2006/relationships/tags" Target="../tags/tag36.xml"/><Relationship Id="rId9"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10" Type="http://schemas.openxmlformats.org/officeDocument/2006/relationships/image" Target="../media/image14.emf"/><Relationship Id="rId4" Type="http://schemas.openxmlformats.org/officeDocument/2006/relationships/tags" Target="../tags/tag41.xml"/><Relationship Id="rId9" Type="http://schemas.openxmlformats.org/officeDocument/2006/relationships/oleObject" Target="../embeddings/oleObject4.bin"/></Relationships>
</file>

<file path=ppt/slideLayouts/_rels/slideLayout2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47.xml"/><Relationship Id="rId7"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9" Type="http://schemas.openxmlformats.org/officeDocument/2006/relationships/image" Target="../media/image16.emf"/></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53.xml"/><Relationship Id="rId7"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9" Type="http://schemas.openxmlformats.org/officeDocument/2006/relationships/image" Target="../media/image16.emf"/></Relationships>
</file>

<file path=ppt/slideLayouts/_rels/slideLayout2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59.xml"/><Relationship Id="rId7"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9" Type="http://schemas.openxmlformats.org/officeDocument/2006/relationships/image" Target="../media/image16.emf"/></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10" Type="http://schemas.openxmlformats.org/officeDocument/2006/relationships/image" Target="../media/image16.emf"/><Relationship Id="rId4" Type="http://schemas.openxmlformats.org/officeDocument/2006/relationships/tags" Target="../tags/tag66.xml"/><Relationship Id="rId9" Type="http://schemas.openxmlformats.org/officeDocument/2006/relationships/oleObject" Target="../embeddings/oleObject4.bin"/></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15.sv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14.emf"/><Relationship Id="rId5" Type="http://schemas.openxmlformats.org/officeDocument/2006/relationships/tags" Target="../tags/tag74.xml"/><Relationship Id="rId10" Type="http://schemas.openxmlformats.org/officeDocument/2006/relationships/oleObject" Target="../embeddings/oleObject8.bin"/><Relationship Id="rId4" Type="http://schemas.openxmlformats.org/officeDocument/2006/relationships/tags" Target="../tags/tag73.xml"/><Relationship Id="rId9"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5.sv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4.emf"/><Relationship Id="rId5" Type="http://schemas.openxmlformats.org/officeDocument/2006/relationships/tags" Target="../tags/tag82.xml"/><Relationship Id="rId10" Type="http://schemas.openxmlformats.org/officeDocument/2006/relationships/oleObject" Target="../embeddings/oleObject8.bin"/><Relationship Id="rId4" Type="http://schemas.openxmlformats.org/officeDocument/2006/relationships/tags" Target="../tags/tag81.xml"/><Relationship Id="rId9"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15.sv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4.emf"/><Relationship Id="rId5" Type="http://schemas.openxmlformats.org/officeDocument/2006/relationships/tags" Target="../tags/tag90.xml"/><Relationship Id="rId10" Type="http://schemas.openxmlformats.org/officeDocument/2006/relationships/oleObject" Target="../embeddings/oleObject8.bin"/><Relationship Id="rId4" Type="http://schemas.openxmlformats.org/officeDocument/2006/relationships/tags" Target="../tags/tag89.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01.xm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15.sv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8.emf"/><Relationship Id="rId5" Type="http://schemas.openxmlformats.org/officeDocument/2006/relationships/tags" Target="../tags/tag98.xml"/><Relationship Id="rId10" Type="http://schemas.openxmlformats.org/officeDocument/2006/relationships/oleObject" Target="../embeddings/oleObject8.bin"/><Relationship Id="rId4" Type="http://schemas.openxmlformats.org/officeDocument/2006/relationships/tags" Target="../tags/tag97.xml"/><Relationship Id="rId9"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15.sv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14.emf"/><Relationship Id="rId5" Type="http://schemas.openxmlformats.org/officeDocument/2006/relationships/tags" Target="../tags/tag106.xml"/><Relationship Id="rId10" Type="http://schemas.openxmlformats.org/officeDocument/2006/relationships/oleObject" Target="../embeddings/oleObject9.bin"/><Relationship Id="rId4" Type="http://schemas.openxmlformats.org/officeDocument/2006/relationships/tags" Target="../tags/tag105.xml"/><Relationship Id="rId9"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112.xml"/><Relationship Id="rId7" Type="http://schemas.openxmlformats.org/officeDocument/2006/relationships/slideMaster" Target="../slideMasters/slideMaster2.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5" Type="http://schemas.openxmlformats.org/officeDocument/2006/relationships/tags" Target="../tags/tag114.xml"/><Relationship Id="rId10" Type="http://schemas.openxmlformats.org/officeDocument/2006/relationships/image" Target="../media/image15.svg"/><Relationship Id="rId4" Type="http://schemas.openxmlformats.org/officeDocument/2006/relationships/tags" Target="../tags/tag113.xml"/><Relationship Id="rId9" Type="http://schemas.openxmlformats.org/officeDocument/2006/relationships/image" Target="../media/image16.emf"/></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tags" Target="../tags/tag118.xml"/><Relationship Id="rId7" Type="http://schemas.openxmlformats.org/officeDocument/2006/relationships/image" Target="../media/image16.emf"/><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oleObject" Target="../embeddings/oleObject7.bin"/><Relationship Id="rId5" Type="http://schemas.openxmlformats.org/officeDocument/2006/relationships/slideMaster" Target="../slideMasters/slideMaster2.xml"/><Relationship Id="rId4" Type="http://schemas.openxmlformats.org/officeDocument/2006/relationships/tags" Target="../tags/tag119.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1.xml"/><Relationship Id="rId1" Type="http://schemas.openxmlformats.org/officeDocument/2006/relationships/tags" Target="../tags/tag120.xml"/><Relationship Id="rId5" Type="http://schemas.openxmlformats.org/officeDocument/2006/relationships/image" Target="../media/image16.emf"/><Relationship Id="rId4" Type="http://schemas.openxmlformats.org/officeDocument/2006/relationships/oleObject" Target="../embeddings/oleObject11.bin"/></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124.xml"/><Relationship Id="rId7" Type="http://schemas.openxmlformats.org/officeDocument/2006/relationships/oleObject" Target="../embeddings/oleObject12.bin"/><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slideMaster" Target="../slideMasters/slideMaster2.xml"/><Relationship Id="rId5" Type="http://schemas.openxmlformats.org/officeDocument/2006/relationships/tags" Target="../tags/tag126.xml"/><Relationship Id="rId4" Type="http://schemas.openxmlformats.org/officeDocument/2006/relationships/tags" Target="../tags/tag125.xml"/><Relationship Id="rId9" Type="http://schemas.openxmlformats.org/officeDocument/2006/relationships/image" Target="../media/image15.svg"/></Relationships>
</file>

<file path=ppt/slideLayouts/_rels/slideLayout36.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129.xml"/><Relationship Id="rId7" Type="http://schemas.openxmlformats.org/officeDocument/2006/relationships/slideMaster" Target="../slideMasters/slideMaster2.xml"/><Relationship Id="rId12" Type="http://schemas.microsoft.com/office/2007/relationships/hdphoto" Target="../media/hdphoto1.wdp"/><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image" Target="../media/image17.png"/><Relationship Id="rId5" Type="http://schemas.openxmlformats.org/officeDocument/2006/relationships/tags" Target="../tags/tag131.xml"/><Relationship Id="rId10" Type="http://schemas.openxmlformats.org/officeDocument/2006/relationships/image" Target="../media/image15.svg"/><Relationship Id="rId4" Type="http://schemas.openxmlformats.org/officeDocument/2006/relationships/tags" Target="../tags/tag130.xml"/><Relationship Id="rId9" Type="http://schemas.openxmlformats.org/officeDocument/2006/relationships/image" Target="../media/image16.emf"/></Relationships>
</file>

<file path=ppt/slideLayouts/_rels/slideLayout3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5" Type="http://schemas.openxmlformats.org/officeDocument/2006/relationships/tags" Target="../tags/tag137.xml"/><Relationship Id="rId10" Type="http://schemas.openxmlformats.org/officeDocument/2006/relationships/image" Target="../media/image14.emf"/><Relationship Id="rId4" Type="http://schemas.openxmlformats.org/officeDocument/2006/relationships/tags" Target="../tags/tag136.xml"/><Relationship Id="rId9" Type="http://schemas.openxmlformats.org/officeDocument/2006/relationships/oleObject" Target="../embeddings/oleObject12.bin"/></Relationships>
</file>

<file path=ppt/slideLayouts/_rels/slideLayout3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142.xml"/><Relationship Id="rId7" Type="http://schemas.openxmlformats.org/officeDocument/2006/relationships/slideMaster" Target="../slideMasters/slideMaster2.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9" Type="http://schemas.openxmlformats.org/officeDocument/2006/relationships/image" Target="../media/image16.emf"/></Relationships>
</file>

<file path=ppt/slideLayouts/_rels/slideLayout3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148.xml"/><Relationship Id="rId7" Type="http://schemas.openxmlformats.org/officeDocument/2006/relationships/slideMaster" Target="../slideMasters/slideMaster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9" Type="http://schemas.openxmlformats.org/officeDocument/2006/relationships/image" Target="../media/image16.emf"/></Relationships>
</file>

<file path=ppt/slideLayouts/_rels/slideLayout40.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154.xml"/><Relationship Id="rId7" Type="http://schemas.openxmlformats.org/officeDocument/2006/relationships/slideMaster" Target="../slideMasters/slideMaster2.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9" Type="http://schemas.openxmlformats.org/officeDocument/2006/relationships/image" Target="../media/image16.emf"/></Relationships>
</file>

<file path=ppt/slideLayouts/_rels/slideLayout4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10" Type="http://schemas.openxmlformats.org/officeDocument/2006/relationships/image" Target="../media/image16.emf"/><Relationship Id="rId4" Type="http://schemas.openxmlformats.org/officeDocument/2006/relationships/tags" Target="../tags/tag161.xml"/><Relationship Id="rId9" Type="http://schemas.openxmlformats.org/officeDocument/2006/relationships/oleObject" Target="../embeddings/oleObject4.bin"/></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172.xml"/><Relationship Id="rId3" Type="http://schemas.openxmlformats.org/officeDocument/2006/relationships/tags" Target="../tags/tag167.xml"/><Relationship Id="rId7" Type="http://schemas.openxmlformats.org/officeDocument/2006/relationships/tags" Target="../tags/tag171.xml"/><Relationship Id="rId12" Type="http://schemas.openxmlformats.org/officeDocument/2006/relationships/image" Target="../media/image15.sv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image" Target="../media/image14.emf"/><Relationship Id="rId5" Type="http://schemas.openxmlformats.org/officeDocument/2006/relationships/tags" Target="../tags/tag169.xml"/><Relationship Id="rId10" Type="http://schemas.openxmlformats.org/officeDocument/2006/relationships/oleObject" Target="../embeddings/oleObject8.bin"/><Relationship Id="rId4" Type="http://schemas.openxmlformats.org/officeDocument/2006/relationships/tags" Target="../tags/tag168.xml"/><Relationship Id="rId9"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180.xml"/><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image" Target="../media/image15.svg"/><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image" Target="../media/image14.emf"/><Relationship Id="rId5" Type="http://schemas.openxmlformats.org/officeDocument/2006/relationships/tags" Target="../tags/tag177.xml"/><Relationship Id="rId10" Type="http://schemas.openxmlformats.org/officeDocument/2006/relationships/oleObject" Target="../embeddings/oleObject8.bin"/><Relationship Id="rId4" Type="http://schemas.openxmlformats.org/officeDocument/2006/relationships/tags" Target="../tags/tag176.xml"/><Relationship Id="rId9"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188.xml"/><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image" Target="../media/image15.svg"/><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image" Target="../media/image14.emf"/><Relationship Id="rId5" Type="http://schemas.openxmlformats.org/officeDocument/2006/relationships/tags" Target="../tags/tag185.xml"/><Relationship Id="rId10" Type="http://schemas.openxmlformats.org/officeDocument/2006/relationships/oleObject" Target="../embeddings/oleObject14.bin"/><Relationship Id="rId4" Type="http://schemas.openxmlformats.org/officeDocument/2006/relationships/tags" Target="../tags/tag184.xml"/><Relationship Id="rId9"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196.xml"/><Relationship Id="rId3" Type="http://schemas.openxmlformats.org/officeDocument/2006/relationships/tags" Target="../tags/tag191.xml"/><Relationship Id="rId7" Type="http://schemas.openxmlformats.org/officeDocument/2006/relationships/tags" Target="../tags/tag195.xml"/><Relationship Id="rId12" Type="http://schemas.openxmlformats.org/officeDocument/2006/relationships/image" Target="../media/image15.sv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image" Target="../media/image18.emf"/><Relationship Id="rId5" Type="http://schemas.openxmlformats.org/officeDocument/2006/relationships/tags" Target="../tags/tag193.xml"/><Relationship Id="rId10" Type="http://schemas.openxmlformats.org/officeDocument/2006/relationships/oleObject" Target="../embeddings/oleObject14.bin"/><Relationship Id="rId4" Type="http://schemas.openxmlformats.org/officeDocument/2006/relationships/tags" Target="../tags/tag192.xml"/><Relationship Id="rId9"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204.xml"/><Relationship Id="rId3" Type="http://schemas.openxmlformats.org/officeDocument/2006/relationships/tags" Target="../tags/tag199.xml"/><Relationship Id="rId7" Type="http://schemas.openxmlformats.org/officeDocument/2006/relationships/tags" Target="../tags/tag203.xml"/><Relationship Id="rId12" Type="http://schemas.openxmlformats.org/officeDocument/2006/relationships/image" Target="../media/image15.svg"/><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tags" Target="../tags/tag202.xml"/><Relationship Id="rId11" Type="http://schemas.openxmlformats.org/officeDocument/2006/relationships/image" Target="../media/image14.emf"/><Relationship Id="rId5" Type="http://schemas.openxmlformats.org/officeDocument/2006/relationships/tags" Target="../tags/tag201.xml"/><Relationship Id="rId10" Type="http://schemas.openxmlformats.org/officeDocument/2006/relationships/oleObject" Target="../embeddings/oleObject15.bin"/><Relationship Id="rId4" Type="http://schemas.openxmlformats.org/officeDocument/2006/relationships/tags" Target="../tags/tag200.xml"/><Relationship Id="rId9"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207.xml"/><Relationship Id="rId7" Type="http://schemas.openxmlformats.org/officeDocument/2006/relationships/slideMaster" Target="../slideMasters/slideMaster2.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tags" Target="../tags/tag210.xml"/><Relationship Id="rId5" Type="http://schemas.openxmlformats.org/officeDocument/2006/relationships/tags" Target="../tags/tag209.xml"/><Relationship Id="rId10" Type="http://schemas.openxmlformats.org/officeDocument/2006/relationships/image" Target="../media/image15.svg"/><Relationship Id="rId4" Type="http://schemas.openxmlformats.org/officeDocument/2006/relationships/tags" Target="../tags/tag208.xml"/><Relationship Id="rId9" Type="http://schemas.openxmlformats.org/officeDocument/2006/relationships/image" Target="../media/image16.emf"/></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tags" Target="../tags/tag213.xml"/><Relationship Id="rId7" Type="http://schemas.openxmlformats.org/officeDocument/2006/relationships/image" Target="../media/image16.emf"/><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oleObject" Target="../embeddings/oleObject7.bin"/><Relationship Id="rId5" Type="http://schemas.openxmlformats.org/officeDocument/2006/relationships/slideMaster" Target="../slideMasters/slideMaster2.xml"/><Relationship Id="rId4" Type="http://schemas.openxmlformats.org/officeDocument/2006/relationships/tags" Target="../tags/tag214.xml"/></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6.xml"/><Relationship Id="rId1" Type="http://schemas.openxmlformats.org/officeDocument/2006/relationships/tags" Target="../tags/tag215.xml"/><Relationship Id="rId5" Type="http://schemas.openxmlformats.org/officeDocument/2006/relationships/image" Target="../media/image16.emf"/><Relationship Id="rId4" Type="http://schemas.openxmlformats.org/officeDocument/2006/relationships/oleObject" Target="../embeddings/oleObject16.bin"/></Relationships>
</file>

<file path=ppt/slideLayouts/_rels/slideLayout5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40.xml"/><Relationship Id="rId7" Type="http://schemas.openxmlformats.org/officeDocument/2006/relationships/tags" Target="../tags/tag244.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5" Type="http://schemas.openxmlformats.org/officeDocument/2006/relationships/tags" Target="../tags/tag242.xml"/><Relationship Id="rId10" Type="http://schemas.openxmlformats.org/officeDocument/2006/relationships/image" Target="../media/image14.emf"/><Relationship Id="rId4" Type="http://schemas.openxmlformats.org/officeDocument/2006/relationships/tags" Target="../tags/tag241.xml"/><Relationship Id="rId9" Type="http://schemas.openxmlformats.org/officeDocument/2006/relationships/oleObject" Target="../embeddings/oleObject18.bin"/></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267.xml"/><Relationship Id="rId7" Type="http://schemas.openxmlformats.org/officeDocument/2006/relationships/oleObject" Target="../embeddings/oleObject20.bin"/><Relationship Id="rId2" Type="http://schemas.openxmlformats.org/officeDocument/2006/relationships/tags" Target="../tags/tag266.xml"/><Relationship Id="rId1" Type="http://schemas.openxmlformats.org/officeDocument/2006/relationships/tags" Target="../tags/tag265.xml"/><Relationship Id="rId6" Type="http://schemas.openxmlformats.org/officeDocument/2006/relationships/slideMaster" Target="../slideMasters/slideMaster4.xml"/><Relationship Id="rId5" Type="http://schemas.openxmlformats.org/officeDocument/2006/relationships/tags" Target="../tags/tag269.xml"/><Relationship Id="rId4" Type="http://schemas.openxmlformats.org/officeDocument/2006/relationships/tags" Target="../tags/tag268.xml"/><Relationship Id="rId9" Type="http://schemas.openxmlformats.org/officeDocument/2006/relationships/image" Target="../media/image15.svg"/></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272.xml"/><Relationship Id="rId7" Type="http://schemas.openxmlformats.org/officeDocument/2006/relationships/oleObject" Target="../embeddings/oleObject21.bin"/><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slideMaster" Target="../slideMasters/slideMaster4.xml"/><Relationship Id="rId11" Type="http://schemas.microsoft.com/office/2007/relationships/hdphoto" Target="../media/hdphoto1.wdp"/><Relationship Id="rId5" Type="http://schemas.openxmlformats.org/officeDocument/2006/relationships/tags" Target="../tags/tag274.xml"/><Relationship Id="rId10" Type="http://schemas.openxmlformats.org/officeDocument/2006/relationships/image" Target="../media/image17.png"/><Relationship Id="rId4" Type="http://schemas.openxmlformats.org/officeDocument/2006/relationships/tags" Target="../tags/tag273.xml"/><Relationship Id="rId9" Type="http://schemas.openxmlformats.org/officeDocument/2006/relationships/image" Target="../media/image15.svg"/></Relationships>
</file>

<file path=ppt/slideLayouts/_rels/slideLayout53.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277.xml"/><Relationship Id="rId7" Type="http://schemas.openxmlformats.org/officeDocument/2006/relationships/tags" Target="../tags/tag281.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5" Type="http://schemas.openxmlformats.org/officeDocument/2006/relationships/tags" Target="../tags/tag279.xml"/><Relationship Id="rId10" Type="http://schemas.openxmlformats.org/officeDocument/2006/relationships/image" Target="../media/image14.emf"/><Relationship Id="rId4" Type="http://schemas.openxmlformats.org/officeDocument/2006/relationships/tags" Target="../tags/tag278.xml"/><Relationship Id="rId9"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tags" Target="../tags/tag284.xml"/><Relationship Id="rId7" Type="http://schemas.openxmlformats.org/officeDocument/2006/relationships/slideMaster" Target="../slideMasters/slideMaster4.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5" Type="http://schemas.openxmlformats.org/officeDocument/2006/relationships/tags" Target="../tags/tag286.xml"/><Relationship Id="rId4" Type="http://schemas.openxmlformats.org/officeDocument/2006/relationships/tags" Target="../tags/tag285.xml"/><Relationship Id="rId9" Type="http://schemas.openxmlformats.org/officeDocument/2006/relationships/image" Target="../media/image16.emf"/></Relationships>
</file>

<file path=ppt/slideLayouts/_rels/slideLayout55.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290.xml"/><Relationship Id="rId7" Type="http://schemas.openxmlformats.org/officeDocument/2006/relationships/slideMaster" Target="../slideMasters/slideMaster4.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9" Type="http://schemas.openxmlformats.org/officeDocument/2006/relationships/image" Target="../media/image16.emf"/></Relationships>
</file>

<file path=ppt/slideLayouts/_rels/slideLayout56.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296.xml"/><Relationship Id="rId7" Type="http://schemas.openxmlformats.org/officeDocument/2006/relationships/slideMaster" Target="../slideMasters/slideMaster4.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9" Type="http://schemas.openxmlformats.org/officeDocument/2006/relationships/image" Target="../media/image16.emf"/></Relationships>
</file>

<file path=ppt/slideLayouts/_rels/slideLayout57.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02.xml"/><Relationship Id="rId7" Type="http://schemas.openxmlformats.org/officeDocument/2006/relationships/tags" Target="../tags/tag306.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5" Type="http://schemas.openxmlformats.org/officeDocument/2006/relationships/tags" Target="../tags/tag304.xml"/><Relationship Id="rId10" Type="http://schemas.openxmlformats.org/officeDocument/2006/relationships/image" Target="../media/image16.emf"/><Relationship Id="rId4" Type="http://schemas.openxmlformats.org/officeDocument/2006/relationships/tags" Target="../tags/tag303.xml"/><Relationship Id="rId9"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8" Type="http://schemas.openxmlformats.org/officeDocument/2006/relationships/tags" Target="../tags/tag314.xml"/><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image" Target="../media/image15.svg"/><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image" Target="../media/image14.emf"/><Relationship Id="rId5" Type="http://schemas.openxmlformats.org/officeDocument/2006/relationships/tags" Target="../tags/tag311.xml"/><Relationship Id="rId10" Type="http://schemas.openxmlformats.org/officeDocument/2006/relationships/oleObject" Target="../embeddings/oleObject27.bin"/><Relationship Id="rId4" Type="http://schemas.openxmlformats.org/officeDocument/2006/relationships/tags" Target="../tags/tag310.xml"/><Relationship Id="rId9"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8" Type="http://schemas.openxmlformats.org/officeDocument/2006/relationships/tags" Target="../tags/tag322.xml"/><Relationship Id="rId3" Type="http://schemas.openxmlformats.org/officeDocument/2006/relationships/tags" Target="../tags/tag317.xml"/><Relationship Id="rId7" Type="http://schemas.openxmlformats.org/officeDocument/2006/relationships/tags" Target="../tags/tag321.xml"/><Relationship Id="rId12" Type="http://schemas.openxmlformats.org/officeDocument/2006/relationships/image" Target="../media/image15.svg"/><Relationship Id="rId2" Type="http://schemas.openxmlformats.org/officeDocument/2006/relationships/tags" Target="../tags/tag316.xml"/><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image" Target="../media/image14.emf"/><Relationship Id="rId5" Type="http://schemas.openxmlformats.org/officeDocument/2006/relationships/tags" Target="../tags/tag319.xml"/><Relationship Id="rId10" Type="http://schemas.openxmlformats.org/officeDocument/2006/relationships/oleObject" Target="../embeddings/oleObject28.bin"/><Relationship Id="rId4" Type="http://schemas.openxmlformats.org/officeDocument/2006/relationships/tags" Target="../tags/tag318.xml"/><Relationship Id="rId9"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8" Type="http://schemas.openxmlformats.org/officeDocument/2006/relationships/tags" Target="../tags/tag330.xml"/><Relationship Id="rId3" Type="http://schemas.openxmlformats.org/officeDocument/2006/relationships/tags" Target="../tags/tag325.xml"/><Relationship Id="rId7" Type="http://schemas.openxmlformats.org/officeDocument/2006/relationships/tags" Target="../tags/tag329.xml"/><Relationship Id="rId12" Type="http://schemas.openxmlformats.org/officeDocument/2006/relationships/image" Target="../media/image15.svg"/><Relationship Id="rId2" Type="http://schemas.openxmlformats.org/officeDocument/2006/relationships/tags" Target="../tags/tag324.xml"/><Relationship Id="rId1" Type="http://schemas.openxmlformats.org/officeDocument/2006/relationships/tags" Target="../tags/tag323.xml"/><Relationship Id="rId6" Type="http://schemas.openxmlformats.org/officeDocument/2006/relationships/tags" Target="../tags/tag328.xml"/><Relationship Id="rId11" Type="http://schemas.openxmlformats.org/officeDocument/2006/relationships/image" Target="../media/image14.emf"/><Relationship Id="rId5" Type="http://schemas.openxmlformats.org/officeDocument/2006/relationships/tags" Target="../tags/tag327.xml"/><Relationship Id="rId10" Type="http://schemas.openxmlformats.org/officeDocument/2006/relationships/oleObject" Target="../embeddings/oleObject29.bin"/><Relationship Id="rId4" Type="http://schemas.openxmlformats.org/officeDocument/2006/relationships/tags" Target="../tags/tag326.xml"/><Relationship Id="rId9"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8" Type="http://schemas.openxmlformats.org/officeDocument/2006/relationships/tags" Target="../tags/tag338.xml"/><Relationship Id="rId3" Type="http://schemas.openxmlformats.org/officeDocument/2006/relationships/tags" Target="../tags/tag333.xml"/><Relationship Id="rId7" Type="http://schemas.openxmlformats.org/officeDocument/2006/relationships/tags" Target="../tags/tag337.xml"/><Relationship Id="rId12" Type="http://schemas.openxmlformats.org/officeDocument/2006/relationships/image" Target="../media/image15.svg"/><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tags" Target="../tags/tag336.xml"/><Relationship Id="rId11" Type="http://schemas.openxmlformats.org/officeDocument/2006/relationships/image" Target="../media/image18.emf"/><Relationship Id="rId5" Type="http://schemas.openxmlformats.org/officeDocument/2006/relationships/tags" Target="../tags/tag335.xml"/><Relationship Id="rId10" Type="http://schemas.openxmlformats.org/officeDocument/2006/relationships/oleObject" Target="../embeddings/oleObject30.bin"/><Relationship Id="rId4" Type="http://schemas.openxmlformats.org/officeDocument/2006/relationships/tags" Target="../tags/tag334.xml"/><Relationship Id="rId9"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346.xml"/><Relationship Id="rId3" Type="http://schemas.openxmlformats.org/officeDocument/2006/relationships/tags" Target="../tags/tag341.xml"/><Relationship Id="rId7" Type="http://schemas.openxmlformats.org/officeDocument/2006/relationships/tags" Target="../tags/tag345.xml"/><Relationship Id="rId12" Type="http://schemas.openxmlformats.org/officeDocument/2006/relationships/image" Target="../media/image15.svg"/><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tags" Target="../tags/tag344.xml"/><Relationship Id="rId11" Type="http://schemas.openxmlformats.org/officeDocument/2006/relationships/image" Target="../media/image14.emf"/><Relationship Id="rId5" Type="http://schemas.openxmlformats.org/officeDocument/2006/relationships/tags" Target="../tags/tag343.xml"/><Relationship Id="rId10" Type="http://schemas.openxmlformats.org/officeDocument/2006/relationships/oleObject" Target="../embeddings/oleObject31.bin"/><Relationship Id="rId4" Type="http://schemas.openxmlformats.org/officeDocument/2006/relationships/tags" Target="../tags/tag342.xml"/><Relationship Id="rId9"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tags" Target="../tags/tag349.xml"/><Relationship Id="rId7" Type="http://schemas.openxmlformats.org/officeDocument/2006/relationships/slideMaster" Target="../slideMasters/slideMaster4.xml"/><Relationship Id="rId2" Type="http://schemas.openxmlformats.org/officeDocument/2006/relationships/tags" Target="../tags/tag348.xml"/><Relationship Id="rId1" Type="http://schemas.openxmlformats.org/officeDocument/2006/relationships/tags" Target="../tags/tag347.xml"/><Relationship Id="rId6" Type="http://schemas.openxmlformats.org/officeDocument/2006/relationships/tags" Target="../tags/tag352.xml"/><Relationship Id="rId5" Type="http://schemas.openxmlformats.org/officeDocument/2006/relationships/tags" Target="../tags/tag351.xml"/><Relationship Id="rId10" Type="http://schemas.openxmlformats.org/officeDocument/2006/relationships/image" Target="../media/image15.svg"/><Relationship Id="rId4" Type="http://schemas.openxmlformats.org/officeDocument/2006/relationships/tags" Target="../tags/tag350.xml"/><Relationship Id="rId9" Type="http://schemas.openxmlformats.org/officeDocument/2006/relationships/image" Target="../media/image16.emf"/></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tags" Target="../tags/tag355.xml"/><Relationship Id="rId7" Type="http://schemas.openxmlformats.org/officeDocument/2006/relationships/image" Target="../media/image16.emf"/><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oleObject" Target="../embeddings/oleObject33.bin"/><Relationship Id="rId5" Type="http://schemas.openxmlformats.org/officeDocument/2006/relationships/slideMaster" Target="../slideMasters/slideMaster4.xml"/><Relationship Id="rId4" Type="http://schemas.openxmlformats.org/officeDocument/2006/relationships/tags" Target="../tags/tag356.xml"/></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358.xml"/><Relationship Id="rId1" Type="http://schemas.openxmlformats.org/officeDocument/2006/relationships/tags" Target="../tags/tag357.xml"/><Relationship Id="rId5" Type="http://schemas.openxmlformats.org/officeDocument/2006/relationships/image" Target="../media/image16.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tags" Target="../tags/tag361.xml"/><Relationship Id="rId7" Type="http://schemas.openxmlformats.org/officeDocument/2006/relationships/slideMaster" Target="../slideMasters/slideMaster4.xml"/><Relationship Id="rId12" Type="http://schemas.microsoft.com/office/2007/relationships/hdphoto" Target="../media/hdphoto1.wdp"/><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tags" Target="../tags/tag364.xml"/><Relationship Id="rId11" Type="http://schemas.openxmlformats.org/officeDocument/2006/relationships/image" Target="../media/image17.png"/><Relationship Id="rId5" Type="http://schemas.openxmlformats.org/officeDocument/2006/relationships/tags" Target="../tags/tag363.xml"/><Relationship Id="rId10" Type="http://schemas.openxmlformats.org/officeDocument/2006/relationships/image" Target="../media/image15.svg"/><Relationship Id="rId4" Type="http://schemas.openxmlformats.org/officeDocument/2006/relationships/tags" Target="../tags/tag362.xml"/><Relationship Id="rId9" Type="http://schemas.openxmlformats.org/officeDocument/2006/relationships/image" Target="../media/image16.emf"/></Relationships>
</file>

<file path=ppt/slideLayouts/_rels/slideLayout67.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67.xml"/><Relationship Id="rId7" Type="http://schemas.openxmlformats.org/officeDocument/2006/relationships/tags" Target="../tags/tag371.xml"/><Relationship Id="rId2" Type="http://schemas.openxmlformats.org/officeDocument/2006/relationships/tags" Target="../tags/tag366.xml"/><Relationship Id="rId1" Type="http://schemas.openxmlformats.org/officeDocument/2006/relationships/tags" Target="../tags/tag365.xml"/><Relationship Id="rId6" Type="http://schemas.openxmlformats.org/officeDocument/2006/relationships/tags" Target="../tags/tag370.xml"/><Relationship Id="rId5" Type="http://schemas.openxmlformats.org/officeDocument/2006/relationships/tags" Target="../tags/tag369.xml"/><Relationship Id="rId10" Type="http://schemas.openxmlformats.org/officeDocument/2006/relationships/image" Target="../media/image14.emf"/><Relationship Id="rId4" Type="http://schemas.openxmlformats.org/officeDocument/2006/relationships/tags" Target="../tags/tag368.xml"/><Relationship Id="rId9"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PAGE Layout 10">
    <p:spTree>
      <p:nvGrpSpPr>
        <p:cNvPr id="1" name=""/>
        <p:cNvGrpSpPr/>
        <p:nvPr/>
      </p:nvGrpSpPr>
      <p:grpSpPr>
        <a:xfrm>
          <a:off x="0" y="0"/>
          <a:ext cx="0" cy="0"/>
          <a:chOff x="0" y="0"/>
          <a:chExt cx="0" cy="0"/>
        </a:xfrm>
      </p:grpSpPr>
      <p:pic>
        <p:nvPicPr>
          <p:cNvPr id="10" name="Google Shape;96;p30">
            <a:extLst>
              <a:ext uri="{FF2B5EF4-FFF2-40B4-BE49-F238E27FC236}">
                <a16:creationId xmlns:a16="http://schemas.microsoft.com/office/drawing/2014/main" id="{45F79EBE-10F6-699C-25F2-1FAF95E0297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4" y="0"/>
            <a:ext cx="2746375" cy="94593"/>
          </a:xfrm>
          <a:prstGeom prst="rect">
            <a:avLst/>
          </a:prstGeom>
          <a:noFill/>
          <a:ln>
            <a:noFill/>
          </a:ln>
        </p:spPr>
      </p:pic>
      <p:sp>
        <p:nvSpPr>
          <p:cNvPr id="4" name="Google Shape;92;p29">
            <a:extLst>
              <a:ext uri="{FF2B5EF4-FFF2-40B4-BE49-F238E27FC236}">
                <a16:creationId xmlns:a16="http://schemas.microsoft.com/office/drawing/2014/main" id="{10F1F799-AD93-04C6-0271-78E23026E057}"/>
              </a:ext>
            </a:extLst>
          </p:cNvPr>
          <p:cNvSpPr txBox="1">
            <a:spLocks noGrp="1"/>
          </p:cNvSpPr>
          <p:nvPr>
            <p:ph type="body" idx="1"/>
          </p:nvPr>
        </p:nvSpPr>
        <p:spPr>
          <a:xfrm>
            <a:off x="893380" y="350819"/>
            <a:ext cx="10962824"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8" name="Google Shape;93;p29">
            <a:extLst>
              <a:ext uri="{FF2B5EF4-FFF2-40B4-BE49-F238E27FC236}">
                <a16:creationId xmlns:a16="http://schemas.microsoft.com/office/drawing/2014/main" id="{ADEAC5DC-B772-5A07-9982-5D83A7D4267F}"/>
              </a:ext>
            </a:extLst>
          </p:cNvPr>
          <p:cNvSpPr txBox="1">
            <a:spLocks noGrp="1"/>
          </p:cNvSpPr>
          <p:nvPr>
            <p:ph type="body" idx="2"/>
          </p:nvPr>
        </p:nvSpPr>
        <p:spPr>
          <a:xfrm>
            <a:off x="893380" y="1002457"/>
            <a:ext cx="10962824"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2" name="TextBox 1">
            <a:extLst>
              <a:ext uri="{FF2B5EF4-FFF2-40B4-BE49-F238E27FC236}">
                <a16:creationId xmlns:a16="http://schemas.microsoft.com/office/drawing/2014/main" id="{D6632030-C76E-6586-5CDC-CFF796C1CE6E}"/>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9" name="Picture 8" descr="A white light on a black background&#10;&#10;AI-generated content may be incorrect.">
            <a:extLst>
              <a:ext uri="{FF2B5EF4-FFF2-40B4-BE49-F238E27FC236}">
                <a16:creationId xmlns:a16="http://schemas.microsoft.com/office/drawing/2014/main" id="{2BFD17EB-6BBB-5BB2-6466-0553DAA8811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8556" y="0"/>
            <a:ext cx="667677" cy="1336039"/>
          </a:xfrm>
          <a:prstGeom prst="rect">
            <a:avLst/>
          </a:prstGeom>
        </p:spPr>
      </p:pic>
    </p:spTree>
    <p:extLst>
      <p:ext uri="{BB962C8B-B14F-4D97-AF65-F5344CB8AC3E}">
        <p14:creationId xmlns:p14="http://schemas.microsoft.com/office/powerpoint/2010/main" val="3014146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AGE Layout 5" preserve="1" userDrawn="1">
  <p:cSld name="PAGE Layout 5">
    <p:spTree>
      <p:nvGrpSpPr>
        <p:cNvPr id="1" name="Shape 89"/>
        <p:cNvGrpSpPr/>
        <p:nvPr/>
      </p:nvGrpSpPr>
      <p:grpSpPr>
        <a:xfrm>
          <a:off x="0" y="0"/>
          <a:ext cx="0" cy="0"/>
          <a:chOff x="0" y="0"/>
          <a:chExt cx="0" cy="0"/>
        </a:xfrm>
      </p:grpSpPr>
      <p:pic>
        <p:nvPicPr>
          <p:cNvPr id="91" name="Google Shape;91;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5" y="6803755"/>
            <a:ext cx="2746375" cy="116237"/>
          </a:xfrm>
          <a:prstGeom prst="rect">
            <a:avLst/>
          </a:prstGeom>
          <a:noFill/>
          <a:ln>
            <a:noFill/>
          </a:ln>
        </p:spPr>
      </p:pic>
      <p:sp>
        <p:nvSpPr>
          <p:cNvPr id="2" name="Google Shape;92;p29">
            <a:extLst>
              <a:ext uri="{FF2B5EF4-FFF2-40B4-BE49-F238E27FC236}">
                <a16:creationId xmlns:a16="http://schemas.microsoft.com/office/drawing/2014/main" id="{4F72B958-B1B9-0CE1-B74C-2488778DB7F7}"/>
              </a:ext>
            </a:extLst>
          </p:cNvPr>
          <p:cNvSpPr txBox="1">
            <a:spLocks noGrp="1"/>
          </p:cNvSpPr>
          <p:nvPr>
            <p:ph type="body" idx="1"/>
          </p:nvPr>
        </p:nvSpPr>
        <p:spPr>
          <a:xfrm>
            <a:off x="314918" y="153178"/>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8" name="Google Shape;93;p29">
            <a:extLst>
              <a:ext uri="{FF2B5EF4-FFF2-40B4-BE49-F238E27FC236}">
                <a16:creationId xmlns:a16="http://schemas.microsoft.com/office/drawing/2014/main" id="{E23974F2-D18C-F5DE-F7D3-910822D60672}"/>
              </a:ext>
            </a:extLst>
          </p:cNvPr>
          <p:cNvSpPr txBox="1">
            <a:spLocks noGrp="1"/>
          </p:cNvSpPr>
          <p:nvPr>
            <p:ph type="body" idx="2"/>
          </p:nvPr>
        </p:nvSpPr>
        <p:spPr>
          <a:xfrm>
            <a:off x="314917" y="740529"/>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TextBox 5">
            <a:extLst>
              <a:ext uri="{FF2B5EF4-FFF2-40B4-BE49-F238E27FC236}">
                <a16:creationId xmlns:a16="http://schemas.microsoft.com/office/drawing/2014/main" id="{A938C5E7-80AF-C719-BB14-A2536131D0F3}"/>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7" name="Picture 6" descr="A white light on a black background&#10;&#10;AI-generated content may be incorrect.">
            <a:extLst>
              <a:ext uri="{FF2B5EF4-FFF2-40B4-BE49-F238E27FC236}">
                <a16:creationId xmlns:a16="http://schemas.microsoft.com/office/drawing/2014/main" id="{98A45FD5-A71D-3F1B-F215-C58C9CC408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47962" y="6365657"/>
            <a:ext cx="1044181" cy="587352"/>
          </a:xfrm>
          <a:prstGeom prst="rect">
            <a:avLst/>
          </a:prstGeom>
        </p:spPr>
      </p:pic>
    </p:spTree>
    <p:extLst>
      <p:ext uri="{BB962C8B-B14F-4D97-AF65-F5344CB8AC3E}">
        <p14:creationId xmlns:p14="http://schemas.microsoft.com/office/powerpoint/2010/main" val="2902113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PAGE Layout 4" preserve="1" userDrawn="1">
  <p:cSld name="1_PAGE Layout 4">
    <p:spTree>
      <p:nvGrpSpPr>
        <p:cNvPr id="1" name="Shape 271"/>
        <p:cNvGrpSpPr/>
        <p:nvPr/>
      </p:nvGrpSpPr>
      <p:grpSpPr>
        <a:xfrm>
          <a:off x="0" y="0"/>
          <a:ext cx="0" cy="0"/>
          <a:chOff x="0" y="0"/>
          <a:chExt cx="0" cy="0"/>
        </a:xfrm>
      </p:grpSpPr>
      <p:grpSp>
        <p:nvGrpSpPr>
          <p:cNvPr id="297" name="Google Shape;297;p43"/>
          <p:cNvGrpSpPr/>
          <p:nvPr/>
        </p:nvGrpSpPr>
        <p:grpSpPr>
          <a:xfrm>
            <a:off x="7887574" y="12081"/>
            <a:ext cx="4304426" cy="191386"/>
            <a:chOff x="7852253" y="320219"/>
            <a:chExt cx="4339747" cy="340098"/>
          </a:xfrm>
        </p:grpSpPr>
        <p:sp>
          <p:nvSpPr>
            <p:cNvPr id="298" name="Google Shape;298;p43"/>
            <p:cNvSpPr/>
            <p:nvPr/>
          </p:nvSpPr>
          <p:spPr>
            <a:xfrm>
              <a:off x="8619733" y="320219"/>
              <a:ext cx="890878" cy="340098"/>
            </a:xfrm>
            <a:custGeom>
              <a:avLst/>
              <a:gdLst/>
              <a:ahLst/>
              <a:cxnLst/>
              <a:rect l="l" t="t" r="r" b="b"/>
              <a:pathLst>
                <a:path w="890878" h="340098" extrusionOk="0">
                  <a:moveTo>
                    <a:pt x="0" y="0"/>
                  </a:moveTo>
                  <a:lnTo>
                    <a:pt x="890879" y="0"/>
                  </a:lnTo>
                  <a:lnTo>
                    <a:pt x="890879" y="340099"/>
                  </a:lnTo>
                  <a:lnTo>
                    <a:pt x="0" y="340099"/>
                  </a:lnTo>
                  <a:lnTo>
                    <a:pt x="0" y="0"/>
                  </a:lnTo>
                  <a:lnTo>
                    <a:pt x="0" y="0"/>
                  </a:lnTo>
                  <a:close/>
                </a:path>
              </a:pathLst>
            </a:custGeom>
            <a:solidFill>
              <a:srgbClr val="F9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9" name="Google Shape;299;p43"/>
            <p:cNvSpPr/>
            <p:nvPr/>
          </p:nvSpPr>
          <p:spPr>
            <a:xfrm>
              <a:off x="9510612" y="320219"/>
              <a:ext cx="2681388" cy="340098"/>
            </a:xfrm>
            <a:custGeom>
              <a:avLst/>
              <a:gdLst/>
              <a:ahLst/>
              <a:cxnLst/>
              <a:rect l="l" t="t" r="r" b="b"/>
              <a:pathLst>
                <a:path w="1088015" h="340098" extrusionOk="0">
                  <a:moveTo>
                    <a:pt x="0" y="0"/>
                  </a:moveTo>
                  <a:lnTo>
                    <a:pt x="1088016" y="0"/>
                  </a:lnTo>
                  <a:lnTo>
                    <a:pt x="1088016" y="340099"/>
                  </a:lnTo>
                  <a:lnTo>
                    <a:pt x="0" y="340099"/>
                  </a:lnTo>
                  <a:lnTo>
                    <a:pt x="0" y="0"/>
                  </a:lnTo>
                  <a:lnTo>
                    <a:pt x="0" y="0"/>
                  </a:lnTo>
                  <a:close/>
                </a:path>
              </a:pathLst>
            </a:custGeom>
            <a:solidFill>
              <a:srgbClr val="C01E1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0" name="Google Shape;300;p43"/>
            <p:cNvSpPr/>
            <p:nvPr/>
          </p:nvSpPr>
          <p:spPr>
            <a:xfrm>
              <a:off x="7852253" y="320219"/>
              <a:ext cx="767480" cy="340098"/>
            </a:xfrm>
            <a:custGeom>
              <a:avLst/>
              <a:gdLst/>
              <a:ahLst/>
              <a:cxnLst/>
              <a:rect l="l" t="t" r="r" b="b"/>
              <a:pathLst>
                <a:path w="767480" h="340098" extrusionOk="0">
                  <a:moveTo>
                    <a:pt x="0" y="0"/>
                  </a:moveTo>
                  <a:lnTo>
                    <a:pt x="767480" y="0"/>
                  </a:lnTo>
                  <a:lnTo>
                    <a:pt x="767480" y="340099"/>
                  </a:lnTo>
                  <a:lnTo>
                    <a:pt x="0" y="340099"/>
                  </a:lnTo>
                  <a:lnTo>
                    <a:pt x="0" y="0"/>
                  </a:lnTo>
                  <a:lnTo>
                    <a:pt x="0" y="0"/>
                  </a:lnTo>
                  <a:close/>
                </a:path>
              </a:pathLst>
            </a:custGeom>
            <a:solidFill>
              <a:srgbClr val="6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01" name="Google Shape;301;p43"/>
          <p:cNvGrpSpPr/>
          <p:nvPr/>
        </p:nvGrpSpPr>
        <p:grpSpPr>
          <a:xfrm>
            <a:off x="314916" y="6324974"/>
            <a:ext cx="389277" cy="409915"/>
            <a:chOff x="707323" y="427053"/>
            <a:chExt cx="393490" cy="414351"/>
          </a:xfrm>
        </p:grpSpPr>
        <p:sp>
          <p:nvSpPr>
            <p:cNvPr id="302" name="Google Shape;302;p43"/>
            <p:cNvSpPr/>
            <p:nvPr/>
          </p:nvSpPr>
          <p:spPr>
            <a:xfrm>
              <a:off x="790450" y="492894"/>
              <a:ext cx="190763" cy="268419"/>
            </a:xfrm>
            <a:custGeom>
              <a:avLst/>
              <a:gdLst/>
              <a:ahLst/>
              <a:cxnLst/>
              <a:rect l="l" t="t" r="r" b="b"/>
              <a:pathLst>
                <a:path w="190763" h="268419" extrusionOk="0">
                  <a:moveTo>
                    <a:pt x="0" y="0"/>
                  </a:moveTo>
                  <a:lnTo>
                    <a:pt x="190763" y="0"/>
                  </a:lnTo>
                  <a:lnTo>
                    <a:pt x="190763" y="268419"/>
                  </a:lnTo>
                  <a:lnTo>
                    <a:pt x="0" y="26841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3" name="Google Shape;303;p43"/>
            <p:cNvSpPr/>
            <p:nvPr/>
          </p:nvSpPr>
          <p:spPr>
            <a:xfrm>
              <a:off x="707323" y="427053"/>
              <a:ext cx="393490" cy="414351"/>
            </a:xfrm>
            <a:custGeom>
              <a:avLst/>
              <a:gdLst/>
              <a:ahLst/>
              <a:cxnLst/>
              <a:rect l="l" t="t" r="r" b="b"/>
              <a:pathLst>
                <a:path w="393490" h="414351" extrusionOk="0">
                  <a:moveTo>
                    <a:pt x="0" y="414352"/>
                  </a:moveTo>
                  <a:lnTo>
                    <a:pt x="0" y="0"/>
                  </a:lnTo>
                  <a:lnTo>
                    <a:pt x="191240" y="0"/>
                  </a:lnTo>
                  <a:cubicBezTo>
                    <a:pt x="251894" y="0"/>
                    <a:pt x="300768" y="18455"/>
                    <a:pt x="337862" y="55344"/>
                  </a:cubicBezTo>
                  <a:cubicBezTo>
                    <a:pt x="374950" y="92246"/>
                    <a:pt x="393491" y="143142"/>
                    <a:pt x="393491" y="208044"/>
                  </a:cubicBezTo>
                  <a:cubicBezTo>
                    <a:pt x="393491" y="273729"/>
                    <a:pt x="375136" y="324525"/>
                    <a:pt x="338439" y="360460"/>
                  </a:cubicBezTo>
                  <a:cubicBezTo>
                    <a:pt x="301729" y="396388"/>
                    <a:pt x="250932" y="414352"/>
                    <a:pt x="186023" y="414352"/>
                  </a:cubicBezTo>
                  <a:lnTo>
                    <a:pt x="0" y="414352"/>
                  </a:lnTo>
                  <a:close/>
                  <a:moveTo>
                    <a:pt x="121121" y="314098"/>
                  </a:moveTo>
                  <a:lnTo>
                    <a:pt x="176173" y="314098"/>
                  </a:lnTo>
                  <a:cubicBezTo>
                    <a:pt x="204763" y="314098"/>
                    <a:pt x="227652" y="304924"/>
                    <a:pt x="244847" y="286569"/>
                  </a:cubicBezTo>
                  <a:cubicBezTo>
                    <a:pt x="262036" y="268227"/>
                    <a:pt x="270633" y="242050"/>
                    <a:pt x="270633" y="208044"/>
                  </a:cubicBezTo>
                  <a:cubicBezTo>
                    <a:pt x="270633" y="174039"/>
                    <a:pt x="262235" y="147590"/>
                    <a:pt x="245424" y="128651"/>
                  </a:cubicBezTo>
                  <a:cubicBezTo>
                    <a:pt x="228620" y="109726"/>
                    <a:pt x="205532" y="100260"/>
                    <a:pt x="176173" y="100260"/>
                  </a:cubicBezTo>
                  <a:lnTo>
                    <a:pt x="121121" y="100260"/>
                  </a:lnTo>
                  <a:lnTo>
                    <a:pt x="121121" y="31409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4" name="Google Shape;304;p43"/>
            <p:cNvSpPr/>
            <p:nvPr/>
          </p:nvSpPr>
          <p:spPr>
            <a:xfrm>
              <a:off x="735661" y="541505"/>
              <a:ext cx="299945" cy="123045"/>
            </a:xfrm>
            <a:custGeom>
              <a:avLst/>
              <a:gdLst/>
              <a:ahLst/>
              <a:cxnLst/>
              <a:rect l="l" t="t" r="r" b="b"/>
              <a:pathLst>
                <a:path w="299945" h="123045" extrusionOk="0">
                  <a:moveTo>
                    <a:pt x="299946" y="53045"/>
                  </a:moveTo>
                  <a:cubicBezTo>
                    <a:pt x="235381" y="46894"/>
                    <a:pt x="163466" y="55134"/>
                    <a:pt x="109435" y="93362"/>
                  </a:cubicBezTo>
                  <a:cubicBezTo>
                    <a:pt x="99365" y="100488"/>
                    <a:pt x="84510" y="111200"/>
                    <a:pt x="80805" y="123045"/>
                  </a:cubicBezTo>
                  <a:lnTo>
                    <a:pt x="0" y="48889"/>
                  </a:lnTo>
                  <a:cubicBezTo>
                    <a:pt x="27" y="46006"/>
                    <a:pt x="44665" y="28526"/>
                    <a:pt x="50770" y="26358"/>
                  </a:cubicBezTo>
                  <a:cubicBezTo>
                    <a:pt x="109236" y="5623"/>
                    <a:pt x="205638" y="-14124"/>
                    <a:pt x="263361" y="13816"/>
                  </a:cubicBezTo>
                  <a:cubicBezTo>
                    <a:pt x="278952" y="21367"/>
                    <a:pt x="295465" y="35983"/>
                    <a:pt x="299946" y="53045"/>
                  </a:cubicBezTo>
                </a:path>
              </a:pathLst>
            </a:custGeom>
            <a:solidFill>
              <a:srgbClr val="D51A2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5" name="Google Shape;305;p43"/>
            <p:cNvSpPr/>
            <p:nvPr/>
          </p:nvSpPr>
          <p:spPr>
            <a:xfrm>
              <a:off x="825378" y="601733"/>
              <a:ext cx="241857" cy="134608"/>
            </a:xfrm>
            <a:custGeom>
              <a:avLst/>
              <a:gdLst/>
              <a:ahLst/>
              <a:cxnLst/>
              <a:rect l="l" t="t" r="r" b="b"/>
              <a:pathLst>
                <a:path w="241857" h="134608" extrusionOk="0">
                  <a:moveTo>
                    <a:pt x="233101" y="13218"/>
                  </a:moveTo>
                  <a:cubicBezTo>
                    <a:pt x="244244" y="24825"/>
                    <a:pt x="244801" y="44725"/>
                    <a:pt x="234493" y="57074"/>
                  </a:cubicBezTo>
                  <a:cubicBezTo>
                    <a:pt x="220745" y="34079"/>
                    <a:pt x="188443" y="42100"/>
                    <a:pt x="166959" y="48848"/>
                  </a:cubicBezTo>
                  <a:cubicBezTo>
                    <a:pt x="125841" y="61761"/>
                    <a:pt x="93141" y="93089"/>
                    <a:pt x="80540" y="134492"/>
                  </a:cubicBezTo>
                  <a:cubicBezTo>
                    <a:pt x="78631" y="136222"/>
                    <a:pt x="57346" y="118205"/>
                    <a:pt x="54184" y="115580"/>
                  </a:cubicBezTo>
                  <a:cubicBezTo>
                    <a:pt x="47416" y="109965"/>
                    <a:pt x="636" y="69556"/>
                    <a:pt x="0" y="65937"/>
                  </a:cubicBezTo>
                  <a:cubicBezTo>
                    <a:pt x="33674" y="25747"/>
                    <a:pt x="95865" y="4594"/>
                    <a:pt x="147252" y="1147"/>
                  </a:cubicBezTo>
                  <a:cubicBezTo>
                    <a:pt x="169273" y="-331"/>
                    <a:pt x="217464" y="-3069"/>
                    <a:pt x="233101" y="13218"/>
                  </a:cubicBezTo>
                </a:path>
              </a:pathLst>
            </a:custGeom>
            <a:solidFill>
              <a:srgbClr val="FEF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 name="Google Shape;92;p29">
            <a:extLst>
              <a:ext uri="{FF2B5EF4-FFF2-40B4-BE49-F238E27FC236}">
                <a16:creationId xmlns:a16="http://schemas.microsoft.com/office/drawing/2014/main" id="{C070F526-6703-939A-1CC4-7316638B3E13}"/>
              </a:ext>
            </a:extLst>
          </p:cNvPr>
          <p:cNvSpPr txBox="1">
            <a:spLocks noGrp="1"/>
          </p:cNvSpPr>
          <p:nvPr>
            <p:ph type="body" idx="1"/>
          </p:nvPr>
        </p:nvSpPr>
        <p:spPr>
          <a:xfrm>
            <a:off x="314917" y="301905"/>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5" name="Google Shape;93;p29">
            <a:extLst>
              <a:ext uri="{FF2B5EF4-FFF2-40B4-BE49-F238E27FC236}">
                <a16:creationId xmlns:a16="http://schemas.microsoft.com/office/drawing/2014/main" id="{DA14E0FD-8782-E93A-EBA5-7AAAD0AE98B8}"/>
              </a:ext>
            </a:extLst>
          </p:cNvPr>
          <p:cNvSpPr txBox="1">
            <a:spLocks noGrp="1"/>
          </p:cNvSpPr>
          <p:nvPr>
            <p:ph type="body" idx="2"/>
          </p:nvPr>
        </p:nvSpPr>
        <p:spPr>
          <a:xfrm>
            <a:off x="314916" y="889256"/>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TextBox 5">
            <a:extLst>
              <a:ext uri="{FF2B5EF4-FFF2-40B4-BE49-F238E27FC236}">
                <a16:creationId xmlns:a16="http://schemas.microsoft.com/office/drawing/2014/main" id="{A250E183-98F8-9F3B-FB5B-E95A6EDCF769}"/>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spTree>
    <p:extLst>
      <p:ext uri="{BB962C8B-B14F-4D97-AF65-F5344CB8AC3E}">
        <p14:creationId xmlns:p14="http://schemas.microsoft.com/office/powerpoint/2010/main" val="266543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PAGE Layout 9">
    <p:spTree>
      <p:nvGrpSpPr>
        <p:cNvPr id="1" name=""/>
        <p:cNvGrpSpPr/>
        <p:nvPr/>
      </p:nvGrpSpPr>
      <p:grpSpPr>
        <a:xfrm>
          <a:off x="0" y="0"/>
          <a:ext cx="0" cy="0"/>
          <a:chOff x="0" y="0"/>
          <a:chExt cx="0" cy="0"/>
        </a:xfrm>
      </p:grpSpPr>
      <p:pic>
        <p:nvPicPr>
          <p:cNvPr id="10" name="Google Shape;96;p30">
            <a:extLst>
              <a:ext uri="{FF2B5EF4-FFF2-40B4-BE49-F238E27FC236}">
                <a16:creationId xmlns:a16="http://schemas.microsoft.com/office/drawing/2014/main" id="{9D27F202-641E-C7DD-5082-17691DC98EF2}"/>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4" y="0"/>
            <a:ext cx="2746375" cy="263471"/>
          </a:xfrm>
          <a:prstGeom prst="rect">
            <a:avLst/>
          </a:prstGeom>
          <a:noFill/>
          <a:ln>
            <a:noFill/>
          </a:ln>
        </p:spPr>
      </p:pic>
      <p:sp>
        <p:nvSpPr>
          <p:cNvPr id="5" name="Google Shape;92;p29">
            <a:extLst>
              <a:ext uri="{FF2B5EF4-FFF2-40B4-BE49-F238E27FC236}">
                <a16:creationId xmlns:a16="http://schemas.microsoft.com/office/drawing/2014/main" id="{C59D4737-6104-728F-40A3-3C73D1F7BF9F}"/>
              </a:ext>
            </a:extLst>
          </p:cNvPr>
          <p:cNvSpPr txBox="1">
            <a:spLocks noGrp="1"/>
          </p:cNvSpPr>
          <p:nvPr>
            <p:ph type="body" idx="1"/>
          </p:nvPr>
        </p:nvSpPr>
        <p:spPr>
          <a:xfrm>
            <a:off x="294037" y="756152"/>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Google Shape;93;p29">
            <a:extLst>
              <a:ext uri="{FF2B5EF4-FFF2-40B4-BE49-F238E27FC236}">
                <a16:creationId xmlns:a16="http://schemas.microsoft.com/office/drawing/2014/main" id="{5FF1A26B-C363-8773-D27C-1364A6BCA438}"/>
              </a:ext>
            </a:extLst>
          </p:cNvPr>
          <p:cNvSpPr txBox="1">
            <a:spLocks noGrp="1"/>
          </p:cNvSpPr>
          <p:nvPr>
            <p:ph type="body" idx="2"/>
          </p:nvPr>
        </p:nvSpPr>
        <p:spPr>
          <a:xfrm>
            <a:off x="294036" y="1343503"/>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2" name="TextBox 1">
            <a:extLst>
              <a:ext uri="{FF2B5EF4-FFF2-40B4-BE49-F238E27FC236}">
                <a16:creationId xmlns:a16="http://schemas.microsoft.com/office/drawing/2014/main" id="{B5F0BE3C-E335-9B0C-33C9-64B5AAF1C271}"/>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7" name="Picture 6" descr="A white light on a black background&#10;&#10;AI-generated content may be incorrect.">
            <a:extLst>
              <a:ext uri="{FF2B5EF4-FFF2-40B4-BE49-F238E27FC236}">
                <a16:creationId xmlns:a16="http://schemas.microsoft.com/office/drawing/2014/main" id="{C6E073CA-DE62-19A7-B140-7CB60441DA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10206" y="-17400"/>
            <a:ext cx="1264485" cy="711273"/>
          </a:xfrm>
          <a:prstGeom prst="rect">
            <a:avLst/>
          </a:prstGeom>
        </p:spPr>
      </p:pic>
    </p:spTree>
    <p:extLst>
      <p:ext uri="{BB962C8B-B14F-4D97-AF65-F5344CB8AC3E}">
        <p14:creationId xmlns:p14="http://schemas.microsoft.com/office/powerpoint/2010/main" val="3601700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3F8BCBF5-5A3A-4C69-CEC8-13D3E2EDAE14}"/>
              </a:ext>
            </a:extLst>
          </p:cNvPr>
          <p:cNvSpPr>
            <a:spLocks noGrp="1"/>
          </p:cNvSpPr>
          <p:nvPr>
            <p:ph type="sldNum" idx="4294967295"/>
          </p:nvPr>
        </p:nvSpPr>
        <p:spPr>
          <a:xfrm>
            <a:off x="9329531" y="6480992"/>
            <a:ext cx="2635457" cy="365100"/>
          </a:xfrm>
        </p:spPr>
        <p:txBody>
          <a:bodyPr/>
          <a:lstStyle/>
          <a:p>
            <a:fld id="{C8746B82-F76C-46D1-A44B-9B68F7630307}" type="slidenum">
              <a:rPr lang="en-ID" smtClean="0"/>
              <a:t>‹#›</a:t>
            </a:fld>
            <a:endParaRPr lang="en-ID"/>
          </a:p>
        </p:txBody>
      </p:sp>
      <p:pic>
        <p:nvPicPr>
          <p:cNvPr id="8" name="Picture 7">
            <a:extLst>
              <a:ext uri="{FF2B5EF4-FFF2-40B4-BE49-F238E27FC236}">
                <a16:creationId xmlns:a16="http://schemas.microsoft.com/office/drawing/2014/main" id="{ECDD9F67-89CE-BFA8-A6F4-713E0EDF33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456602" y="-4697"/>
            <a:ext cx="7772400" cy="3433697"/>
          </a:xfrm>
          <a:prstGeom prst="rect">
            <a:avLst/>
          </a:prstGeom>
        </p:spPr>
      </p:pic>
      <p:sp>
        <p:nvSpPr>
          <p:cNvPr id="4" name="Google Shape;92;p29">
            <a:extLst>
              <a:ext uri="{FF2B5EF4-FFF2-40B4-BE49-F238E27FC236}">
                <a16:creationId xmlns:a16="http://schemas.microsoft.com/office/drawing/2014/main" id="{E0664380-A6B5-8C3E-121D-BAE9AAC030F8}"/>
              </a:ext>
            </a:extLst>
          </p:cNvPr>
          <p:cNvSpPr txBox="1">
            <a:spLocks noGrp="1"/>
          </p:cNvSpPr>
          <p:nvPr>
            <p:ph type="body" idx="1"/>
          </p:nvPr>
        </p:nvSpPr>
        <p:spPr>
          <a:xfrm>
            <a:off x="294037" y="756152"/>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5" name="Google Shape;93;p29">
            <a:extLst>
              <a:ext uri="{FF2B5EF4-FFF2-40B4-BE49-F238E27FC236}">
                <a16:creationId xmlns:a16="http://schemas.microsoft.com/office/drawing/2014/main" id="{D2E9EE3A-E8EE-F71A-DD77-2107572BE277}"/>
              </a:ext>
            </a:extLst>
          </p:cNvPr>
          <p:cNvSpPr txBox="1">
            <a:spLocks noGrp="1"/>
          </p:cNvSpPr>
          <p:nvPr>
            <p:ph type="body" idx="2"/>
          </p:nvPr>
        </p:nvSpPr>
        <p:spPr>
          <a:xfrm>
            <a:off x="294036" y="1343503"/>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pic>
        <p:nvPicPr>
          <p:cNvPr id="11" name="Google Shape;96;p30">
            <a:extLst>
              <a:ext uri="{FF2B5EF4-FFF2-40B4-BE49-F238E27FC236}">
                <a16:creationId xmlns:a16="http://schemas.microsoft.com/office/drawing/2014/main" id="{B3361D8B-E48E-CC80-CE2B-422839200341}"/>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9445624" y="0"/>
            <a:ext cx="2746375" cy="263471"/>
          </a:xfrm>
          <a:prstGeom prst="rect">
            <a:avLst/>
          </a:prstGeom>
          <a:noFill/>
          <a:ln>
            <a:noFill/>
          </a:ln>
        </p:spPr>
      </p:pic>
      <p:sp>
        <p:nvSpPr>
          <p:cNvPr id="2" name="TextBox 1">
            <a:extLst>
              <a:ext uri="{FF2B5EF4-FFF2-40B4-BE49-F238E27FC236}">
                <a16:creationId xmlns:a16="http://schemas.microsoft.com/office/drawing/2014/main" id="{AA4EB712-05A2-FAD6-90C4-741C45E90E6D}"/>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3" name="Picture 2" descr="A white light on a black background&#10;&#10;AI-generated content may be incorrect.">
            <a:extLst>
              <a:ext uri="{FF2B5EF4-FFF2-40B4-BE49-F238E27FC236}">
                <a16:creationId xmlns:a16="http://schemas.microsoft.com/office/drawing/2014/main" id="{C1593141-D0AA-44DA-302A-642506B1190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10206" y="-17400"/>
            <a:ext cx="1264485" cy="711273"/>
          </a:xfrm>
          <a:prstGeom prst="rect">
            <a:avLst/>
          </a:prstGeom>
        </p:spPr>
      </p:pic>
    </p:spTree>
    <p:extLst>
      <p:ext uri="{BB962C8B-B14F-4D97-AF65-F5344CB8AC3E}">
        <p14:creationId xmlns:p14="http://schemas.microsoft.com/office/powerpoint/2010/main" val="1422605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A6E7B5-83EF-CA0B-0871-8CBEC0552AC2}"/>
              </a:ext>
            </a:extLst>
          </p:cNvPr>
          <p:cNvSpPr/>
          <p:nvPr/>
        </p:nvSpPr>
        <p:spPr>
          <a:xfrm>
            <a:off x="0" y="1328928"/>
            <a:ext cx="4059936"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4B1AEAD-D964-23C7-1401-F94982FD968B}"/>
              </a:ext>
            </a:extLst>
          </p:cNvPr>
          <p:cNvSpPr/>
          <p:nvPr/>
        </p:nvSpPr>
        <p:spPr>
          <a:xfrm>
            <a:off x="4059936" y="743712"/>
            <a:ext cx="2036064" cy="585216"/>
          </a:xfrm>
          <a:prstGeom prst="rect">
            <a:avLst/>
          </a:prstGeom>
          <a:solidFill>
            <a:srgbClr val="5C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E8A340-8D7B-0FBF-544D-A4FE6CEBC7E0}"/>
              </a:ext>
            </a:extLst>
          </p:cNvPr>
          <p:cNvSpPr/>
          <p:nvPr/>
        </p:nvSpPr>
        <p:spPr>
          <a:xfrm>
            <a:off x="6096002" y="1328928"/>
            <a:ext cx="2377438"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5EFF4E-4B87-F38C-4CB3-EDBE4BE8ECE5}"/>
              </a:ext>
            </a:extLst>
          </p:cNvPr>
          <p:cNvSpPr/>
          <p:nvPr/>
        </p:nvSpPr>
        <p:spPr>
          <a:xfrm>
            <a:off x="8473440" y="743712"/>
            <a:ext cx="2877312"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BD13F9-3120-E469-CB0D-9EC695F6A791}"/>
              </a:ext>
            </a:extLst>
          </p:cNvPr>
          <p:cNvSpPr/>
          <p:nvPr/>
        </p:nvSpPr>
        <p:spPr>
          <a:xfrm>
            <a:off x="10155936" y="158496"/>
            <a:ext cx="2036064"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4B493B-A6D7-8F7D-7FF3-6EBE3BAFD3F8}"/>
              </a:ext>
            </a:extLst>
          </p:cNvPr>
          <p:cNvSpPr/>
          <p:nvPr/>
        </p:nvSpPr>
        <p:spPr>
          <a:xfrm>
            <a:off x="11460480" y="158496"/>
            <a:ext cx="731520" cy="585216"/>
          </a:xfrm>
          <a:prstGeom prst="rect">
            <a:avLst/>
          </a:prstGeom>
          <a:solidFill>
            <a:srgbClr val="61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EAC52F20-3015-4107-757E-8CED3998D731}"/>
              </a:ext>
            </a:extLst>
          </p:cNvPr>
          <p:cNvSpPr txBox="1">
            <a:spLocks/>
          </p:cNvSpPr>
          <p:nvPr/>
        </p:nvSpPr>
        <p:spPr>
          <a:xfrm>
            <a:off x="0" y="3195414"/>
            <a:ext cx="12192000" cy="499255"/>
          </a:xfrm>
          <a:prstGeom prst="rect">
            <a:avLst/>
          </a:prstGeom>
          <a:noFill/>
          <a:ln w="12700">
            <a:noFill/>
          </a:ln>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defTabSz="914446">
              <a:defRPr/>
            </a:pPr>
            <a:r>
              <a:rPr lang="en-US" sz="4000" b="1" i="0">
                <a:solidFill>
                  <a:srgbClr val="000000"/>
                </a:solidFill>
                <a:latin typeface="Georgia" panose="02040502050405020303" pitchFamily="18" charset="0"/>
                <a:ea typeface="+mn-ea"/>
                <a:cs typeface="Arial" panose="020B0604020202020204" pitchFamily="34" charset="0"/>
              </a:rPr>
              <a:t>Thank You</a:t>
            </a:r>
          </a:p>
        </p:txBody>
      </p:sp>
      <p:sp>
        <p:nvSpPr>
          <p:cNvPr id="2" name="TextBox 1">
            <a:extLst>
              <a:ext uri="{FF2B5EF4-FFF2-40B4-BE49-F238E27FC236}">
                <a16:creationId xmlns:a16="http://schemas.microsoft.com/office/drawing/2014/main" id="{A4BB1359-54D6-80BD-1316-C1A471D67514}"/>
              </a:ext>
            </a:extLst>
          </p:cNvPr>
          <p:cNvSpPr txBox="1"/>
          <p:nvPr/>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pic>
        <p:nvPicPr>
          <p:cNvPr id="4" name="Picture 3" descr="A white light on a black background&#10;&#10;AI-generated content may be incorrect.">
            <a:extLst>
              <a:ext uri="{FF2B5EF4-FFF2-40B4-BE49-F238E27FC236}">
                <a16:creationId xmlns:a16="http://schemas.microsoft.com/office/drawing/2014/main" id="{D184D334-CBCB-C88A-4A31-7761A1E0FB9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63756" y="5758651"/>
            <a:ext cx="1264485" cy="711273"/>
          </a:xfrm>
          <a:prstGeom prst="rect">
            <a:avLst/>
          </a:prstGeom>
        </p:spPr>
      </p:pic>
    </p:spTree>
    <p:extLst>
      <p:ext uri="{BB962C8B-B14F-4D97-AF65-F5344CB8AC3E}">
        <p14:creationId xmlns:p14="http://schemas.microsoft.com/office/powerpoint/2010/main" val="3227820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A6E7B5-83EF-CA0B-0871-8CBEC0552AC2}"/>
              </a:ext>
            </a:extLst>
          </p:cNvPr>
          <p:cNvSpPr/>
          <p:nvPr/>
        </p:nvSpPr>
        <p:spPr>
          <a:xfrm>
            <a:off x="0" y="1328928"/>
            <a:ext cx="4059936"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4B1AEAD-D964-23C7-1401-F94982FD968B}"/>
              </a:ext>
            </a:extLst>
          </p:cNvPr>
          <p:cNvSpPr/>
          <p:nvPr/>
        </p:nvSpPr>
        <p:spPr>
          <a:xfrm>
            <a:off x="4059936" y="743712"/>
            <a:ext cx="2036064" cy="585216"/>
          </a:xfrm>
          <a:prstGeom prst="rect">
            <a:avLst/>
          </a:prstGeom>
          <a:solidFill>
            <a:srgbClr val="5C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E8A340-8D7B-0FBF-544D-A4FE6CEBC7E0}"/>
              </a:ext>
            </a:extLst>
          </p:cNvPr>
          <p:cNvSpPr/>
          <p:nvPr/>
        </p:nvSpPr>
        <p:spPr>
          <a:xfrm>
            <a:off x="6096002" y="1328928"/>
            <a:ext cx="2377438"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5EFF4E-4B87-F38C-4CB3-EDBE4BE8ECE5}"/>
              </a:ext>
            </a:extLst>
          </p:cNvPr>
          <p:cNvSpPr/>
          <p:nvPr/>
        </p:nvSpPr>
        <p:spPr>
          <a:xfrm>
            <a:off x="8473440" y="743712"/>
            <a:ext cx="2877312"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BD13F9-3120-E469-CB0D-9EC695F6A791}"/>
              </a:ext>
            </a:extLst>
          </p:cNvPr>
          <p:cNvSpPr/>
          <p:nvPr/>
        </p:nvSpPr>
        <p:spPr>
          <a:xfrm>
            <a:off x="10155936" y="158496"/>
            <a:ext cx="2036064"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4B493B-A6D7-8F7D-7FF3-6EBE3BAFD3F8}"/>
              </a:ext>
            </a:extLst>
          </p:cNvPr>
          <p:cNvSpPr/>
          <p:nvPr/>
        </p:nvSpPr>
        <p:spPr>
          <a:xfrm>
            <a:off x="11460480" y="158496"/>
            <a:ext cx="731520" cy="585216"/>
          </a:xfrm>
          <a:prstGeom prst="rect">
            <a:avLst/>
          </a:prstGeom>
          <a:solidFill>
            <a:srgbClr val="61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EAC52F20-3015-4107-757E-8CED3998D731}"/>
              </a:ext>
            </a:extLst>
          </p:cNvPr>
          <p:cNvSpPr txBox="1">
            <a:spLocks/>
          </p:cNvSpPr>
          <p:nvPr/>
        </p:nvSpPr>
        <p:spPr>
          <a:xfrm>
            <a:off x="0" y="3212822"/>
            <a:ext cx="12192000" cy="499255"/>
          </a:xfrm>
          <a:prstGeom prst="rect">
            <a:avLst/>
          </a:prstGeom>
          <a:noFill/>
          <a:ln w="12700">
            <a:noFill/>
          </a:ln>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defTabSz="914446">
              <a:defRPr/>
            </a:pPr>
            <a:r>
              <a:rPr lang="en-US" sz="4000" b="1" i="0" err="1">
                <a:solidFill>
                  <a:srgbClr val="000000"/>
                </a:solidFill>
                <a:latin typeface="Georgia" panose="02040502050405020303" pitchFamily="18" charset="0"/>
                <a:ea typeface="+mn-ea"/>
                <a:cs typeface="Arial" panose="020B0604020202020204" pitchFamily="34" charset="0"/>
              </a:rPr>
              <a:t>Terima</a:t>
            </a:r>
            <a:r>
              <a:rPr lang="en-US" sz="4000" b="1" i="0">
                <a:solidFill>
                  <a:srgbClr val="000000"/>
                </a:solidFill>
                <a:latin typeface="Georgia" panose="02040502050405020303" pitchFamily="18" charset="0"/>
                <a:ea typeface="+mn-ea"/>
                <a:cs typeface="Arial" panose="020B0604020202020204" pitchFamily="34" charset="0"/>
              </a:rPr>
              <a:t> Kasih</a:t>
            </a:r>
          </a:p>
        </p:txBody>
      </p:sp>
      <p:sp>
        <p:nvSpPr>
          <p:cNvPr id="2" name="TextBox 1">
            <a:extLst>
              <a:ext uri="{FF2B5EF4-FFF2-40B4-BE49-F238E27FC236}">
                <a16:creationId xmlns:a16="http://schemas.microsoft.com/office/drawing/2014/main" id="{A4BB1359-54D6-80BD-1316-C1A471D67514}"/>
              </a:ext>
            </a:extLst>
          </p:cNvPr>
          <p:cNvSpPr txBox="1"/>
          <p:nvPr/>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pic>
        <p:nvPicPr>
          <p:cNvPr id="4" name="Picture 3" descr="A white light on a black background&#10;&#10;AI-generated content may be incorrect.">
            <a:extLst>
              <a:ext uri="{FF2B5EF4-FFF2-40B4-BE49-F238E27FC236}">
                <a16:creationId xmlns:a16="http://schemas.microsoft.com/office/drawing/2014/main" id="{EE9338D9-4821-7016-D70A-9DA4FDE7E5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63756" y="5758651"/>
            <a:ext cx="1264485" cy="711273"/>
          </a:xfrm>
          <a:prstGeom prst="rect">
            <a:avLst/>
          </a:prstGeom>
        </p:spPr>
      </p:pic>
    </p:spTree>
    <p:extLst>
      <p:ext uri="{BB962C8B-B14F-4D97-AF65-F5344CB8AC3E}">
        <p14:creationId xmlns:p14="http://schemas.microsoft.com/office/powerpoint/2010/main" val="421424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VER 2" preserve="1" userDrawn="1">
  <p:cSld name="COVER 2">
    <p:spTree>
      <p:nvGrpSpPr>
        <p:cNvPr id="1" name="Shape 308"/>
        <p:cNvGrpSpPr/>
        <p:nvPr/>
      </p:nvGrpSpPr>
      <p:grpSpPr>
        <a:xfrm>
          <a:off x="0" y="0"/>
          <a:ext cx="0" cy="0"/>
          <a:chOff x="0" y="0"/>
          <a:chExt cx="0" cy="0"/>
        </a:xfrm>
      </p:grpSpPr>
      <p:grpSp>
        <p:nvGrpSpPr>
          <p:cNvPr id="347" name="Google Shape;347;p44"/>
          <p:cNvGrpSpPr/>
          <p:nvPr/>
        </p:nvGrpSpPr>
        <p:grpSpPr>
          <a:xfrm>
            <a:off x="4845269" y="2890358"/>
            <a:ext cx="7346731" cy="1073656"/>
            <a:chOff x="7116763" y="3237861"/>
            <a:chExt cx="5075236" cy="1073656"/>
          </a:xfrm>
        </p:grpSpPr>
        <p:sp>
          <p:nvSpPr>
            <p:cNvPr id="348" name="Google Shape;348;p44"/>
            <p:cNvSpPr/>
            <p:nvPr/>
          </p:nvSpPr>
          <p:spPr>
            <a:xfrm>
              <a:off x="7116763" y="3237861"/>
              <a:ext cx="4413174" cy="1073656"/>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9" name="Google Shape;349;p44"/>
            <p:cNvSpPr/>
            <p:nvPr/>
          </p:nvSpPr>
          <p:spPr>
            <a:xfrm>
              <a:off x="10652114" y="3237861"/>
              <a:ext cx="1539885" cy="107365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0" name="Google Shape;350;p44"/>
            <p:cNvSpPr/>
            <p:nvPr/>
          </p:nvSpPr>
          <p:spPr>
            <a:xfrm>
              <a:off x="9909494" y="3237861"/>
              <a:ext cx="790948" cy="107365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0CE4E3A8-ECA5-9351-C6DC-C473C84A03B0}"/>
              </a:ext>
            </a:extLst>
          </p:cNvPr>
          <p:cNvSpPr txBox="1"/>
          <p:nvPr/>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sp>
        <p:nvSpPr>
          <p:cNvPr id="5" name="TextBox 4">
            <a:extLst>
              <a:ext uri="{FF2B5EF4-FFF2-40B4-BE49-F238E27FC236}">
                <a16:creationId xmlns:a16="http://schemas.microsoft.com/office/drawing/2014/main" id="{B748487D-7CE0-8744-4D09-5219FC1219E4}"/>
              </a:ext>
            </a:extLst>
          </p:cNvPr>
          <p:cNvSpPr txBox="1"/>
          <p:nvPr/>
        </p:nvSpPr>
        <p:spPr>
          <a:xfrm>
            <a:off x="407432" y="4587319"/>
            <a:ext cx="5799607" cy="707886"/>
          </a:xfrm>
          <a:prstGeom prst="rect">
            <a:avLst/>
          </a:prstGeom>
          <a:noFill/>
        </p:spPr>
        <p:txBody>
          <a:bodyPr wrap="square" rtlCol="0">
            <a:spAutoFit/>
          </a:bodyPr>
          <a:lstStyle/>
          <a:p>
            <a:r>
              <a:rPr lang="en-US" sz="4000" b="1">
                <a:solidFill>
                  <a:schemeClr val="accent2"/>
                </a:solidFill>
                <a:latin typeface="Georgia" panose="02040502050405020303" pitchFamily="18" charset="0"/>
              </a:rPr>
              <a:t>Thank you</a:t>
            </a:r>
          </a:p>
        </p:txBody>
      </p:sp>
      <p:pic>
        <p:nvPicPr>
          <p:cNvPr id="3" name="Picture 2" descr="A white light on a black background&#10;&#10;AI-generated content may be incorrect.">
            <a:extLst>
              <a:ext uri="{FF2B5EF4-FFF2-40B4-BE49-F238E27FC236}">
                <a16:creationId xmlns:a16="http://schemas.microsoft.com/office/drawing/2014/main" id="{7267E41C-F361-DD2E-8BAC-99136DEF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432" y="2318978"/>
            <a:ext cx="4112016" cy="2313010"/>
          </a:xfrm>
          <a:prstGeom prst="rect">
            <a:avLst/>
          </a:prstGeom>
        </p:spPr>
      </p:pic>
    </p:spTree>
    <p:extLst>
      <p:ext uri="{BB962C8B-B14F-4D97-AF65-F5344CB8AC3E}">
        <p14:creationId xmlns:p14="http://schemas.microsoft.com/office/powerpoint/2010/main" val="2003129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VER 1" userDrawn="1">
  <p:cSld name="1_COVER 1">
    <p:spTree>
      <p:nvGrpSpPr>
        <p:cNvPr id="1" name="Shape 13"/>
        <p:cNvGrpSpPr/>
        <p:nvPr/>
      </p:nvGrpSpPr>
      <p:grpSpPr>
        <a:xfrm>
          <a:off x="0" y="0"/>
          <a:ext cx="0" cy="0"/>
          <a:chOff x="0" y="0"/>
          <a:chExt cx="0" cy="0"/>
        </a:xfrm>
      </p:grpSpPr>
      <p:pic>
        <p:nvPicPr>
          <p:cNvPr id="15" name="Google Shape;15;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2326812"/>
            <a:ext cx="12192000" cy="1803400"/>
          </a:xfrm>
          <a:prstGeom prst="rect">
            <a:avLst/>
          </a:prstGeom>
          <a:noFill/>
          <a:ln>
            <a:noFill/>
          </a:ln>
        </p:spPr>
      </p:pic>
      <p:sp>
        <p:nvSpPr>
          <p:cNvPr id="2" name="Title 1">
            <a:extLst>
              <a:ext uri="{FF2B5EF4-FFF2-40B4-BE49-F238E27FC236}">
                <a16:creationId xmlns:a16="http://schemas.microsoft.com/office/drawing/2014/main" id="{0E7663B8-DFE5-EF76-11E4-EC4E502FD12B}"/>
              </a:ext>
            </a:extLst>
          </p:cNvPr>
          <p:cNvSpPr>
            <a:spLocks noGrp="1"/>
          </p:cNvSpPr>
          <p:nvPr>
            <p:ph type="ctrTitle"/>
          </p:nvPr>
        </p:nvSpPr>
        <p:spPr>
          <a:xfrm>
            <a:off x="572379" y="4166921"/>
            <a:ext cx="8887659" cy="489193"/>
          </a:xfrm>
          <a:prstGeom prst="rect">
            <a:avLst/>
          </a:prstGeom>
        </p:spPr>
        <p:txBody>
          <a:bodyPr/>
          <a:lstStyle>
            <a:lvl1pPr>
              <a:defRPr sz="3200" b="1">
                <a:solidFill>
                  <a:schemeClr val="accent2"/>
                </a:solidFill>
                <a:latin typeface="Georgia" panose="02040502050405020303"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359F0DED-517C-B59A-0504-74E84E2CDD1C}"/>
              </a:ext>
            </a:extLst>
          </p:cNvPr>
          <p:cNvSpPr>
            <a:spLocks noGrp="1"/>
          </p:cNvSpPr>
          <p:nvPr>
            <p:ph type="subTitle" idx="1"/>
          </p:nvPr>
        </p:nvSpPr>
        <p:spPr>
          <a:xfrm>
            <a:off x="572379" y="4841027"/>
            <a:ext cx="8887659" cy="349007"/>
          </a:xfrm>
          <a:prstGeom prst="rect">
            <a:avLst/>
          </a:prstGeom>
        </p:spPr>
        <p:txBody>
          <a:bodyPr/>
          <a:lstStyle>
            <a:lvl1pPr>
              <a:defRPr sz="1600" b="1">
                <a:solidFill>
                  <a:schemeClr val="tx1"/>
                </a:solidFill>
                <a:latin typeface="Helvetica" pitchFamily="2" charset="0"/>
              </a:defRPr>
            </a:lvl1pPr>
          </a:lstStyle>
          <a:p>
            <a:r>
              <a:rPr lang="en-US"/>
              <a:t>Click to edit Master subtitle style</a:t>
            </a:r>
          </a:p>
        </p:txBody>
      </p:sp>
      <p:sp>
        <p:nvSpPr>
          <p:cNvPr id="9" name="TextBox 8">
            <a:extLst>
              <a:ext uri="{FF2B5EF4-FFF2-40B4-BE49-F238E27FC236}">
                <a16:creationId xmlns:a16="http://schemas.microsoft.com/office/drawing/2014/main" id="{6D1A6511-E6AA-9096-0D6B-CCC5B08BC836}"/>
              </a:ext>
            </a:extLst>
          </p:cNvPr>
          <p:cNvSpPr txBox="1"/>
          <p:nvPr/>
        </p:nvSpPr>
        <p:spPr>
          <a:xfrm>
            <a:off x="1" y="653326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pic>
        <p:nvPicPr>
          <p:cNvPr id="4" name="Picture 3" descr="A white light on a black background&#10;&#10;AI-generated content may be incorrect.">
            <a:extLst>
              <a:ext uri="{FF2B5EF4-FFF2-40B4-BE49-F238E27FC236}">
                <a16:creationId xmlns:a16="http://schemas.microsoft.com/office/drawing/2014/main" id="{B2EB5EB9-8E62-1AC1-63A6-B486A6A96FA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72379" y="5270994"/>
            <a:ext cx="2123660" cy="1194559"/>
          </a:xfrm>
          <a:prstGeom prst="rect">
            <a:avLst/>
          </a:prstGeom>
        </p:spPr>
      </p:pic>
    </p:spTree>
    <p:extLst>
      <p:ext uri="{BB962C8B-B14F-4D97-AF65-F5344CB8AC3E}">
        <p14:creationId xmlns:p14="http://schemas.microsoft.com/office/powerpoint/2010/main" val="4139560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GE Layout 5" userDrawn="1">
  <p:cSld name="1_PAGE Layout 5">
    <p:spTree>
      <p:nvGrpSpPr>
        <p:cNvPr id="1" name="Shape 89"/>
        <p:cNvGrpSpPr/>
        <p:nvPr/>
      </p:nvGrpSpPr>
      <p:grpSpPr>
        <a:xfrm>
          <a:off x="0" y="0"/>
          <a:ext cx="0" cy="0"/>
          <a:chOff x="0" y="0"/>
          <a:chExt cx="0" cy="0"/>
        </a:xfrm>
      </p:grpSpPr>
      <p:sp>
        <p:nvSpPr>
          <p:cNvPr id="5" name="TextBox 4">
            <a:extLst>
              <a:ext uri="{FF2B5EF4-FFF2-40B4-BE49-F238E27FC236}">
                <a16:creationId xmlns:a16="http://schemas.microsoft.com/office/drawing/2014/main" id="{591E7907-4380-5317-6985-32C44095EB46}"/>
              </a:ext>
            </a:extLst>
          </p:cNvPr>
          <p:cNvSpPr txBox="1"/>
          <p:nvPr/>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7" name="Google Shape;96;p30">
            <a:extLst>
              <a:ext uri="{FF2B5EF4-FFF2-40B4-BE49-F238E27FC236}">
                <a16:creationId xmlns:a16="http://schemas.microsoft.com/office/drawing/2014/main" id="{55CE7A71-24D3-F9CD-E0B4-F10C9042B328}"/>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5" y="-17400"/>
            <a:ext cx="2746375" cy="121524"/>
          </a:xfrm>
          <a:prstGeom prst="rect">
            <a:avLst/>
          </a:prstGeom>
          <a:noFill/>
          <a:ln>
            <a:noFill/>
          </a:ln>
        </p:spPr>
      </p:pic>
      <p:sp>
        <p:nvSpPr>
          <p:cNvPr id="3" name="Google Shape;92;p29">
            <a:extLst>
              <a:ext uri="{FF2B5EF4-FFF2-40B4-BE49-F238E27FC236}">
                <a16:creationId xmlns:a16="http://schemas.microsoft.com/office/drawing/2014/main" id="{FEEF2247-3F0E-9004-1DA1-470C120DB0E4}"/>
              </a:ext>
            </a:extLst>
          </p:cNvPr>
          <p:cNvSpPr txBox="1">
            <a:spLocks noGrp="1"/>
          </p:cNvSpPr>
          <p:nvPr>
            <p:ph type="body" idx="1"/>
          </p:nvPr>
        </p:nvSpPr>
        <p:spPr>
          <a:xfrm>
            <a:off x="210206" y="693873"/>
            <a:ext cx="11771588"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Google Shape;93;p29">
            <a:extLst>
              <a:ext uri="{FF2B5EF4-FFF2-40B4-BE49-F238E27FC236}">
                <a16:creationId xmlns:a16="http://schemas.microsoft.com/office/drawing/2014/main" id="{551F2503-C0F2-92EF-CE55-FD96596A13FC}"/>
              </a:ext>
            </a:extLst>
          </p:cNvPr>
          <p:cNvSpPr txBox="1">
            <a:spLocks noGrp="1"/>
          </p:cNvSpPr>
          <p:nvPr>
            <p:ph type="body" idx="2"/>
          </p:nvPr>
        </p:nvSpPr>
        <p:spPr>
          <a:xfrm>
            <a:off x="210205" y="1281224"/>
            <a:ext cx="11771588"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pic>
        <p:nvPicPr>
          <p:cNvPr id="11" name="Picture 10" descr="A white light on a black background&#10;&#10;AI-generated content may be incorrect.">
            <a:extLst>
              <a:ext uri="{FF2B5EF4-FFF2-40B4-BE49-F238E27FC236}">
                <a16:creationId xmlns:a16="http://schemas.microsoft.com/office/drawing/2014/main" id="{4C237A56-6DD9-75AF-208A-CBC34B08CD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10206" y="-17400"/>
            <a:ext cx="1264485" cy="711273"/>
          </a:xfrm>
          <a:prstGeom prst="rect">
            <a:avLst/>
          </a:prstGeom>
        </p:spPr>
      </p:pic>
    </p:spTree>
    <p:extLst>
      <p:ext uri="{BB962C8B-B14F-4D97-AF65-F5344CB8AC3E}">
        <p14:creationId xmlns:p14="http://schemas.microsoft.com/office/powerpoint/2010/main" val="603769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PAGE Layout 10">
    <p:spTree>
      <p:nvGrpSpPr>
        <p:cNvPr id="1" name=""/>
        <p:cNvGrpSpPr/>
        <p:nvPr/>
      </p:nvGrpSpPr>
      <p:grpSpPr>
        <a:xfrm>
          <a:off x="0" y="0"/>
          <a:ext cx="0" cy="0"/>
          <a:chOff x="0" y="0"/>
          <a:chExt cx="0" cy="0"/>
        </a:xfrm>
      </p:grpSpPr>
      <p:pic>
        <p:nvPicPr>
          <p:cNvPr id="10" name="Google Shape;96;p30">
            <a:extLst>
              <a:ext uri="{FF2B5EF4-FFF2-40B4-BE49-F238E27FC236}">
                <a16:creationId xmlns:a16="http://schemas.microsoft.com/office/drawing/2014/main" id="{45F79EBE-10F6-699C-25F2-1FAF95E0297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4" y="0"/>
            <a:ext cx="2746375" cy="94593"/>
          </a:xfrm>
          <a:prstGeom prst="rect">
            <a:avLst/>
          </a:prstGeom>
          <a:noFill/>
          <a:ln>
            <a:noFill/>
          </a:ln>
        </p:spPr>
      </p:pic>
      <p:sp>
        <p:nvSpPr>
          <p:cNvPr id="4" name="Google Shape;92;p29">
            <a:extLst>
              <a:ext uri="{FF2B5EF4-FFF2-40B4-BE49-F238E27FC236}">
                <a16:creationId xmlns:a16="http://schemas.microsoft.com/office/drawing/2014/main" id="{10F1F799-AD93-04C6-0271-78E23026E057}"/>
              </a:ext>
            </a:extLst>
          </p:cNvPr>
          <p:cNvSpPr txBox="1">
            <a:spLocks noGrp="1"/>
          </p:cNvSpPr>
          <p:nvPr>
            <p:ph type="body" idx="1"/>
          </p:nvPr>
        </p:nvSpPr>
        <p:spPr>
          <a:xfrm>
            <a:off x="893380" y="350819"/>
            <a:ext cx="10962824"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8" name="Google Shape;93;p29">
            <a:extLst>
              <a:ext uri="{FF2B5EF4-FFF2-40B4-BE49-F238E27FC236}">
                <a16:creationId xmlns:a16="http://schemas.microsoft.com/office/drawing/2014/main" id="{ADEAC5DC-B772-5A07-9982-5D83A7D4267F}"/>
              </a:ext>
            </a:extLst>
          </p:cNvPr>
          <p:cNvSpPr txBox="1">
            <a:spLocks noGrp="1"/>
          </p:cNvSpPr>
          <p:nvPr>
            <p:ph type="body" idx="2"/>
          </p:nvPr>
        </p:nvSpPr>
        <p:spPr>
          <a:xfrm>
            <a:off x="893380" y="1002457"/>
            <a:ext cx="10962824"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2" name="TextBox 1">
            <a:extLst>
              <a:ext uri="{FF2B5EF4-FFF2-40B4-BE49-F238E27FC236}">
                <a16:creationId xmlns:a16="http://schemas.microsoft.com/office/drawing/2014/main" id="{D6632030-C76E-6586-5CDC-CFF796C1CE6E}"/>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9" name="Picture 8" descr="A white light on a black background&#10;&#10;AI-generated content may be incorrect.">
            <a:extLst>
              <a:ext uri="{FF2B5EF4-FFF2-40B4-BE49-F238E27FC236}">
                <a16:creationId xmlns:a16="http://schemas.microsoft.com/office/drawing/2014/main" id="{2BFD17EB-6BBB-5BB2-6466-0553DAA8811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8556" y="0"/>
            <a:ext cx="667677" cy="1336039"/>
          </a:xfrm>
          <a:prstGeom prst="rect">
            <a:avLst/>
          </a:prstGeom>
        </p:spPr>
      </p:pic>
    </p:spTree>
    <p:extLst>
      <p:ext uri="{BB962C8B-B14F-4D97-AF65-F5344CB8AC3E}">
        <p14:creationId xmlns:p14="http://schemas.microsoft.com/office/powerpoint/2010/main" val="217992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AGE Layout 5" preserve="1" userDrawn="1">
  <p:cSld name="1_PAGE Layout 5">
    <p:spTree>
      <p:nvGrpSpPr>
        <p:cNvPr id="1" name="Shape 89"/>
        <p:cNvGrpSpPr/>
        <p:nvPr/>
      </p:nvGrpSpPr>
      <p:grpSpPr>
        <a:xfrm>
          <a:off x="0" y="0"/>
          <a:ext cx="0" cy="0"/>
          <a:chOff x="0" y="0"/>
          <a:chExt cx="0" cy="0"/>
        </a:xfrm>
      </p:grpSpPr>
      <p:pic>
        <p:nvPicPr>
          <p:cNvPr id="91" name="Google Shape;91;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5" y="6803755"/>
            <a:ext cx="2746375" cy="116237"/>
          </a:xfrm>
          <a:prstGeom prst="rect">
            <a:avLst/>
          </a:prstGeom>
          <a:noFill/>
          <a:ln>
            <a:noFill/>
          </a:ln>
        </p:spPr>
      </p:pic>
      <p:sp>
        <p:nvSpPr>
          <p:cNvPr id="2" name="Google Shape;92;p29">
            <a:extLst>
              <a:ext uri="{FF2B5EF4-FFF2-40B4-BE49-F238E27FC236}">
                <a16:creationId xmlns:a16="http://schemas.microsoft.com/office/drawing/2014/main" id="{4F72B958-B1B9-0CE1-B74C-2488778DB7F7}"/>
              </a:ext>
            </a:extLst>
          </p:cNvPr>
          <p:cNvSpPr txBox="1">
            <a:spLocks noGrp="1"/>
          </p:cNvSpPr>
          <p:nvPr>
            <p:ph type="body" idx="1"/>
          </p:nvPr>
        </p:nvSpPr>
        <p:spPr>
          <a:xfrm>
            <a:off x="314918" y="153178"/>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8" name="Google Shape;93;p29">
            <a:extLst>
              <a:ext uri="{FF2B5EF4-FFF2-40B4-BE49-F238E27FC236}">
                <a16:creationId xmlns:a16="http://schemas.microsoft.com/office/drawing/2014/main" id="{E23974F2-D18C-F5DE-F7D3-910822D60672}"/>
              </a:ext>
            </a:extLst>
          </p:cNvPr>
          <p:cNvSpPr txBox="1">
            <a:spLocks noGrp="1"/>
          </p:cNvSpPr>
          <p:nvPr>
            <p:ph type="body" idx="2"/>
          </p:nvPr>
        </p:nvSpPr>
        <p:spPr>
          <a:xfrm>
            <a:off x="314917" y="740529"/>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TextBox 5">
            <a:extLst>
              <a:ext uri="{FF2B5EF4-FFF2-40B4-BE49-F238E27FC236}">
                <a16:creationId xmlns:a16="http://schemas.microsoft.com/office/drawing/2014/main" id="{A938C5E7-80AF-C719-BB14-A2536131D0F3}"/>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7" name="Picture 6" descr="A white light on a black background&#10;&#10;AI-generated content may be incorrect.">
            <a:extLst>
              <a:ext uri="{FF2B5EF4-FFF2-40B4-BE49-F238E27FC236}">
                <a16:creationId xmlns:a16="http://schemas.microsoft.com/office/drawing/2014/main" id="{98A45FD5-A71D-3F1B-F215-C58C9CC408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47962" y="6365657"/>
            <a:ext cx="1044181" cy="587352"/>
          </a:xfrm>
          <a:prstGeom prst="rect">
            <a:avLst/>
          </a:prstGeom>
        </p:spPr>
      </p:pic>
    </p:spTree>
    <p:extLst>
      <p:ext uri="{BB962C8B-B14F-4D97-AF65-F5344CB8AC3E}">
        <p14:creationId xmlns:p14="http://schemas.microsoft.com/office/powerpoint/2010/main" val="3238953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PAGE Layout 4" preserve="1" userDrawn="1">
  <p:cSld name="2_PAGE Layout 4">
    <p:spTree>
      <p:nvGrpSpPr>
        <p:cNvPr id="1" name="Shape 271"/>
        <p:cNvGrpSpPr/>
        <p:nvPr/>
      </p:nvGrpSpPr>
      <p:grpSpPr>
        <a:xfrm>
          <a:off x="0" y="0"/>
          <a:ext cx="0" cy="0"/>
          <a:chOff x="0" y="0"/>
          <a:chExt cx="0" cy="0"/>
        </a:xfrm>
      </p:grpSpPr>
      <p:grpSp>
        <p:nvGrpSpPr>
          <p:cNvPr id="297" name="Google Shape;297;p43"/>
          <p:cNvGrpSpPr/>
          <p:nvPr/>
        </p:nvGrpSpPr>
        <p:grpSpPr>
          <a:xfrm>
            <a:off x="7887574" y="12081"/>
            <a:ext cx="4304426" cy="191386"/>
            <a:chOff x="7852253" y="320219"/>
            <a:chExt cx="4339747" cy="340098"/>
          </a:xfrm>
        </p:grpSpPr>
        <p:sp>
          <p:nvSpPr>
            <p:cNvPr id="298" name="Google Shape;298;p43"/>
            <p:cNvSpPr/>
            <p:nvPr/>
          </p:nvSpPr>
          <p:spPr>
            <a:xfrm>
              <a:off x="8619733" y="320219"/>
              <a:ext cx="890878" cy="340098"/>
            </a:xfrm>
            <a:custGeom>
              <a:avLst/>
              <a:gdLst/>
              <a:ahLst/>
              <a:cxnLst/>
              <a:rect l="l" t="t" r="r" b="b"/>
              <a:pathLst>
                <a:path w="890878" h="340098" extrusionOk="0">
                  <a:moveTo>
                    <a:pt x="0" y="0"/>
                  </a:moveTo>
                  <a:lnTo>
                    <a:pt x="890879" y="0"/>
                  </a:lnTo>
                  <a:lnTo>
                    <a:pt x="890879" y="340099"/>
                  </a:lnTo>
                  <a:lnTo>
                    <a:pt x="0" y="340099"/>
                  </a:lnTo>
                  <a:lnTo>
                    <a:pt x="0" y="0"/>
                  </a:lnTo>
                  <a:lnTo>
                    <a:pt x="0" y="0"/>
                  </a:lnTo>
                  <a:close/>
                </a:path>
              </a:pathLst>
            </a:custGeom>
            <a:solidFill>
              <a:srgbClr val="F9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9" name="Google Shape;299;p43"/>
            <p:cNvSpPr/>
            <p:nvPr/>
          </p:nvSpPr>
          <p:spPr>
            <a:xfrm>
              <a:off x="9510612" y="320219"/>
              <a:ext cx="2681388" cy="340098"/>
            </a:xfrm>
            <a:custGeom>
              <a:avLst/>
              <a:gdLst/>
              <a:ahLst/>
              <a:cxnLst/>
              <a:rect l="l" t="t" r="r" b="b"/>
              <a:pathLst>
                <a:path w="1088015" h="340098" extrusionOk="0">
                  <a:moveTo>
                    <a:pt x="0" y="0"/>
                  </a:moveTo>
                  <a:lnTo>
                    <a:pt x="1088016" y="0"/>
                  </a:lnTo>
                  <a:lnTo>
                    <a:pt x="1088016" y="340099"/>
                  </a:lnTo>
                  <a:lnTo>
                    <a:pt x="0" y="340099"/>
                  </a:lnTo>
                  <a:lnTo>
                    <a:pt x="0" y="0"/>
                  </a:lnTo>
                  <a:lnTo>
                    <a:pt x="0" y="0"/>
                  </a:lnTo>
                  <a:close/>
                </a:path>
              </a:pathLst>
            </a:custGeom>
            <a:solidFill>
              <a:srgbClr val="C01E1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0" name="Google Shape;300;p43"/>
            <p:cNvSpPr/>
            <p:nvPr/>
          </p:nvSpPr>
          <p:spPr>
            <a:xfrm>
              <a:off x="7852253" y="320219"/>
              <a:ext cx="767480" cy="340098"/>
            </a:xfrm>
            <a:custGeom>
              <a:avLst/>
              <a:gdLst/>
              <a:ahLst/>
              <a:cxnLst/>
              <a:rect l="l" t="t" r="r" b="b"/>
              <a:pathLst>
                <a:path w="767480" h="340098" extrusionOk="0">
                  <a:moveTo>
                    <a:pt x="0" y="0"/>
                  </a:moveTo>
                  <a:lnTo>
                    <a:pt x="767480" y="0"/>
                  </a:lnTo>
                  <a:lnTo>
                    <a:pt x="767480" y="340099"/>
                  </a:lnTo>
                  <a:lnTo>
                    <a:pt x="0" y="340099"/>
                  </a:lnTo>
                  <a:lnTo>
                    <a:pt x="0" y="0"/>
                  </a:lnTo>
                  <a:lnTo>
                    <a:pt x="0" y="0"/>
                  </a:lnTo>
                  <a:close/>
                </a:path>
              </a:pathLst>
            </a:custGeom>
            <a:solidFill>
              <a:srgbClr val="6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01" name="Google Shape;301;p43"/>
          <p:cNvGrpSpPr/>
          <p:nvPr/>
        </p:nvGrpSpPr>
        <p:grpSpPr>
          <a:xfrm>
            <a:off x="314916" y="6324974"/>
            <a:ext cx="389277" cy="409915"/>
            <a:chOff x="707323" y="427053"/>
            <a:chExt cx="393490" cy="414351"/>
          </a:xfrm>
        </p:grpSpPr>
        <p:sp>
          <p:nvSpPr>
            <p:cNvPr id="302" name="Google Shape;302;p43"/>
            <p:cNvSpPr/>
            <p:nvPr/>
          </p:nvSpPr>
          <p:spPr>
            <a:xfrm>
              <a:off x="790450" y="492894"/>
              <a:ext cx="190763" cy="268419"/>
            </a:xfrm>
            <a:custGeom>
              <a:avLst/>
              <a:gdLst/>
              <a:ahLst/>
              <a:cxnLst/>
              <a:rect l="l" t="t" r="r" b="b"/>
              <a:pathLst>
                <a:path w="190763" h="268419" extrusionOk="0">
                  <a:moveTo>
                    <a:pt x="0" y="0"/>
                  </a:moveTo>
                  <a:lnTo>
                    <a:pt x="190763" y="0"/>
                  </a:lnTo>
                  <a:lnTo>
                    <a:pt x="190763" y="268419"/>
                  </a:lnTo>
                  <a:lnTo>
                    <a:pt x="0" y="26841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3" name="Google Shape;303;p43"/>
            <p:cNvSpPr/>
            <p:nvPr/>
          </p:nvSpPr>
          <p:spPr>
            <a:xfrm>
              <a:off x="707323" y="427053"/>
              <a:ext cx="393490" cy="414351"/>
            </a:xfrm>
            <a:custGeom>
              <a:avLst/>
              <a:gdLst/>
              <a:ahLst/>
              <a:cxnLst/>
              <a:rect l="l" t="t" r="r" b="b"/>
              <a:pathLst>
                <a:path w="393490" h="414351" extrusionOk="0">
                  <a:moveTo>
                    <a:pt x="0" y="414352"/>
                  </a:moveTo>
                  <a:lnTo>
                    <a:pt x="0" y="0"/>
                  </a:lnTo>
                  <a:lnTo>
                    <a:pt x="191240" y="0"/>
                  </a:lnTo>
                  <a:cubicBezTo>
                    <a:pt x="251894" y="0"/>
                    <a:pt x="300768" y="18455"/>
                    <a:pt x="337862" y="55344"/>
                  </a:cubicBezTo>
                  <a:cubicBezTo>
                    <a:pt x="374950" y="92246"/>
                    <a:pt x="393491" y="143142"/>
                    <a:pt x="393491" y="208044"/>
                  </a:cubicBezTo>
                  <a:cubicBezTo>
                    <a:pt x="393491" y="273729"/>
                    <a:pt x="375136" y="324525"/>
                    <a:pt x="338439" y="360460"/>
                  </a:cubicBezTo>
                  <a:cubicBezTo>
                    <a:pt x="301729" y="396388"/>
                    <a:pt x="250932" y="414352"/>
                    <a:pt x="186023" y="414352"/>
                  </a:cubicBezTo>
                  <a:lnTo>
                    <a:pt x="0" y="414352"/>
                  </a:lnTo>
                  <a:close/>
                  <a:moveTo>
                    <a:pt x="121121" y="314098"/>
                  </a:moveTo>
                  <a:lnTo>
                    <a:pt x="176173" y="314098"/>
                  </a:lnTo>
                  <a:cubicBezTo>
                    <a:pt x="204763" y="314098"/>
                    <a:pt x="227652" y="304924"/>
                    <a:pt x="244847" y="286569"/>
                  </a:cubicBezTo>
                  <a:cubicBezTo>
                    <a:pt x="262036" y="268227"/>
                    <a:pt x="270633" y="242050"/>
                    <a:pt x="270633" y="208044"/>
                  </a:cubicBezTo>
                  <a:cubicBezTo>
                    <a:pt x="270633" y="174039"/>
                    <a:pt x="262235" y="147590"/>
                    <a:pt x="245424" y="128651"/>
                  </a:cubicBezTo>
                  <a:cubicBezTo>
                    <a:pt x="228620" y="109726"/>
                    <a:pt x="205532" y="100260"/>
                    <a:pt x="176173" y="100260"/>
                  </a:cubicBezTo>
                  <a:lnTo>
                    <a:pt x="121121" y="100260"/>
                  </a:lnTo>
                  <a:lnTo>
                    <a:pt x="121121" y="31409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4" name="Google Shape;304;p43"/>
            <p:cNvSpPr/>
            <p:nvPr/>
          </p:nvSpPr>
          <p:spPr>
            <a:xfrm>
              <a:off x="735661" y="541505"/>
              <a:ext cx="299945" cy="123045"/>
            </a:xfrm>
            <a:custGeom>
              <a:avLst/>
              <a:gdLst/>
              <a:ahLst/>
              <a:cxnLst/>
              <a:rect l="l" t="t" r="r" b="b"/>
              <a:pathLst>
                <a:path w="299945" h="123045" extrusionOk="0">
                  <a:moveTo>
                    <a:pt x="299946" y="53045"/>
                  </a:moveTo>
                  <a:cubicBezTo>
                    <a:pt x="235381" y="46894"/>
                    <a:pt x="163466" y="55134"/>
                    <a:pt x="109435" y="93362"/>
                  </a:cubicBezTo>
                  <a:cubicBezTo>
                    <a:pt x="99365" y="100488"/>
                    <a:pt x="84510" y="111200"/>
                    <a:pt x="80805" y="123045"/>
                  </a:cubicBezTo>
                  <a:lnTo>
                    <a:pt x="0" y="48889"/>
                  </a:lnTo>
                  <a:cubicBezTo>
                    <a:pt x="27" y="46006"/>
                    <a:pt x="44665" y="28526"/>
                    <a:pt x="50770" y="26358"/>
                  </a:cubicBezTo>
                  <a:cubicBezTo>
                    <a:pt x="109236" y="5623"/>
                    <a:pt x="205638" y="-14124"/>
                    <a:pt x="263361" y="13816"/>
                  </a:cubicBezTo>
                  <a:cubicBezTo>
                    <a:pt x="278952" y="21367"/>
                    <a:pt x="295465" y="35983"/>
                    <a:pt x="299946" y="53045"/>
                  </a:cubicBezTo>
                </a:path>
              </a:pathLst>
            </a:custGeom>
            <a:solidFill>
              <a:srgbClr val="D51A2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5" name="Google Shape;305;p43"/>
            <p:cNvSpPr/>
            <p:nvPr/>
          </p:nvSpPr>
          <p:spPr>
            <a:xfrm>
              <a:off x="825378" y="601733"/>
              <a:ext cx="241857" cy="134608"/>
            </a:xfrm>
            <a:custGeom>
              <a:avLst/>
              <a:gdLst/>
              <a:ahLst/>
              <a:cxnLst/>
              <a:rect l="l" t="t" r="r" b="b"/>
              <a:pathLst>
                <a:path w="241857" h="134608" extrusionOk="0">
                  <a:moveTo>
                    <a:pt x="233101" y="13218"/>
                  </a:moveTo>
                  <a:cubicBezTo>
                    <a:pt x="244244" y="24825"/>
                    <a:pt x="244801" y="44725"/>
                    <a:pt x="234493" y="57074"/>
                  </a:cubicBezTo>
                  <a:cubicBezTo>
                    <a:pt x="220745" y="34079"/>
                    <a:pt x="188443" y="42100"/>
                    <a:pt x="166959" y="48848"/>
                  </a:cubicBezTo>
                  <a:cubicBezTo>
                    <a:pt x="125841" y="61761"/>
                    <a:pt x="93141" y="93089"/>
                    <a:pt x="80540" y="134492"/>
                  </a:cubicBezTo>
                  <a:cubicBezTo>
                    <a:pt x="78631" y="136222"/>
                    <a:pt x="57346" y="118205"/>
                    <a:pt x="54184" y="115580"/>
                  </a:cubicBezTo>
                  <a:cubicBezTo>
                    <a:pt x="47416" y="109965"/>
                    <a:pt x="636" y="69556"/>
                    <a:pt x="0" y="65937"/>
                  </a:cubicBezTo>
                  <a:cubicBezTo>
                    <a:pt x="33674" y="25747"/>
                    <a:pt x="95865" y="4594"/>
                    <a:pt x="147252" y="1147"/>
                  </a:cubicBezTo>
                  <a:cubicBezTo>
                    <a:pt x="169273" y="-331"/>
                    <a:pt x="217464" y="-3069"/>
                    <a:pt x="233101" y="13218"/>
                  </a:cubicBezTo>
                </a:path>
              </a:pathLst>
            </a:custGeom>
            <a:solidFill>
              <a:srgbClr val="FEF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 name="Google Shape;92;p29">
            <a:extLst>
              <a:ext uri="{FF2B5EF4-FFF2-40B4-BE49-F238E27FC236}">
                <a16:creationId xmlns:a16="http://schemas.microsoft.com/office/drawing/2014/main" id="{C070F526-6703-939A-1CC4-7316638B3E13}"/>
              </a:ext>
            </a:extLst>
          </p:cNvPr>
          <p:cNvSpPr txBox="1">
            <a:spLocks noGrp="1"/>
          </p:cNvSpPr>
          <p:nvPr>
            <p:ph type="body" idx="1"/>
          </p:nvPr>
        </p:nvSpPr>
        <p:spPr>
          <a:xfrm>
            <a:off x="314917" y="301905"/>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5" name="Google Shape;93;p29">
            <a:extLst>
              <a:ext uri="{FF2B5EF4-FFF2-40B4-BE49-F238E27FC236}">
                <a16:creationId xmlns:a16="http://schemas.microsoft.com/office/drawing/2014/main" id="{DA14E0FD-8782-E93A-EBA5-7AAAD0AE98B8}"/>
              </a:ext>
            </a:extLst>
          </p:cNvPr>
          <p:cNvSpPr txBox="1">
            <a:spLocks noGrp="1"/>
          </p:cNvSpPr>
          <p:nvPr>
            <p:ph type="body" idx="2"/>
          </p:nvPr>
        </p:nvSpPr>
        <p:spPr>
          <a:xfrm>
            <a:off x="314916" y="889256"/>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TextBox 5">
            <a:extLst>
              <a:ext uri="{FF2B5EF4-FFF2-40B4-BE49-F238E27FC236}">
                <a16:creationId xmlns:a16="http://schemas.microsoft.com/office/drawing/2014/main" id="{A250E183-98F8-9F3B-FB5B-E95A6EDCF769}"/>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spTree>
    <p:extLst>
      <p:ext uri="{BB962C8B-B14F-4D97-AF65-F5344CB8AC3E}">
        <p14:creationId xmlns:p14="http://schemas.microsoft.com/office/powerpoint/2010/main" val="286500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PAGE Layout 9">
    <p:spTree>
      <p:nvGrpSpPr>
        <p:cNvPr id="1" name=""/>
        <p:cNvGrpSpPr/>
        <p:nvPr/>
      </p:nvGrpSpPr>
      <p:grpSpPr>
        <a:xfrm>
          <a:off x="0" y="0"/>
          <a:ext cx="0" cy="0"/>
          <a:chOff x="0" y="0"/>
          <a:chExt cx="0" cy="0"/>
        </a:xfrm>
      </p:grpSpPr>
      <p:pic>
        <p:nvPicPr>
          <p:cNvPr id="10" name="Google Shape;96;p30">
            <a:extLst>
              <a:ext uri="{FF2B5EF4-FFF2-40B4-BE49-F238E27FC236}">
                <a16:creationId xmlns:a16="http://schemas.microsoft.com/office/drawing/2014/main" id="{9D27F202-641E-C7DD-5082-17691DC98EF2}"/>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4" y="0"/>
            <a:ext cx="2746375" cy="263471"/>
          </a:xfrm>
          <a:prstGeom prst="rect">
            <a:avLst/>
          </a:prstGeom>
          <a:noFill/>
          <a:ln>
            <a:noFill/>
          </a:ln>
        </p:spPr>
      </p:pic>
      <p:sp>
        <p:nvSpPr>
          <p:cNvPr id="5" name="Google Shape;92;p29">
            <a:extLst>
              <a:ext uri="{FF2B5EF4-FFF2-40B4-BE49-F238E27FC236}">
                <a16:creationId xmlns:a16="http://schemas.microsoft.com/office/drawing/2014/main" id="{C59D4737-6104-728F-40A3-3C73D1F7BF9F}"/>
              </a:ext>
            </a:extLst>
          </p:cNvPr>
          <p:cNvSpPr txBox="1">
            <a:spLocks noGrp="1"/>
          </p:cNvSpPr>
          <p:nvPr>
            <p:ph type="body" idx="1"/>
          </p:nvPr>
        </p:nvSpPr>
        <p:spPr>
          <a:xfrm>
            <a:off x="294037" y="756152"/>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Google Shape;93;p29">
            <a:extLst>
              <a:ext uri="{FF2B5EF4-FFF2-40B4-BE49-F238E27FC236}">
                <a16:creationId xmlns:a16="http://schemas.microsoft.com/office/drawing/2014/main" id="{5FF1A26B-C363-8773-D27C-1364A6BCA438}"/>
              </a:ext>
            </a:extLst>
          </p:cNvPr>
          <p:cNvSpPr txBox="1">
            <a:spLocks noGrp="1"/>
          </p:cNvSpPr>
          <p:nvPr>
            <p:ph type="body" idx="2"/>
          </p:nvPr>
        </p:nvSpPr>
        <p:spPr>
          <a:xfrm>
            <a:off x="294036" y="1343503"/>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2" name="TextBox 1">
            <a:extLst>
              <a:ext uri="{FF2B5EF4-FFF2-40B4-BE49-F238E27FC236}">
                <a16:creationId xmlns:a16="http://schemas.microsoft.com/office/drawing/2014/main" id="{B5F0BE3C-E335-9B0C-33C9-64B5AAF1C271}"/>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7" name="Picture 6" descr="A white light on a black background&#10;&#10;AI-generated content may be incorrect.">
            <a:extLst>
              <a:ext uri="{FF2B5EF4-FFF2-40B4-BE49-F238E27FC236}">
                <a16:creationId xmlns:a16="http://schemas.microsoft.com/office/drawing/2014/main" id="{C6E073CA-DE62-19A7-B140-7CB60441DA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10206" y="-17400"/>
            <a:ext cx="1264485" cy="711273"/>
          </a:xfrm>
          <a:prstGeom prst="rect">
            <a:avLst/>
          </a:prstGeom>
        </p:spPr>
      </p:pic>
    </p:spTree>
    <p:extLst>
      <p:ext uri="{BB962C8B-B14F-4D97-AF65-F5344CB8AC3E}">
        <p14:creationId xmlns:p14="http://schemas.microsoft.com/office/powerpoint/2010/main" val="1679142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A6E7B5-83EF-CA0B-0871-8CBEC0552AC2}"/>
              </a:ext>
            </a:extLst>
          </p:cNvPr>
          <p:cNvSpPr/>
          <p:nvPr/>
        </p:nvSpPr>
        <p:spPr>
          <a:xfrm>
            <a:off x="0" y="1328928"/>
            <a:ext cx="4059936"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4B1AEAD-D964-23C7-1401-F94982FD968B}"/>
              </a:ext>
            </a:extLst>
          </p:cNvPr>
          <p:cNvSpPr/>
          <p:nvPr/>
        </p:nvSpPr>
        <p:spPr>
          <a:xfrm>
            <a:off x="4059936" y="743712"/>
            <a:ext cx="2036064" cy="585216"/>
          </a:xfrm>
          <a:prstGeom prst="rect">
            <a:avLst/>
          </a:prstGeom>
          <a:solidFill>
            <a:srgbClr val="5C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E8A340-8D7B-0FBF-544D-A4FE6CEBC7E0}"/>
              </a:ext>
            </a:extLst>
          </p:cNvPr>
          <p:cNvSpPr/>
          <p:nvPr/>
        </p:nvSpPr>
        <p:spPr>
          <a:xfrm>
            <a:off x="6096002" y="1328928"/>
            <a:ext cx="2377438"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5EFF4E-4B87-F38C-4CB3-EDBE4BE8ECE5}"/>
              </a:ext>
            </a:extLst>
          </p:cNvPr>
          <p:cNvSpPr/>
          <p:nvPr/>
        </p:nvSpPr>
        <p:spPr>
          <a:xfrm>
            <a:off x="8473440" y="743712"/>
            <a:ext cx="2877312"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BD13F9-3120-E469-CB0D-9EC695F6A791}"/>
              </a:ext>
            </a:extLst>
          </p:cNvPr>
          <p:cNvSpPr/>
          <p:nvPr/>
        </p:nvSpPr>
        <p:spPr>
          <a:xfrm>
            <a:off x="10155936" y="158496"/>
            <a:ext cx="2036064"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4B493B-A6D7-8F7D-7FF3-6EBE3BAFD3F8}"/>
              </a:ext>
            </a:extLst>
          </p:cNvPr>
          <p:cNvSpPr/>
          <p:nvPr/>
        </p:nvSpPr>
        <p:spPr>
          <a:xfrm>
            <a:off x="11460480" y="158496"/>
            <a:ext cx="731520" cy="585216"/>
          </a:xfrm>
          <a:prstGeom prst="rect">
            <a:avLst/>
          </a:prstGeom>
          <a:solidFill>
            <a:srgbClr val="61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EAC52F20-3015-4107-757E-8CED3998D731}"/>
              </a:ext>
            </a:extLst>
          </p:cNvPr>
          <p:cNvSpPr txBox="1">
            <a:spLocks/>
          </p:cNvSpPr>
          <p:nvPr/>
        </p:nvSpPr>
        <p:spPr>
          <a:xfrm>
            <a:off x="0" y="3195414"/>
            <a:ext cx="12192000" cy="499255"/>
          </a:xfrm>
          <a:prstGeom prst="rect">
            <a:avLst/>
          </a:prstGeom>
          <a:noFill/>
          <a:ln w="12700">
            <a:noFill/>
          </a:ln>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defTabSz="914446">
              <a:defRPr/>
            </a:pPr>
            <a:r>
              <a:rPr lang="en-US" sz="4000" b="1" i="0">
                <a:solidFill>
                  <a:srgbClr val="000000"/>
                </a:solidFill>
                <a:latin typeface="Georgia" panose="02040502050405020303" pitchFamily="18" charset="0"/>
                <a:ea typeface="+mn-ea"/>
                <a:cs typeface="Arial" panose="020B0604020202020204" pitchFamily="34" charset="0"/>
              </a:rPr>
              <a:t>Thank You</a:t>
            </a:r>
          </a:p>
        </p:txBody>
      </p:sp>
      <p:sp>
        <p:nvSpPr>
          <p:cNvPr id="2" name="TextBox 1">
            <a:extLst>
              <a:ext uri="{FF2B5EF4-FFF2-40B4-BE49-F238E27FC236}">
                <a16:creationId xmlns:a16="http://schemas.microsoft.com/office/drawing/2014/main" id="{A4BB1359-54D6-80BD-1316-C1A471D67514}"/>
              </a:ext>
            </a:extLst>
          </p:cNvPr>
          <p:cNvSpPr txBox="1"/>
          <p:nvPr/>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pic>
        <p:nvPicPr>
          <p:cNvPr id="4" name="Picture 3" descr="A white light on a black background&#10;&#10;AI-generated content may be incorrect.">
            <a:extLst>
              <a:ext uri="{FF2B5EF4-FFF2-40B4-BE49-F238E27FC236}">
                <a16:creationId xmlns:a16="http://schemas.microsoft.com/office/drawing/2014/main" id="{D184D334-CBCB-C88A-4A31-7761A1E0FB9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63756" y="5758651"/>
            <a:ext cx="1264485" cy="711273"/>
          </a:xfrm>
          <a:prstGeom prst="rect">
            <a:avLst/>
          </a:prstGeom>
        </p:spPr>
      </p:pic>
    </p:spTree>
    <p:extLst>
      <p:ext uri="{BB962C8B-B14F-4D97-AF65-F5344CB8AC3E}">
        <p14:creationId xmlns:p14="http://schemas.microsoft.com/office/powerpoint/2010/main" val="17177614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A6E7B5-83EF-CA0B-0871-8CBEC0552AC2}"/>
              </a:ext>
            </a:extLst>
          </p:cNvPr>
          <p:cNvSpPr/>
          <p:nvPr/>
        </p:nvSpPr>
        <p:spPr>
          <a:xfrm>
            <a:off x="0" y="1328928"/>
            <a:ext cx="4059936"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4B1AEAD-D964-23C7-1401-F94982FD968B}"/>
              </a:ext>
            </a:extLst>
          </p:cNvPr>
          <p:cNvSpPr/>
          <p:nvPr/>
        </p:nvSpPr>
        <p:spPr>
          <a:xfrm>
            <a:off x="4059936" y="743712"/>
            <a:ext cx="2036064" cy="585216"/>
          </a:xfrm>
          <a:prstGeom prst="rect">
            <a:avLst/>
          </a:prstGeom>
          <a:solidFill>
            <a:srgbClr val="5C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E8A340-8D7B-0FBF-544D-A4FE6CEBC7E0}"/>
              </a:ext>
            </a:extLst>
          </p:cNvPr>
          <p:cNvSpPr/>
          <p:nvPr/>
        </p:nvSpPr>
        <p:spPr>
          <a:xfrm>
            <a:off x="6096002" y="1328928"/>
            <a:ext cx="2377438"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5EFF4E-4B87-F38C-4CB3-EDBE4BE8ECE5}"/>
              </a:ext>
            </a:extLst>
          </p:cNvPr>
          <p:cNvSpPr/>
          <p:nvPr/>
        </p:nvSpPr>
        <p:spPr>
          <a:xfrm>
            <a:off x="8473440" y="743712"/>
            <a:ext cx="2877312" cy="585216"/>
          </a:xfrm>
          <a:prstGeom prst="rect">
            <a:avLst/>
          </a:prstGeom>
          <a:solidFill>
            <a:srgbClr val="F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BD13F9-3120-E469-CB0D-9EC695F6A791}"/>
              </a:ext>
            </a:extLst>
          </p:cNvPr>
          <p:cNvSpPr/>
          <p:nvPr/>
        </p:nvSpPr>
        <p:spPr>
          <a:xfrm>
            <a:off x="10155936" y="158496"/>
            <a:ext cx="2036064" cy="585216"/>
          </a:xfrm>
          <a:prstGeom prst="rect">
            <a:avLst/>
          </a:prstGeom>
          <a:solidFill>
            <a:srgbClr val="C11D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4B493B-A6D7-8F7D-7FF3-6EBE3BAFD3F8}"/>
              </a:ext>
            </a:extLst>
          </p:cNvPr>
          <p:cNvSpPr/>
          <p:nvPr/>
        </p:nvSpPr>
        <p:spPr>
          <a:xfrm>
            <a:off x="11460480" y="158496"/>
            <a:ext cx="731520" cy="585216"/>
          </a:xfrm>
          <a:prstGeom prst="rect">
            <a:avLst/>
          </a:prstGeom>
          <a:solidFill>
            <a:srgbClr val="61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EAC52F20-3015-4107-757E-8CED3998D731}"/>
              </a:ext>
            </a:extLst>
          </p:cNvPr>
          <p:cNvSpPr txBox="1">
            <a:spLocks/>
          </p:cNvSpPr>
          <p:nvPr/>
        </p:nvSpPr>
        <p:spPr>
          <a:xfrm>
            <a:off x="0" y="3212822"/>
            <a:ext cx="12192000" cy="499255"/>
          </a:xfrm>
          <a:prstGeom prst="rect">
            <a:avLst/>
          </a:prstGeom>
          <a:noFill/>
          <a:ln w="12700">
            <a:noFill/>
          </a:ln>
        </p:spPr>
        <p:txBody>
          <a:bodyPr vert="horz" lIns="91440" tIns="45720" rIns="91440" bIns="4572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defTabSz="914446">
              <a:defRPr/>
            </a:pPr>
            <a:r>
              <a:rPr lang="en-US" sz="4000" b="1" i="0" err="1">
                <a:solidFill>
                  <a:srgbClr val="000000"/>
                </a:solidFill>
                <a:latin typeface="Georgia" panose="02040502050405020303" pitchFamily="18" charset="0"/>
                <a:ea typeface="+mn-ea"/>
                <a:cs typeface="Arial" panose="020B0604020202020204" pitchFamily="34" charset="0"/>
              </a:rPr>
              <a:t>Terima</a:t>
            </a:r>
            <a:r>
              <a:rPr lang="en-US" sz="4000" b="1" i="0">
                <a:solidFill>
                  <a:srgbClr val="000000"/>
                </a:solidFill>
                <a:latin typeface="Georgia" panose="02040502050405020303" pitchFamily="18" charset="0"/>
                <a:ea typeface="+mn-ea"/>
                <a:cs typeface="Arial" panose="020B0604020202020204" pitchFamily="34" charset="0"/>
              </a:rPr>
              <a:t> Kasih</a:t>
            </a:r>
          </a:p>
        </p:txBody>
      </p:sp>
      <p:sp>
        <p:nvSpPr>
          <p:cNvPr id="2" name="TextBox 1">
            <a:extLst>
              <a:ext uri="{FF2B5EF4-FFF2-40B4-BE49-F238E27FC236}">
                <a16:creationId xmlns:a16="http://schemas.microsoft.com/office/drawing/2014/main" id="{A4BB1359-54D6-80BD-1316-C1A471D67514}"/>
              </a:ext>
            </a:extLst>
          </p:cNvPr>
          <p:cNvSpPr txBox="1"/>
          <p:nvPr/>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pic>
        <p:nvPicPr>
          <p:cNvPr id="4" name="Picture 3" descr="A white light on a black background&#10;&#10;AI-generated content may be incorrect.">
            <a:extLst>
              <a:ext uri="{FF2B5EF4-FFF2-40B4-BE49-F238E27FC236}">
                <a16:creationId xmlns:a16="http://schemas.microsoft.com/office/drawing/2014/main" id="{EE9338D9-4821-7016-D70A-9DA4FDE7E5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63756" y="5758651"/>
            <a:ext cx="1264485" cy="711273"/>
          </a:xfrm>
          <a:prstGeom prst="rect">
            <a:avLst/>
          </a:prstGeom>
        </p:spPr>
      </p:pic>
    </p:spTree>
    <p:extLst>
      <p:ext uri="{BB962C8B-B14F-4D97-AF65-F5344CB8AC3E}">
        <p14:creationId xmlns:p14="http://schemas.microsoft.com/office/powerpoint/2010/main" val="4294881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OVER 2" preserve="1" userDrawn="1">
  <p:cSld name="1_COVER 2">
    <p:spTree>
      <p:nvGrpSpPr>
        <p:cNvPr id="1" name="Shape 308"/>
        <p:cNvGrpSpPr/>
        <p:nvPr/>
      </p:nvGrpSpPr>
      <p:grpSpPr>
        <a:xfrm>
          <a:off x="0" y="0"/>
          <a:ext cx="0" cy="0"/>
          <a:chOff x="0" y="0"/>
          <a:chExt cx="0" cy="0"/>
        </a:xfrm>
      </p:grpSpPr>
      <p:grpSp>
        <p:nvGrpSpPr>
          <p:cNvPr id="347" name="Google Shape;347;p44"/>
          <p:cNvGrpSpPr/>
          <p:nvPr/>
        </p:nvGrpSpPr>
        <p:grpSpPr>
          <a:xfrm>
            <a:off x="4845269" y="2890358"/>
            <a:ext cx="7346731" cy="1073656"/>
            <a:chOff x="7116763" y="3237861"/>
            <a:chExt cx="5075236" cy="1073656"/>
          </a:xfrm>
        </p:grpSpPr>
        <p:sp>
          <p:nvSpPr>
            <p:cNvPr id="348" name="Google Shape;348;p44"/>
            <p:cNvSpPr/>
            <p:nvPr/>
          </p:nvSpPr>
          <p:spPr>
            <a:xfrm>
              <a:off x="7116763" y="3237861"/>
              <a:ext cx="4413174" cy="1073656"/>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9" name="Google Shape;349;p44"/>
            <p:cNvSpPr/>
            <p:nvPr/>
          </p:nvSpPr>
          <p:spPr>
            <a:xfrm>
              <a:off x="10652114" y="3237861"/>
              <a:ext cx="1539885" cy="107365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0" name="Google Shape;350;p44"/>
            <p:cNvSpPr/>
            <p:nvPr/>
          </p:nvSpPr>
          <p:spPr>
            <a:xfrm>
              <a:off x="9909494" y="3237861"/>
              <a:ext cx="790948" cy="107365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0CE4E3A8-ECA5-9351-C6DC-C473C84A03B0}"/>
              </a:ext>
            </a:extLst>
          </p:cNvPr>
          <p:cNvSpPr txBox="1"/>
          <p:nvPr/>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Helvetica" pitchFamily="2"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Helvetica" pitchFamily="2" charset="0"/>
            </a:endParaRPr>
          </a:p>
        </p:txBody>
      </p:sp>
      <p:sp>
        <p:nvSpPr>
          <p:cNvPr id="5" name="TextBox 4">
            <a:extLst>
              <a:ext uri="{FF2B5EF4-FFF2-40B4-BE49-F238E27FC236}">
                <a16:creationId xmlns:a16="http://schemas.microsoft.com/office/drawing/2014/main" id="{B748487D-7CE0-8744-4D09-5219FC1219E4}"/>
              </a:ext>
            </a:extLst>
          </p:cNvPr>
          <p:cNvSpPr txBox="1"/>
          <p:nvPr/>
        </p:nvSpPr>
        <p:spPr>
          <a:xfrm>
            <a:off x="407432" y="4587319"/>
            <a:ext cx="5799607" cy="707886"/>
          </a:xfrm>
          <a:prstGeom prst="rect">
            <a:avLst/>
          </a:prstGeom>
          <a:noFill/>
        </p:spPr>
        <p:txBody>
          <a:bodyPr wrap="square" rtlCol="0">
            <a:spAutoFit/>
          </a:bodyPr>
          <a:lstStyle/>
          <a:p>
            <a:r>
              <a:rPr lang="en-US" sz="4000" b="1">
                <a:solidFill>
                  <a:schemeClr val="accent2"/>
                </a:solidFill>
                <a:latin typeface="Georgia" panose="02040502050405020303" pitchFamily="18" charset="0"/>
              </a:rPr>
              <a:t>Thank you</a:t>
            </a:r>
          </a:p>
        </p:txBody>
      </p:sp>
      <p:pic>
        <p:nvPicPr>
          <p:cNvPr id="3" name="Picture 2" descr="A white light on a black background&#10;&#10;AI-generated content may be incorrect.">
            <a:extLst>
              <a:ext uri="{FF2B5EF4-FFF2-40B4-BE49-F238E27FC236}">
                <a16:creationId xmlns:a16="http://schemas.microsoft.com/office/drawing/2014/main" id="{7267E41C-F361-DD2E-8BAC-99136DEF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432" y="2318978"/>
            <a:ext cx="4112016" cy="2313010"/>
          </a:xfrm>
          <a:prstGeom prst="rect">
            <a:avLst/>
          </a:prstGeom>
        </p:spPr>
      </p:pic>
    </p:spTree>
    <p:extLst>
      <p:ext uri="{BB962C8B-B14F-4D97-AF65-F5344CB8AC3E}">
        <p14:creationId xmlns:p14="http://schemas.microsoft.com/office/powerpoint/2010/main" val="27442771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5511332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Arial"/>
              <a:buNone/>
              <a:tabLst/>
              <a:defRPr/>
            </a:pPr>
            <a:endParaRPr kumimoji="0" lang="en-US" sz="2500" b="1"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6" y="172212"/>
            <a:ext cx="11082528" cy="731520"/>
          </a:xfrm>
          <a:prstGeom prst="rect">
            <a:avLst/>
          </a:prstGeom>
        </p:spPr>
        <p:txBody>
          <a:bodyPr vert="horz" wrap="square" lIns="0" tIns="0" rIns="0" bIns="0" rtlCol="0" anchor="b" anchorCtr="0">
            <a:noAutofit/>
          </a:bodyPr>
          <a:lstStyle>
            <a:lvl1pPr>
              <a:defRPr lang="en-US" dirty="0">
                <a:solidFill>
                  <a:schemeClr val="accent2"/>
                </a:solidFill>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sp>
        <p:nvSpPr>
          <p:cNvPr id="2" name="Rectangle 1">
            <a:extLst>
              <a:ext uri="{FF2B5EF4-FFF2-40B4-BE49-F238E27FC236}">
                <a16:creationId xmlns:a16="http://schemas.microsoft.com/office/drawing/2014/main" id="{AC8198F7-6575-4328-57DE-328365F16DC7}"/>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Arial"/>
              <a:buNone/>
              <a:tabLst/>
              <a:defRPr/>
            </a:pPr>
            <a:endParaRPr kumimoji="0" lang="en-US" sz="1600" b="0" i="0" u="none" strike="noStrike" kern="0" cap="none" spc="0" normalizeH="0" baseline="0" noProof="0" err="1">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21356442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Appendix divider">
    <p:spTree>
      <p:nvGrpSpPr>
        <p:cNvPr id="1" name=""/>
        <p:cNvGrpSpPr/>
        <p:nvPr/>
      </p:nvGrpSpPr>
      <p:grpSpPr>
        <a:xfrm>
          <a:off x="0" y="0"/>
          <a:ext cx="0" cy="0"/>
          <a:chOff x="0" y="0"/>
          <a:chExt cx="0" cy="0"/>
        </a:xfrm>
      </p:grpSpPr>
      <p:sp>
        <p:nvSpPr>
          <p:cNvPr id="12" name="Rectangle 11"/>
          <p:cNvSpPr/>
          <p:nvPr/>
        </p:nvSpPr>
        <p:spPr>
          <a:xfrm>
            <a:off x="7384" y="6541701"/>
            <a:ext cx="12192000" cy="304801"/>
          </a:xfrm>
          <a:prstGeom prst="rect">
            <a:avLst/>
          </a:prstGeom>
          <a:solidFill>
            <a:srgbClr val="600000"/>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73" name="TextBox 72"/>
          <p:cNvSpPr txBox="1"/>
          <p:nvPr/>
        </p:nvSpPr>
        <p:spPr>
          <a:xfrm>
            <a:off x="9193320" y="6530203"/>
            <a:ext cx="2907323" cy="327797"/>
          </a:xfrm>
          <a:prstGeom prst="rect">
            <a:avLst/>
          </a:prstGeom>
          <a:noFill/>
        </p:spPr>
        <p:txBody>
          <a:bodyPr wrap="non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AU" sz="700" b="0" i="0" u="none" strike="noStrike" kern="0" cap="all" spc="0" normalizeH="0" baseline="0" noProof="0">
                <a:ln>
                  <a:noFill/>
                </a:ln>
                <a:solidFill>
                  <a:prstClr val="white"/>
                </a:solidFill>
                <a:effectLst/>
                <a:uLnTx/>
                <a:uFillTx/>
                <a:latin typeface="Century Gothic" panose="020B0502020202020204" pitchFamily="34" charset="0"/>
                <a:cs typeface="Arial"/>
                <a:sym typeface="Arial"/>
              </a:rPr>
              <a:t>STRICTLY </a:t>
            </a:r>
            <a:r>
              <a:rPr kumimoji="0" lang="en-AU" sz="700" b="1" i="0" u="none" strike="noStrike" kern="0" cap="all" spc="0" normalizeH="0" baseline="0" noProof="0">
                <a:ln>
                  <a:noFill/>
                </a:ln>
                <a:solidFill>
                  <a:prstClr val="white"/>
                </a:solidFill>
                <a:effectLst/>
                <a:uLnTx/>
                <a:uFillTx/>
                <a:latin typeface="Century Gothic" panose="020B0502020202020204" pitchFamily="34" charset="0"/>
                <a:cs typeface="Arial"/>
                <a:sym typeface="Arial"/>
              </a:rPr>
              <a:t>C O N F I D E N T I A L</a:t>
            </a:r>
          </a:p>
        </p:txBody>
      </p:sp>
      <p:sp>
        <p:nvSpPr>
          <p:cNvPr id="10" name="Text Placeholder 15"/>
          <p:cNvSpPr>
            <a:spLocks noGrp="1"/>
          </p:cNvSpPr>
          <p:nvPr>
            <p:ph type="body" sz="quarter" idx="12" hasCustomPrompt="1"/>
          </p:nvPr>
        </p:nvSpPr>
        <p:spPr>
          <a:xfrm>
            <a:off x="1781909" y="2552027"/>
            <a:ext cx="9941169" cy="864000"/>
          </a:xfrm>
          <a:prstGeom prst="rect">
            <a:avLst/>
          </a:prstGeom>
          <a:ln w="12700">
            <a:solidFill>
              <a:schemeClr val="accent1">
                <a:lumMod val="75000"/>
              </a:schemeClr>
            </a:solidFill>
          </a:ln>
        </p:spPr>
        <p:txBody>
          <a:bodyPr vert="horz" lIns="91440" tIns="45720" rIns="36000" bIns="36000" rtlCol="0" anchor="ctr">
            <a:noAutofit/>
          </a:bodyPr>
          <a:lstStyle>
            <a:lvl1pPr marL="0" indent="0" algn="l" defTabSz="914400" rtl="0" eaLnBrk="1" latinLnBrk="0" hangingPunct="1">
              <a:spcBef>
                <a:spcPts val="0"/>
              </a:spcBef>
              <a:spcAft>
                <a:spcPts val="600"/>
              </a:spcAft>
              <a:buClr>
                <a:schemeClr val="accent3"/>
              </a:buClr>
              <a:buSzPct val="80000"/>
              <a:buFont typeface="Wingdings" pitchFamily="2" charset="2"/>
              <a:buNone/>
              <a:defRPr lang="en-AU" sz="2400" b="1" kern="1200" cap="none" baseline="0" dirty="0">
                <a:solidFill>
                  <a:schemeClr val="tx1"/>
                </a:solidFill>
                <a:latin typeface="Neue Haas Grotesk Text Pro" panose="020B0504020202020204" pitchFamily="34" charset="0"/>
                <a:ea typeface="+mn-ea"/>
                <a:cs typeface="+mn-cs"/>
              </a:defRPr>
            </a:lvl1pPr>
            <a:lvl2pPr marL="0" indent="0">
              <a:buNone/>
              <a:defRPr/>
            </a:lvl2pPr>
            <a:lvl3pPr marL="0" indent="0">
              <a:buNone/>
              <a:defRPr/>
            </a:lvl3pPr>
            <a:lvl4pPr marL="0" indent="0">
              <a:buNone/>
              <a:defRPr/>
            </a:lvl4pPr>
            <a:lvl5pPr marL="0" indent="0">
              <a:buNone/>
              <a:defRPr/>
            </a:lvl5pPr>
          </a:lstStyle>
          <a:p>
            <a:r>
              <a:rPr lang="en-AU" noProof="0"/>
              <a:t>Divider title goes here</a:t>
            </a:r>
          </a:p>
        </p:txBody>
      </p:sp>
      <p:sp>
        <p:nvSpPr>
          <p:cNvPr id="42" name="Rectangle 41"/>
          <p:cNvSpPr/>
          <p:nvPr/>
        </p:nvSpPr>
        <p:spPr>
          <a:xfrm>
            <a:off x="1" y="0"/>
            <a:ext cx="12184615" cy="6858000"/>
          </a:xfrm>
          <a:prstGeom prst="rect">
            <a:avLst/>
          </a:prstGeom>
          <a:noFill/>
          <a:ln w="6350">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AU" sz="1000" b="0"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11" name="Rectangle 3"/>
          <p:cNvSpPr>
            <a:spLocks noGrp="1" noChangeArrowheads="1"/>
          </p:cNvSpPr>
          <p:nvPr>
            <p:ph type="title" hasCustomPrompt="1"/>
          </p:nvPr>
        </p:nvSpPr>
        <p:spPr bwMode="auto">
          <a:xfrm>
            <a:off x="468924" y="2549687"/>
            <a:ext cx="1312985" cy="868680"/>
          </a:xfrm>
          <a:prstGeom prst="rect">
            <a:avLst/>
          </a:prstGeom>
          <a:solidFill>
            <a:schemeClr val="bg2"/>
          </a:solidFill>
          <a:ln w="12700">
            <a:solidFill>
              <a:schemeClr val="accent1">
                <a:lumMod val="75000"/>
              </a:schemeClr>
            </a:solidFill>
            <a:miter lim="800000"/>
            <a:headEnd/>
            <a:tailEnd/>
          </a:ln>
          <a:effectLst/>
        </p:spPr>
        <p:txBody>
          <a:bodyPr vert="horz" wrap="square" lIns="91440" tIns="45720" rIns="91440" bIns="45720" numCol="1" anchor="ctr" anchorCtr="0" compatLnSpc="1">
            <a:prstTxWarp prst="textNoShape">
              <a:avLst/>
            </a:prstTxWarp>
            <a:noAutofit/>
          </a:bodyPr>
          <a:lstStyle>
            <a:lvl1pPr marL="0" indent="0" algn="ctr">
              <a:lnSpc>
                <a:spcPct val="100000"/>
              </a:lnSpc>
              <a:buFontTx/>
              <a:buNone/>
              <a:defRPr sz="2800" b="1">
                <a:solidFill>
                  <a:schemeClr val="bg1"/>
                </a:solidFill>
                <a:latin typeface="Century Gothic" panose="020B0502020202020204" pitchFamily="34" charset="0"/>
              </a:defRPr>
            </a:lvl1pPr>
          </a:lstStyle>
          <a:p>
            <a:pPr lvl="0"/>
            <a:r>
              <a:rPr lang="en-AU" noProof="0"/>
              <a:t>#.#</a:t>
            </a:r>
          </a:p>
        </p:txBody>
      </p:sp>
      <p:sp>
        <p:nvSpPr>
          <p:cNvPr id="19" name="Rectangle 18">
            <a:extLst>
              <a:ext uri="{FF2B5EF4-FFF2-40B4-BE49-F238E27FC236}">
                <a16:creationId xmlns:a16="http://schemas.microsoft.com/office/drawing/2014/main" id="{D9AF0E25-EE64-AC45-90D7-9A1625069162}"/>
              </a:ext>
            </a:extLst>
          </p:cNvPr>
          <p:cNvSpPr/>
          <p:nvPr userDrawn="1"/>
        </p:nvSpPr>
        <p:spPr>
          <a:xfrm>
            <a:off x="-1293507" y="2731130"/>
            <a:ext cx="1152828" cy="469900"/>
          </a:xfrm>
          <a:prstGeom prst="rect">
            <a:avLst/>
          </a:prstGeom>
          <a:solidFill>
            <a:srgbClr val="1796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0" name="Rectangle 19">
            <a:extLst>
              <a:ext uri="{FF2B5EF4-FFF2-40B4-BE49-F238E27FC236}">
                <a16:creationId xmlns:a16="http://schemas.microsoft.com/office/drawing/2014/main" id="{FBE1FFF3-E329-934F-B768-7558FEC2E6EB}"/>
              </a:ext>
            </a:extLst>
          </p:cNvPr>
          <p:cNvSpPr/>
          <p:nvPr userDrawn="1"/>
        </p:nvSpPr>
        <p:spPr>
          <a:xfrm>
            <a:off x="-1293507" y="3879178"/>
            <a:ext cx="1152828" cy="4699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1" name="Rectangle 20">
            <a:extLst>
              <a:ext uri="{FF2B5EF4-FFF2-40B4-BE49-F238E27FC236}">
                <a16:creationId xmlns:a16="http://schemas.microsoft.com/office/drawing/2014/main" id="{133EE599-1860-8F4A-8B78-43984D32B35D}"/>
              </a:ext>
            </a:extLst>
          </p:cNvPr>
          <p:cNvSpPr/>
          <p:nvPr userDrawn="1"/>
        </p:nvSpPr>
        <p:spPr>
          <a:xfrm>
            <a:off x="-1293507" y="4453202"/>
            <a:ext cx="1152828" cy="4699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2" name="Rectangle 21">
            <a:extLst>
              <a:ext uri="{FF2B5EF4-FFF2-40B4-BE49-F238E27FC236}">
                <a16:creationId xmlns:a16="http://schemas.microsoft.com/office/drawing/2014/main" id="{26BFA47F-5EFA-8546-BBE9-84D8001A4142}"/>
              </a:ext>
            </a:extLst>
          </p:cNvPr>
          <p:cNvSpPr/>
          <p:nvPr userDrawn="1"/>
        </p:nvSpPr>
        <p:spPr>
          <a:xfrm>
            <a:off x="-1293507" y="5027226"/>
            <a:ext cx="1152828" cy="4699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3" name="Rectangle 22">
            <a:extLst>
              <a:ext uri="{FF2B5EF4-FFF2-40B4-BE49-F238E27FC236}">
                <a16:creationId xmlns:a16="http://schemas.microsoft.com/office/drawing/2014/main" id="{569C1C9C-8703-314D-9952-BC1E298253BE}"/>
              </a:ext>
            </a:extLst>
          </p:cNvPr>
          <p:cNvSpPr/>
          <p:nvPr userDrawn="1"/>
        </p:nvSpPr>
        <p:spPr>
          <a:xfrm>
            <a:off x="-1293507" y="5601249"/>
            <a:ext cx="1152828" cy="469900"/>
          </a:xfrm>
          <a:prstGeom prst="rect">
            <a:avLst/>
          </a:prstGeom>
          <a:solidFill>
            <a:srgbClr val="1D2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4" name="Rectangle 23">
            <a:extLst>
              <a:ext uri="{FF2B5EF4-FFF2-40B4-BE49-F238E27FC236}">
                <a16:creationId xmlns:a16="http://schemas.microsoft.com/office/drawing/2014/main" id="{63432E6C-47E1-8343-AFCD-45AFCA45F30D}"/>
              </a:ext>
            </a:extLst>
          </p:cNvPr>
          <p:cNvSpPr/>
          <p:nvPr userDrawn="1"/>
        </p:nvSpPr>
        <p:spPr>
          <a:xfrm>
            <a:off x="-1293507" y="1583082"/>
            <a:ext cx="1152828" cy="469900"/>
          </a:xfrm>
          <a:prstGeom prst="rect">
            <a:avLst/>
          </a:prstGeom>
          <a:solidFill>
            <a:srgbClr val="E3C0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5" name="Rectangle 24">
            <a:extLst>
              <a:ext uri="{FF2B5EF4-FFF2-40B4-BE49-F238E27FC236}">
                <a16:creationId xmlns:a16="http://schemas.microsoft.com/office/drawing/2014/main" id="{DB0125DB-B109-4744-9E18-924619276359}"/>
              </a:ext>
            </a:extLst>
          </p:cNvPr>
          <p:cNvSpPr/>
          <p:nvPr userDrawn="1"/>
        </p:nvSpPr>
        <p:spPr>
          <a:xfrm>
            <a:off x="-1285692" y="2157106"/>
            <a:ext cx="1152828" cy="469900"/>
          </a:xfrm>
          <a:prstGeom prst="rect">
            <a:avLst/>
          </a:prstGeom>
          <a:solidFill>
            <a:srgbClr val="EB23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
        <p:nvSpPr>
          <p:cNvPr id="26" name="Rectangle 25">
            <a:extLst>
              <a:ext uri="{FF2B5EF4-FFF2-40B4-BE49-F238E27FC236}">
                <a16:creationId xmlns:a16="http://schemas.microsoft.com/office/drawing/2014/main" id="{EC4741B4-D1B0-4A4F-BBAE-FEB7B611413F}"/>
              </a:ext>
            </a:extLst>
          </p:cNvPr>
          <p:cNvSpPr/>
          <p:nvPr userDrawn="1"/>
        </p:nvSpPr>
        <p:spPr>
          <a:xfrm>
            <a:off x="-1293507" y="3305154"/>
            <a:ext cx="1152828" cy="469900"/>
          </a:xfrm>
          <a:prstGeom prst="rect">
            <a:avLst/>
          </a:prstGeom>
          <a:solidFill>
            <a:srgbClr val="1188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1" i="0" u="none" strike="noStrike" kern="0" cap="none" spc="0" normalizeH="0" baseline="0" noProof="0">
              <a:ln>
                <a:noFill/>
              </a:ln>
              <a:solidFill>
                <a:prstClr val="white"/>
              </a:solidFill>
              <a:effectLst/>
              <a:uLnTx/>
              <a:uFillTx/>
              <a:latin typeface="Century Gothic" panose="020B0502020202020204" pitchFamily="34" charset="0"/>
              <a:ea typeface="+mn-ea"/>
              <a:cs typeface="+mn-cs"/>
              <a:sym typeface="Arial"/>
            </a:endParaRPr>
          </a:p>
        </p:txBody>
      </p:sp>
    </p:spTree>
    <p:extLst>
      <p:ext uri="{BB962C8B-B14F-4D97-AF65-F5344CB8AC3E}">
        <p14:creationId xmlns:p14="http://schemas.microsoft.com/office/powerpoint/2010/main" val="39831537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0062588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rtl="0">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id-ID" err="1"/>
              <a:t>Click</a:t>
            </a:r>
            <a:r>
              <a:rPr lang="id-ID"/>
              <a:t> to edit Master </a:t>
            </a:r>
            <a:r>
              <a:rPr lang="id-ID" err="1"/>
              <a:t>title</a:t>
            </a:r>
            <a:r>
              <a:rPr lang="id-ID"/>
              <a:t> </a:t>
            </a:r>
            <a:r>
              <a:rPr lang="id-ID" err="1"/>
              <a:t>style</a:t>
            </a:r>
            <a:endParaRPr lang="id-ID"/>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551941" y="436176"/>
            <a:ext cx="2508734" cy="518565"/>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2" name="Picture Placeholder 11">
            <a:extLst>
              <a:ext uri="{FF2B5EF4-FFF2-40B4-BE49-F238E27FC236}">
                <a16:creationId xmlns:a16="http://schemas.microsoft.com/office/drawing/2014/main" id="{C1A8FE62-560F-A48A-A936-B707003850BA}"/>
              </a:ext>
            </a:extLst>
          </p:cNvPr>
          <p:cNvSpPr>
            <a:spLocks noGrp="1"/>
          </p:cNvSpPr>
          <p:nvPr>
            <p:ph type="pic" sz="quarter" idx="14"/>
          </p:nvPr>
        </p:nvSpPr>
        <p:spPr>
          <a:xfrm>
            <a:off x="6420927" y="0"/>
            <a:ext cx="5771073" cy="6655080"/>
          </a:xfrm>
        </p:spPr>
        <p:txBody>
          <a:bodyPr anchor="ctr">
            <a:noAutofit/>
          </a:bodyPr>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id-ID"/>
              <a:t>Click icon to add picture</a:t>
            </a:r>
          </a:p>
        </p:txBody>
      </p:sp>
    </p:spTree>
    <p:extLst>
      <p:ext uri="{BB962C8B-B14F-4D97-AF65-F5344CB8AC3E}">
        <p14:creationId xmlns:p14="http://schemas.microsoft.com/office/powerpoint/2010/main" val="24024274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577502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rtl="0">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id-ID" err="1"/>
              <a:t>Click</a:t>
            </a:r>
            <a:r>
              <a:rPr lang="id-ID"/>
              <a:t> to edit Master </a:t>
            </a:r>
            <a:r>
              <a:rPr lang="id-ID" err="1"/>
              <a:t>title</a:t>
            </a:r>
            <a:r>
              <a:rPr lang="id-ID"/>
              <a:t> </a:t>
            </a:r>
            <a:r>
              <a:rPr lang="id-ID" err="1"/>
              <a:t>style</a:t>
            </a:r>
            <a:endParaRPr lang="id-ID"/>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551941" y="436176"/>
            <a:ext cx="2508734" cy="518565"/>
          </a:xfrm>
          <a:prstGeom prst="rect">
            <a:avLst/>
          </a:prstGeom>
        </p:spPr>
      </p:pic>
      <p:pic>
        <p:nvPicPr>
          <p:cNvPr id="3" name="Picture 2" descr="A person holding a pen over a computer&#10;&#10;AI-generated content may be incorrect.">
            <a:extLst>
              <a:ext uri="{FF2B5EF4-FFF2-40B4-BE49-F238E27FC236}">
                <a16:creationId xmlns:a16="http://schemas.microsoft.com/office/drawing/2014/main" id="{C7B81D5F-965A-7EE6-0E2D-AF238F092C60}"/>
              </a:ext>
            </a:extLst>
          </p:cNvPr>
          <p:cNvPicPr>
            <a:picLocks noChangeAspect="1"/>
          </p:cNvPicPr>
          <p:nvPr userDrawn="1"/>
        </p:nvPicPr>
        <p:blipFill>
          <a:blip r:embed="rId10" cstate="screen">
            <a:extLst>
              <a:ext uri="{BEBA8EAE-BF5A-486C-A8C5-ECC9F3942E4B}">
                <a14:imgProps xmlns:a14="http://schemas.microsoft.com/office/drawing/2010/main">
                  <a14:imgLayer r:embed="rId11">
                    <a14:imgEffect>
                      <a14:saturation sat="33000"/>
                    </a14:imgEffect>
                  </a14:imgLayer>
                </a14:imgProps>
              </a:ext>
              <a:ext uri="{28A0092B-C50C-407E-A947-70E740481C1C}">
                <a14:useLocalDpi xmlns:a14="http://schemas.microsoft.com/office/drawing/2010/main"/>
              </a:ext>
            </a:extLst>
          </a:blip>
          <a:srcRect/>
          <a:stretch/>
        </p:blipFill>
        <p:spPr>
          <a:xfrm>
            <a:off x="6420927" y="0"/>
            <a:ext cx="5771073" cy="6858000"/>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1" name="Rectangle 10">
            <a:extLst>
              <a:ext uri="{FF2B5EF4-FFF2-40B4-BE49-F238E27FC236}">
                <a16:creationId xmlns:a16="http://schemas.microsoft.com/office/drawing/2014/main" id="{6B56846F-F7CD-C29A-2374-2099B4772481}"/>
              </a:ext>
            </a:extLst>
          </p:cNvPr>
          <p:cNvSpPr/>
          <p:nvPr userDrawn="1"/>
        </p:nvSpPr>
        <p:spPr>
          <a:xfrm>
            <a:off x="2538704" y="738333"/>
            <a:ext cx="1240194" cy="768487"/>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097780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2951961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d-ID">
                <a:latin typeface="Arial" panose="020B0604020202020204" pitchFamily="34" charset="0"/>
                <a:cs typeface="Arial" panose="020B0604020202020204" pitchFamily="34" charset="0"/>
                <a:sym typeface="Arial" panose="020B0604020202020204" pitchFamily="34" charset="0"/>
              </a:rPr>
              <a:t>Sumber: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Add</a:t>
            </a:r>
            <a:r>
              <a:rPr lang="id-ID"/>
              <a:t>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172212"/>
            <a:ext cx="11082528" cy="731520"/>
          </a:xfrm>
          <a:prstGeom prst="rect">
            <a:avLst/>
          </a:prstGeom>
        </p:spPr>
        <p:txBody>
          <a:bodyPr vert="horz" wrap="square" lIns="0" tIns="0" rIns="0" bIns="0" rtlCol="0" anchor="b" anchorCtr="0">
            <a:noAutofit/>
          </a:bodyPr>
          <a:lstStyle>
            <a:lvl1pPr rtl="0">
              <a:defRPr lang="en-US" dirty="0">
                <a:solidFill>
                  <a:schemeClr val="accent2"/>
                </a:solidFill>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2" name="Rectangle 1">
            <a:extLst>
              <a:ext uri="{FF2B5EF4-FFF2-40B4-BE49-F238E27FC236}">
                <a16:creationId xmlns:a16="http://schemas.microsoft.com/office/drawing/2014/main" id="{AC8198F7-6575-4328-57DE-328365F16DC7}"/>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3176887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4015178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Rectangle 1">
            <a:extLst>
              <a:ext uri="{FF2B5EF4-FFF2-40B4-BE49-F238E27FC236}">
                <a16:creationId xmlns:a16="http://schemas.microsoft.com/office/drawing/2014/main" id="{562DB7DA-AD53-AE2D-A5EA-45EEC0225B25}"/>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5029297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37277784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5" name="Rectangle 4">
            <a:extLst>
              <a:ext uri="{FF2B5EF4-FFF2-40B4-BE49-F238E27FC236}">
                <a16:creationId xmlns:a16="http://schemas.microsoft.com/office/drawing/2014/main" id="{4CBB2D4C-3B69-CFB6-968C-DF009B936578}"/>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0147592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1819654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4" name="Rectangle 3">
            <a:extLst>
              <a:ext uri="{FF2B5EF4-FFF2-40B4-BE49-F238E27FC236}">
                <a16:creationId xmlns:a16="http://schemas.microsoft.com/office/drawing/2014/main" id="{DE4A716D-3397-6242-6297-CA4483E2E0D3}"/>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67181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16502692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3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atin typeface="Arial" panose="020B0604020202020204" pitchFamily="34" charset="0"/>
                <a:cs typeface="Arial" panose="020B0604020202020204" pitchFamily="34" charset="0"/>
                <a:sym typeface="Arial" panose="020B0604020202020204" pitchFamily="34" charset="0"/>
              </a:defRPr>
            </a:lvl1pPr>
          </a:lstStyle>
          <a:p>
            <a:r>
              <a:rPr lang="id-ID"/>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4" name="Rectangle 3">
            <a:extLst>
              <a:ext uri="{FF2B5EF4-FFF2-40B4-BE49-F238E27FC236}">
                <a16:creationId xmlns:a16="http://schemas.microsoft.com/office/drawing/2014/main" id="{F0AD0B4D-D417-F897-8E91-A5540DE7C97F}"/>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647186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42024895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d-ID"/>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96012922-5984-3E1F-C8EA-B406E9034A41}"/>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9D017FEC-818E-6965-D5F3-37B653CE4B06}"/>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7" name="Rectangle 6">
            <a:extLst>
              <a:ext uri="{FF2B5EF4-FFF2-40B4-BE49-F238E27FC236}">
                <a16:creationId xmlns:a16="http://schemas.microsoft.com/office/drawing/2014/main" id="{DAABF460-D629-37B7-117D-ECB298B0D597}"/>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8887516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13610900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d-ID"/>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4E46CF72-D723-78DB-5D48-DAA26240A3DB}"/>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64A29351-B3F4-D004-8646-E8C89BEF855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7" name="Rectangle 6">
            <a:extLst>
              <a:ext uri="{FF2B5EF4-FFF2-40B4-BE49-F238E27FC236}">
                <a16:creationId xmlns:a16="http://schemas.microsoft.com/office/drawing/2014/main" id="{3033E531-CA1B-B53C-ADDB-981BB40ADC28}"/>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6115706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40581715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5065776"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7CCB1E77-89F0-A463-D76F-FBAA4B6F1ECF}"/>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4ED692C5-843F-2D57-97EF-D54160522DB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385DEDAF-EF7B-E87A-0A59-D3A2E251644E}"/>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6862237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431629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solidFill>
                  <a:schemeClr val="tx1"/>
                </a:solidFill>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78E69A3B-DD4A-7E6E-BF9B-B34F255DA1D3}"/>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10BFDC8F-E3E5-4E63-6448-25B829D6813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E92A7267-45D8-24C6-DF79-F86888E65B75}"/>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7522904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961495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F0F0F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id-ID" sz="9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id-ID" sz="9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7918704"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u="none"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d-ID"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A6A7F655-4DC2-8B0E-4F18-BC459EA4034A}"/>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FA81F97A-0771-DDF8-16F9-BF5FAD0BD58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8FC32D1A-AC68-9250-3E4D-BF5B030C8638}"/>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2693948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44162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2212"/>
            <a:ext cx="11082528" cy="989512"/>
          </a:xfrm>
        </p:spPr>
        <p:txBody>
          <a:bodyPr vert="horz">
            <a:noAutofit/>
          </a:bodyPr>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5" name="Holder 3">
            <a:extLst>
              <a:ext uri="{FF2B5EF4-FFF2-40B4-BE49-F238E27FC236}">
                <a16:creationId xmlns:a16="http://schemas.microsoft.com/office/drawing/2014/main" id="{B1BE78C8-7D39-F82D-41C0-2B571C68E076}"/>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6" name="Graphic 5">
            <a:extLst>
              <a:ext uri="{FF2B5EF4-FFF2-40B4-BE49-F238E27FC236}">
                <a16:creationId xmlns:a16="http://schemas.microsoft.com/office/drawing/2014/main" id="{CEEB356C-A4A8-675D-C0E4-F71203FFF5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072696" y="6367129"/>
            <a:ext cx="1191176" cy="246221"/>
          </a:xfrm>
          <a:prstGeom prst="rect">
            <a:avLst/>
          </a:prstGeom>
        </p:spPr>
      </p:pic>
      <p:grpSp>
        <p:nvGrpSpPr>
          <p:cNvPr id="7" name="Group 6">
            <a:extLst>
              <a:ext uri="{FF2B5EF4-FFF2-40B4-BE49-F238E27FC236}">
                <a16:creationId xmlns:a16="http://schemas.microsoft.com/office/drawing/2014/main" id="{75232F96-BD7E-856C-F9D4-60844754204B}"/>
              </a:ext>
            </a:extLst>
          </p:cNvPr>
          <p:cNvGrpSpPr/>
          <p:nvPr userDrawn="1"/>
        </p:nvGrpSpPr>
        <p:grpSpPr>
          <a:xfrm>
            <a:off x="0" y="6787773"/>
            <a:ext cx="12192000" cy="83657"/>
            <a:chOff x="-1" y="2352858"/>
            <a:chExt cx="12191999" cy="198318"/>
          </a:xfrm>
        </p:grpSpPr>
        <p:sp>
          <p:nvSpPr>
            <p:cNvPr id="9" name="Rectangle 8">
              <a:extLst>
                <a:ext uri="{FF2B5EF4-FFF2-40B4-BE49-F238E27FC236}">
                  <a16:creationId xmlns:a16="http://schemas.microsoft.com/office/drawing/2014/main" id="{2C9E8511-CE84-7C62-D0D2-8F254E2FE622}"/>
                </a:ext>
              </a:extLst>
            </p:cNvPr>
            <p:cNvSpPr/>
            <p:nvPr/>
          </p:nvSpPr>
          <p:spPr>
            <a:xfrm>
              <a:off x="-1" y="2352858"/>
              <a:ext cx="2404873" cy="198318"/>
            </a:xfrm>
            <a:prstGeom prst="rect">
              <a:avLst/>
            </a:prstGeom>
            <a:solidFill>
              <a:srgbClr val="670F3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1" name="Rectangle 10">
              <a:extLst>
                <a:ext uri="{FF2B5EF4-FFF2-40B4-BE49-F238E27FC236}">
                  <a16:creationId xmlns:a16="http://schemas.microsoft.com/office/drawing/2014/main" id="{71017B6D-EDDA-8B25-63BA-A325431753DC}"/>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2" name="Rectangle 11">
              <a:extLst>
                <a:ext uri="{FF2B5EF4-FFF2-40B4-BE49-F238E27FC236}">
                  <a16:creationId xmlns:a16="http://schemas.microsoft.com/office/drawing/2014/main" id="{3DA71344-8F14-DF19-CCA8-D82208F286D0}"/>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3" name="Rectangle 12">
            <a:extLst>
              <a:ext uri="{FF2B5EF4-FFF2-40B4-BE49-F238E27FC236}">
                <a16:creationId xmlns:a16="http://schemas.microsoft.com/office/drawing/2014/main" id="{51AEE2AE-6AF7-3980-EEB9-90D335D13B60}"/>
              </a:ext>
            </a:extLst>
          </p:cNvPr>
          <p:cNvSpPr/>
          <p:nvPr userDrawn="1"/>
        </p:nvSpPr>
        <p:spPr>
          <a:xfrm>
            <a:off x="11010900" y="6498754"/>
            <a:ext cx="371475" cy="1846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36781623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6914201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3" name="Holder 3">
            <a:extLst>
              <a:ext uri="{FF2B5EF4-FFF2-40B4-BE49-F238E27FC236}">
                <a16:creationId xmlns:a16="http://schemas.microsoft.com/office/drawing/2014/main" id="{848C1D35-957D-3E09-97C3-B00935F18540}"/>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4" name="Graphic 3">
            <a:extLst>
              <a:ext uri="{FF2B5EF4-FFF2-40B4-BE49-F238E27FC236}">
                <a16:creationId xmlns:a16="http://schemas.microsoft.com/office/drawing/2014/main" id="{8E241E06-CC02-08B5-C9FA-54C88522E2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072696" y="6367129"/>
            <a:ext cx="1191176" cy="246221"/>
          </a:xfrm>
          <a:prstGeom prst="rect">
            <a:avLst/>
          </a:prstGeom>
        </p:spPr>
      </p:pic>
      <p:sp>
        <p:nvSpPr>
          <p:cNvPr id="5" name="Rectangle 4">
            <a:extLst>
              <a:ext uri="{FF2B5EF4-FFF2-40B4-BE49-F238E27FC236}">
                <a16:creationId xmlns:a16="http://schemas.microsoft.com/office/drawing/2014/main" id="{7ECCC59F-EC38-38AA-3F55-72944CBE89DF}"/>
              </a:ext>
            </a:extLst>
          </p:cNvPr>
          <p:cNvSpPr/>
          <p:nvPr userDrawn="1"/>
        </p:nvSpPr>
        <p:spPr>
          <a:xfrm>
            <a:off x="11010900" y="6498754"/>
            <a:ext cx="371475" cy="1846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6601514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2021211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grpSp>
        <p:nvGrpSpPr>
          <p:cNvPr id="10" name="Google Shape;314;p44">
            <a:extLst>
              <a:ext uri="{FF2B5EF4-FFF2-40B4-BE49-F238E27FC236}">
                <a16:creationId xmlns:a16="http://schemas.microsoft.com/office/drawing/2014/main" id="{59A2D6F2-1C74-A7AB-4F38-E440103CE843}"/>
              </a:ext>
            </a:extLst>
          </p:cNvPr>
          <p:cNvGrpSpPr/>
          <p:nvPr userDrawn="1"/>
        </p:nvGrpSpPr>
        <p:grpSpPr>
          <a:xfrm>
            <a:off x="549948" y="2861236"/>
            <a:ext cx="4302030" cy="1135529"/>
            <a:chOff x="1889362" y="4373976"/>
            <a:chExt cx="4721515" cy="1246253"/>
          </a:xfrm>
        </p:grpSpPr>
        <p:sp>
          <p:nvSpPr>
            <p:cNvPr id="11" name="Google Shape;315;p44">
              <a:extLst>
                <a:ext uri="{FF2B5EF4-FFF2-40B4-BE49-F238E27FC236}">
                  <a16:creationId xmlns:a16="http://schemas.microsoft.com/office/drawing/2014/main" id="{FE5356AF-5418-EADF-1BDD-FBC70ABC5435}"/>
                </a:ext>
              </a:extLst>
            </p:cNvPr>
            <p:cNvSpPr/>
            <p:nvPr/>
          </p:nvSpPr>
          <p:spPr>
            <a:xfrm>
              <a:off x="1893616" y="4373976"/>
              <a:ext cx="495719" cy="557292"/>
            </a:xfrm>
            <a:custGeom>
              <a:avLst/>
              <a:gdLst/>
              <a:ahLst/>
              <a:cxnLst/>
              <a:rect l="l" t="t" r="r" b="b"/>
              <a:pathLst>
                <a:path w="495719" h="557292" extrusionOk="0">
                  <a:moveTo>
                    <a:pt x="0" y="557292"/>
                  </a:moveTo>
                  <a:lnTo>
                    <a:pt x="0" y="0"/>
                  </a:lnTo>
                  <a:lnTo>
                    <a:pt x="237728" y="0"/>
                  </a:lnTo>
                  <a:cubicBezTo>
                    <a:pt x="315155" y="0"/>
                    <a:pt x="377512" y="25711"/>
                    <a:pt x="424799" y="77172"/>
                  </a:cubicBezTo>
                  <a:cubicBezTo>
                    <a:pt x="472066" y="128613"/>
                    <a:pt x="495719" y="196947"/>
                    <a:pt x="495719" y="282154"/>
                  </a:cubicBezTo>
                  <a:cubicBezTo>
                    <a:pt x="495719" y="382450"/>
                    <a:pt x="463502" y="457271"/>
                    <a:pt x="399068" y="506635"/>
                  </a:cubicBezTo>
                  <a:cubicBezTo>
                    <a:pt x="353859" y="540420"/>
                    <a:pt x="297224" y="557292"/>
                    <a:pt x="229164" y="557292"/>
                  </a:cubicBezTo>
                  <a:lnTo>
                    <a:pt x="0" y="557292"/>
                  </a:lnTo>
                  <a:close/>
                  <a:moveTo>
                    <a:pt x="137961" y="441162"/>
                  </a:moveTo>
                  <a:lnTo>
                    <a:pt x="219013" y="441162"/>
                  </a:lnTo>
                  <a:cubicBezTo>
                    <a:pt x="263713" y="441162"/>
                    <a:pt x="297753" y="427523"/>
                    <a:pt x="321132" y="400244"/>
                  </a:cubicBezTo>
                  <a:cubicBezTo>
                    <a:pt x="344511" y="372965"/>
                    <a:pt x="356210" y="333595"/>
                    <a:pt x="356210" y="282154"/>
                  </a:cubicBezTo>
                  <a:cubicBezTo>
                    <a:pt x="356210" y="230713"/>
                    <a:pt x="344256" y="190069"/>
                    <a:pt x="320348" y="160184"/>
                  </a:cubicBezTo>
                  <a:cubicBezTo>
                    <a:pt x="296440" y="130299"/>
                    <a:pt x="263184" y="115346"/>
                    <a:pt x="220581" y="115346"/>
                  </a:cubicBezTo>
                  <a:lnTo>
                    <a:pt x="137961" y="115346"/>
                  </a:lnTo>
                  <a:lnTo>
                    <a:pt x="137961" y="44116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2" name="Google Shape;316;p44">
              <a:extLst>
                <a:ext uri="{FF2B5EF4-FFF2-40B4-BE49-F238E27FC236}">
                  <a16:creationId xmlns:a16="http://schemas.microsoft.com/office/drawing/2014/main" id="{D2E1F7A3-F85A-D35B-3EBE-58530FEDE5E3}"/>
                </a:ext>
              </a:extLst>
            </p:cNvPr>
            <p:cNvSpPr/>
            <p:nvPr/>
          </p:nvSpPr>
          <p:spPr>
            <a:xfrm>
              <a:off x="2412715" y="4521283"/>
              <a:ext cx="392826" cy="420134"/>
            </a:xfrm>
            <a:custGeom>
              <a:avLst/>
              <a:gdLst/>
              <a:ahLst/>
              <a:cxnLst/>
              <a:rect l="l" t="t" r="r" b="b"/>
              <a:pathLst>
                <a:path w="392826" h="420134" extrusionOk="0">
                  <a:moveTo>
                    <a:pt x="13640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67" y="173039"/>
                  </a:cubicBezTo>
                  <a:cubicBezTo>
                    <a:pt x="191764" y="168375"/>
                    <a:pt x="218357" y="163045"/>
                    <a:pt x="232682" y="157068"/>
                  </a:cubicBezTo>
                  <a:cubicBezTo>
                    <a:pt x="246948" y="151091"/>
                    <a:pt x="254121" y="141606"/>
                    <a:pt x="254121" y="128613"/>
                  </a:cubicBezTo>
                  <a:cubicBezTo>
                    <a:pt x="254121" y="100041"/>
                    <a:pt x="235915" y="85755"/>
                    <a:pt x="199524" y="85755"/>
                  </a:cubicBezTo>
                  <a:cubicBezTo>
                    <a:pt x="160566" y="85755"/>
                    <a:pt x="139010" y="102903"/>
                    <a:pt x="134855" y="137197"/>
                  </a:cubicBezTo>
                  <a:lnTo>
                    <a:pt x="17931" y="137197"/>
                  </a:lnTo>
                  <a:cubicBezTo>
                    <a:pt x="19499" y="97709"/>
                    <a:pt x="35725" y="64963"/>
                    <a:pt x="66649" y="38978"/>
                  </a:cubicBezTo>
                  <a:cubicBezTo>
                    <a:pt x="97553" y="13012"/>
                    <a:pt x="141596" y="0"/>
                    <a:pt x="198760" y="0"/>
                  </a:cubicBezTo>
                  <a:cubicBezTo>
                    <a:pt x="255924" y="0"/>
                    <a:pt x="299056" y="10915"/>
                    <a:pt x="328157" y="32746"/>
                  </a:cubicBezTo>
                  <a:cubicBezTo>
                    <a:pt x="361923" y="57164"/>
                    <a:pt x="378815" y="95103"/>
                    <a:pt x="378815" y="146544"/>
                  </a:cubicBezTo>
                  <a:lnTo>
                    <a:pt x="378815" y="347646"/>
                  </a:lnTo>
                  <a:cubicBezTo>
                    <a:pt x="378815" y="379334"/>
                    <a:pt x="383479" y="398304"/>
                    <a:pt x="392827" y="404536"/>
                  </a:cubicBezTo>
                  <a:lnTo>
                    <a:pt x="392827" y="409984"/>
                  </a:lnTo>
                  <a:lnTo>
                    <a:pt x="269700" y="409984"/>
                  </a:lnTo>
                  <a:cubicBezTo>
                    <a:pt x="264507" y="402713"/>
                    <a:pt x="260078" y="387918"/>
                    <a:pt x="256433" y="365558"/>
                  </a:cubicBezTo>
                  <a:lnTo>
                    <a:pt x="254885" y="365558"/>
                  </a:lnTo>
                  <a:cubicBezTo>
                    <a:pt x="229409" y="401949"/>
                    <a:pt x="189941" y="420135"/>
                    <a:pt x="136403" y="420135"/>
                  </a:cubicBezTo>
                  <a:moveTo>
                    <a:pt x="176929" y="339063"/>
                  </a:moveTo>
                  <a:cubicBezTo>
                    <a:pt x="200837" y="339063"/>
                    <a:pt x="220179" y="332439"/>
                    <a:pt x="235014" y="319192"/>
                  </a:cubicBezTo>
                  <a:cubicBezTo>
                    <a:pt x="249829" y="305944"/>
                    <a:pt x="257217" y="288660"/>
                    <a:pt x="257217" y="267358"/>
                  </a:cubicBezTo>
                  <a:lnTo>
                    <a:pt x="257217" y="219817"/>
                  </a:lnTo>
                  <a:cubicBezTo>
                    <a:pt x="244734" y="226049"/>
                    <a:pt x="222923" y="233064"/>
                    <a:pt x="191764" y="240844"/>
                  </a:cubicBezTo>
                  <a:cubicBezTo>
                    <a:pt x="166269" y="246586"/>
                    <a:pt x="148338" y="253327"/>
                    <a:pt x="137971" y="261127"/>
                  </a:cubicBezTo>
                  <a:cubicBezTo>
                    <a:pt x="127585" y="268907"/>
                    <a:pt x="122391" y="280096"/>
                    <a:pt x="122391" y="294637"/>
                  </a:cubicBezTo>
                  <a:cubicBezTo>
                    <a:pt x="122391" y="324248"/>
                    <a:pt x="140577" y="339063"/>
                    <a:pt x="17692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3" name="Google Shape;317;p44">
              <a:extLst>
                <a:ext uri="{FF2B5EF4-FFF2-40B4-BE49-F238E27FC236}">
                  <a16:creationId xmlns:a16="http://schemas.microsoft.com/office/drawing/2014/main" id="{39DAA4A0-49EE-4E4B-DA7E-9512DF01B0CA}"/>
                </a:ext>
              </a:extLst>
            </p:cNvPr>
            <p:cNvSpPr/>
            <p:nvPr/>
          </p:nvSpPr>
          <p:spPr>
            <a:xfrm>
              <a:off x="2853083" y="4520507"/>
              <a:ext cx="386604" cy="410767"/>
            </a:xfrm>
            <a:custGeom>
              <a:avLst/>
              <a:gdLst/>
              <a:ahLst/>
              <a:cxnLst/>
              <a:rect l="l" t="t" r="r" b="b"/>
              <a:pathLst>
                <a:path w="386604" h="410767" extrusionOk="0">
                  <a:moveTo>
                    <a:pt x="0" y="410768"/>
                  </a:moveTo>
                  <a:lnTo>
                    <a:pt x="0" y="11699"/>
                  </a:lnTo>
                  <a:lnTo>
                    <a:pt x="122382" y="11699"/>
                  </a:lnTo>
                  <a:lnTo>
                    <a:pt x="122382" y="66257"/>
                  </a:lnTo>
                  <a:lnTo>
                    <a:pt x="124714" y="66257"/>
                  </a:lnTo>
                  <a:cubicBezTo>
                    <a:pt x="155383" y="22086"/>
                    <a:pt x="196438" y="0"/>
                    <a:pt x="247860" y="0"/>
                  </a:cubicBezTo>
                  <a:cubicBezTo>
                    <a:pt x="290992" y="0"/>
                    <a:pt x="324895" y="13914"/>
                    <a:pt x="349606" y="41702"/>
                  </a:cubicBezTo>
                  <a:cubicBezTo>
                    <a:pt x="374278" y="69510"/>
                    <a:pt x="386604" y="105999"/>
                    <a:pt x="386604" y="151209"/>
                  </a:cubicBezTo>
                  <a:lnTo>
                    <a:pt x="386604" y="410768"/>
                  </a:lnTo>
                  <a:lnTo>
                    <a:pt x="259559" y="410768"/>
                  </a:lnTo>
                  <a:lnTo>
                    <a:pt x="259559" y="176939"/>
                  </a:lnTo>
                  <a:cubicBezTo>
                    <a:pt x="259559" y="155108"/>
                    <a:pt x="254248" y="137844"/>
                    <a:pt x="243588" y="125106"/>
                  </a:cubicBezTo>
                  <a:cubicBezTo>
                    <a:pt x="232907" y="112368"/>
                    <a:pt x="217465" y="105999"/>
                    <a:pt x="197222" y="105999"/>
                  </a:cubicBezTo>
                  <a:cubicBezTo>
                    <a:pt x="176410" y="105999"/>
                    <a:pt x="159518" y="113798"/>
                    <a:pt x="146525" y="129397"/>
                  </a:cubicBezTo>
                  <a:cubicBezTo>
                    <a:pt x="133552" y="144977"/>
                    <a:pt x="127065" y="165240"/>
                    <a:pt x="127065" y="190186"/>
                  </a:cubicBezTo>
                  <a:lnTo>
                    <a:pt x="127065"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4" name="Google Shape;318;p44">
              <a:extLst>
                <a:ext uri="{FF2B5EF4-FFF2-40B4-BE49-F238E27FC236}">
                  <a16:creationId xmlns:a16="http://schemas.microsoft.com/office/drawing/2014/main" id="{A41F6CBC-0B2E-FCBA-891B-295D25E54567}"/>
                </a:ext>
              </a:extLst>
            </p:cNvPr>
            <p:cNvSpPr/>
            <p:nvPr/>
          </p:nvSpPr>
          <p:spPr>
            <a:xfrm>
              <a:off x="3278646" y="4521283"/>
              <a:ext cx="392836" cy="420134"/>
            </a:xfrm>
            <a:custGeom>
              <a:avLst/>
              <a:gdLst/>
              <a:ahLst/>
              <a:cxnLst/>
              <a:rect l="l" t="t" r="r" b="b"/>
              <a:pathLst>
                <a:path w="392836" h="420134" extrusionOk="0">
                  <a:moveTo>
                    <a:pt x="13641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55"/>
                    <a:pt x="199534" y="85755"/>
                  </a:cubicBezTo>
                  <a:cubicBezTo>
                    <a:pt x="160576" y="85755"/>
                    <a:pt x="139000" y="102903"/>
                    <a:pt x="134845" y="137197"/>
                  </a:cubicBezTo>
                  <a:lnTo>
                    <a:pt x="17931" y="137197"/>
                  </a:lnTo>
                  <a:cubicBezTo>
                    <a:pt x="19499" y="97709"/>
                    <a:pt x="35725" y="64963"/>
                    <a:pt x="66649" y="38978"/>
                  </a:cubicBezTo>
                  <a:cubicBezTo>
                    <a:pt x="97553" y="13012"/>
                    <a:pt x="141606" y="0"/>
                    <a:pt x="198770" y="0"/>
                  </a:cubicBezTo>
                  <a:cubicBezTo>
                    <a:pt x="255934" y="0"/>
                    <a:pt x="299046" y="10915"/>
                    <a:pt x="328147" y="32746"/>
                  </a:cubicBezTo>
                  <a:cubicBezTo>
                    <a:pt x="361913" y="57164"/>
                    <a:pt x="378805" y="95103"/>
                    <a:pt x="378805" y="146544"/>
                  </a:cubicBezTo>
                  <a:lnTo>
                    <a:pt x="378805" y="347646"/>
                  </a:lnTo>
                  <a:cubicBezTo>
                    <a:pt x="378805" y="379334"/>
                    <a:pt x="383489" y="398304"/>
                    <a:pt x="392837" y="404536"/>
                  </a:cubicBezTo>
                  <a:lnTo>
                    <a:pt x="392837" y="409984"/>
                  </a:lnTo>
                  <a:lnTo>
                    <a:pt x="269690" y="409984"/>
                  </a:lnTo>
                  <a:cubicBezTo>
                    <a:pt x="264497" y="402713"/>
                    <a:pt x="260068" y="387918"/>
                    <a:pt x="256443" y="365558"/>
                  </a:cubicBezTo>
                  <a:lnTo>
                    <a:pt x="254875" y="365558"/>
                  </a:lnTo>
                  <a:cubicBezTo>
                    <a:pt x="229419" y="401949"/>
                    <a:pt x="189932" y="420135"/>
                    <a:pt x="136413" y="420135"/>
                  </a:cubicBezTo>
                  <a:moveTo>
                    <a:pt x="176939" y="339063"/>
                  </a:moveTo>
                  <a:cubicBezTo>
                    <a:pt x="200828" y="339063"/>
                    <a:pt x="220209" y="332439"/>
                    <a:pt x="235004" y="319192"/>
                  </a:cubicBezTo>
                  <a:cubicBezTo>
                    <a:pt x="249819" y="305944"/>
                    <a:pt x="257227" y="288660"/>
                    <a:pt x="257227" y="267358"/>
                  </a:cubicBezTo>
                  <a:lnTo>
                    <a:pt x="257227" y="219817"/>
                  </a:lnTo>
                  <a:cubicBezTo>
                    <a:pt x="244744" y="226049"/>
                    <a:pt x="222933" y="233064"/>
                    <a:pt x="191754" y="240844"/>
                  </a:cubicBezTo>
                  <a:cubicBezTo>
                    <a:pt x="166278" y="246586"/>
                    <a:pt x="148348"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5" name="Google Shape;319;p44">
              <a:extLst>
                <a:ext uri="{FF2B5EF4-FFF2-40B4-BE49-F238E27FC236}">
                  <a16:creationId xmlns:a16="http://schemas.microsoft.com/office/drawing/2014/main" id="{5886CE7E-E13C-4027-4BE3-A38C29406570}"/>
                </a:ext>
              </a:extLst>
            </p:cNvPr>
            <p:cNvSpPr/>
            <p:nvPr/>
          </p:nvSpPr>
          <p:spPr>
            <a:xfrm>
              <a:off x="3719024" y="452050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4" y="13914"/>
                    <a:pt x="349587" y="41702"/>
                  </a:cubicBezTo>
                  <a:cubicBezTo>
                    <a:pt x="374259" y="69510"/>
                    <a:pt x="386605" y="105999"/>
                    <a:pt x="386605" y="151209"/>
                  </a:cubicBezTo>
                  <a:lnTo>
                    <a:pt x="386605" y="410768"/>
                  </a:lnTo>
                  <a:lnTo>
                    <a:pt x="259559" y="410768"/>
                  </a:lnTo>
                  <a:lnTo>
                    <a:pt x="259559" y="176939"/>
                  </a:lnTo>
                  <a:cubicBezTo>
                    <a:pt x="259559" y="155108"/>
                    <a:pt x="254229" y="137844"/>
                    <a:pt x="243568" y="125106"/>
                  </a:cubicBezTo>
                  <a:cubicBezTo>
                    <a:pt x="232927" y="112368"/>
                    <a:pt x="217465" y="105999"/>
                    <a:pt x="197202" y="105999"/>
                  </a:cubicBezTo>
                  <a:cubicBezTo>
                    <a:pt x="176410" y="105999"/>
                    <a:pt x="159518" y="113798"/>
                    <a:pt x="146525" y="129397"/>
                  </a:cubicBezTo>
                  <a:cubicBezTo>
                    <a:pt x="133532" y="144977"/>
                    <a:pt x="127046" y="165240"/>
                    <a:pt x="127046" y="190186"/>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6" name="Google Shape;320;p44">
              <a:extLst>
                <a:ext uri="{FF2B5EF4-FFF2-40B4-BE49-F238E27FC236}">
                  <a16:creationId xmlns:a16="http://schemas.microsoft.com/office/drawing/2014/main" id="{5DDE4719-03DF-F1A0-14E1-63CF25340EB7}"/>
                </a:ext>
              </a:extLst>
            </p:cNvPr>
            <p:cNvSpPr/>
            <p:nvPr/>
          </p:nvSpPr>
          <p:spPr>
            <a:xfrm>
              <a:off x="4133692" y="4405937"/>
              <a:ext cx="249427" cy="530013"/>
            </a:xfrm>
            <a:custGeom>
              <a:avLst/>
              <a:gdLst/>
              <a:ahLst/>
              <a:cxnLst/>
              <a:rect l="l" t="t" r="r" b="b"/>
              <a:pathLst>
                <a:path w="249427" h="530013" extrusionOk="0">
                  <a:moveTo>
                    <a:pt x="180055" y="530014"/>
                  </a:moveTo>
                  <a:cubicBezTo>
                    <a:pt x="139529" y="530014"/>
                    <a:pt x="108213" y="521822"/>
                    <a:pt x="86128" y="505459"/>
                  </a:cubicBezTo>
                  <a:cubicBezTo>
                    <a:pt x="64042" y="489096"/>
                    <a:pt x="53009" y="460641"/>
                    <a:pt x="53009" y="420115"/>
                  </a:cubicBezTo>
                  <a:lnTo>
                    <a:pt x="53009" y="205766"/>
                  </a:lnTo>
                  <a:lnTo>
                    <a:pt x="0" y="205766"/>
                  </a:lnTo>
                  <a:lnTo>
                    <a:pt x="0" y="126262"/>
                  </a:lnTo>
                  <a:lnTo>
                    <a:pt x="53009" y="126262"/>
                  </a:lnTo>
                  <a:lnTo>
                    <a:pt x="53009" y="0"/>
                  </a:lnTo>
                  <a:lnTo>
                    <a:pt x="176939" y="0"/>
                  </a:lnTo>
                  <a:lnTo>
                    <a:pt x="176939" y="126262"/>
                  </a:lnTo>
                  <a:lnTo>
                    <a:pt x="249427" y="126262"/>
                  </a:lnTo>
                  <a:lnTo>
                    <a:pt x="249427" y="205766"/>
                  </a:lnTo>
                  <a:lnTo>
                    <a:pt x="176939" y="205766"/>
                  </a:lnTo>
                  <a:lnTo>
                    <a:pt x="176939" y="392836"/>
                  </a:lnTo>
                  <a:cubicBezTo>
                    <a:pt x="176939" y="407397"/>
                    <a:pt x="180702" y="417528"/>
                    <a:pt x="188246" y="423231"/>
                  </a:cubicBezTo>
                  <a:cubicBezTo>
                    <a:pt x="195771" y="428953"/>
                    <a:pt x="206804" y="431795"/>
                    <a:pt x="221365" y="431795"/>
                  </a:cubicBezTo>
                  <a:cubicBezTo>
                    <a:pt x="225519" y="431795"/>
                    <a:pt x="230967" y="431677"/>
                    <a:pt x="237728" y="431422"/>
                  </a:cubicBezTo>
                  <a:cubicBezTo>
                    <a:pt x="244469" y="431168"/>
                    <a:pt x="248389" y="431031"/>
                    <a:pt x="249427" y="431031"/>
                  </a:cubicBezTo>
                  <a:lnTo>
                    <a:pt x="249427" y="523782"/>
                  </a:lnTo>
                  <a:cubicBezTo>
                    <a:pt x="234867" y="527936"/>
                    <a:pt x="211743" y="530014"/>
                    <a:pt x="180055" y="530014"/>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7" name="Google Shape;321;p44">
              <a:extLst>
                <a:ext uri="{FF2B5EF4-FFF2-40B4-BE49-F238E27FC236}">
                  <a16:creationId xmlns:a16="http://schemas.microsoft.com/office/drawing/2014/main" id="{F28522F9-732C-F8DA-8C05-8486B0509482}"/>
                </a:ext>
              </a:extLst>
            </p:cNvPr>
            <p:cNvSpPr/>
            <p:nvPr/>
          </p:nvSpPr>
          <p:spPr>
            <a:xfrm>
              <a:off x="4418178" y="4521283"/>
              <a:ext cx="392836" cy="420134"/>
            </a:xfrm>
            <a:custGeom>
              <a:avLst/>
              <a:gdLst/>
              <a:ahLst/>
              <a:cxnLst/>
              <a:rect l="l" t="t" r="r" b="b"/>
              <a:pathLst>
                <a:path w="392836" h="420134" extrusionOk="0">
                  <a:moveTo>
                    <a:pt x="13641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55"/>
                    <a:pt x="199534" y="85755"/>
                  </a:cubicBezTo>
                  <a:cubicBezTo>
                    <a:pt x="160576" y="85755"/>
                    <a:pt x="139000" y="102903"/>
                    <a:pt x="134845" y="137197"/>
                  </a:cubicBezTo>
                  <a:lnTo>
                    <a:pt x="17931" y="137197"/>
                  </a:lnTo>
                  <a:cubicBezTo>
                    <a:pt x="19499" y="97709"/>
                    <a:pt x="35725" y="64963"/>
                    <a:pt x="66649" y="38978"/>
                  </a:cubicBezTo>
                  <a:cubicBezTo>
                    <a:pt x="97553" y="13012"/>
                    <a:pt x="141606" y="0"/>
                    <a:pt x="198770" y="0"/>
                  </a:cubicBezTo>
                  <a:cubicBezTo>
                    <a:pt x="255934" y="0"/>
                    <a:pt x="299046" y="10915"/>
                    <a:pt x="328147" y="32746"/>
                  </a:cubicBezTo>
                  <a:cubicBezTo>
                    <a:pt x="361913" y="57164"/>
                    <a:pt x="378805" y="95103"/>
                    <a:pt x="378805" y="146544"/>
                  </a:cubicBezTo>
                  <a:lnTo>
                    <a:pt x="378805" y="347646"/>
                  </a:lnTo>
                  <a:cubicBezTo>
                    <a:pt x="378805" y="379334"/>
                    <a:pt x="383489" y="398304"/>
                    <a:pt x="392837" y="404536"/>
                  </a:cubicBezTo>
                  <a:lnTo>
                    <a:pt x="392837" y="409984"/>
                  </a:lnTo>
                  <a:lnTo>
                    <a:pt x="269690" y="409984"/>
                  </a:lnTo>
                  <a:cubicBezTo>
                    <a:pt x="264497" y="402713"/>
                    <a:pt x="260068" y="387918"/>
                    <a:pt x="256443" y="365558"/>
                  </a:cubicBezTo>
                  <a:lnTo>
                    <a:pt x="254875" y="365558"/>
                  </a:lnTo>
                  <a:cubicBezTo>
                    <a:pt x="229419" y="401949"/>
                    <a:pt x="189932" y="420135"/>
                    <a:pt x="136413" y="420135"/>
                  </a:cubicBezTo>
                  <a:moveTo>
                    <a:pt x="176939" y="339063"/>
                  </a:moveTo>
                  <a:cubicBezTo>
                    <a:pt x="200828" y="339063"/>
                    <a:pt x="220189" y="332439"/>
                    <a:pt x="235004" y="319192"/>
                  </a:cubicBezTo>
                  <a:cubicBezTo>
                    <a:pt x="249819" y="305944"/>
                    <a:pt x="257227" y="288660"/>
                    <a:pt x="257227" y="267358"/>
                  </a:cubicBezTo>
                  <a:lnTo>
                    <a:pt x="257227" y="219817"/>
                  </a:lnTo>
                  <a:cubicBezTo>
                    <a:pt x="244744" y="226049"/>
                    <a:pt x="222932" y="233064"/>
                    <a:pt x="191754" y="240844"/>
                  </a:cubicBezTo>
                  <a:cubicBezTo>
                    <a:pt x="166278" y="246586"/>
                    <a:pt x="148367"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8" name="Google Shape;322;p44">
              <a:extLst>
                <a:ext uri="{FF2B5EF4-FFF2-40B4-BE49-F238E27FC236}">
                  <a16:creationId xmlns:a16="http://schemas.microsoft.com/office/drawing/2014/main" id="{B2782069-9343-228D-0DB8-6CD345F1131C}"/>
                </a:ext>
              </a:extLst>
            </p:cNvPr>
            <p:cNvSpPr/>
            <p:nvPr/>
          </p:nvSpPr>
          <p:spPr>
            <a:xfrm>
              <a:off x="4858556" y="4525975"/>
              <a:ext cx="257991" cy="405299"/>
            </a:xfrm>
            <a:custGeom>
              <a:avLst/>
              <a:gdLst/>
              <a:ahLst/>
              <a:cxnLst/>
              <a:rect l="l" t="t" r="r" b="b"/>
              <a:pathLst>
                <a:path w="257991" h="405299" extrusionOk="0">
                  <a:moveTo>
                    <a:pt x="0" y="405300"/>
                  </a:moveTo>
                  <a:lnTo>
                    <a:pt x="0" y="6232"/>
                  </a:lnTo>
                  <a:lnTo>
                    <a:pt x="121598" y="6232"/>
                  </a:lnTo>
                  <a:lnTo>
                    <a:pt x="121598" y="68589"/>
                  </a:lnTo>
                  <a:lnTo>
                    <a:pt x="123930" y="68589"/>
                  </a:lnTo>
                  <a:cubicBezTo>
                    <a:pt x="150934" y="22869"/>
                    <a:pt x="187325" y="0"/>
                    <a:pt x="233045" y="0"/>
                  </a:cubicBezTo>
                  <a:cubicBezTo>
                    <a:pt x="244999" y="0"/>
                    <a:pt x="253327" y="1039"/>
                    <a:pt x="257991" y="3116"/>
                  </a:cubicBezTo>
                  <a:lnTo>
                    <a:pt x="257991" y="112231"/>
                  </a:lnTo>
                  <a:lnTo>
                    <a:pt x="254875" y="112231"/>
                  </a:lnTo>
                  <a:cubicBezTo>
                    <a:pt x="215388" y="106528"/>
                    <a:pt x="184209" y="113406"/>
                    <a:pt x="161340" y="132886"/>
                  </a:cubicBezTo>
                  <a:cubicBezTo>
                    <a:pt x="138471" y="152365"/>
                    <a:pt x="127046" y="183426"/>
                    <a:pt x="127046" y="226029"/>
                  </a:cubicBezTo>
                  <a:lnTo>
                    <a:pt x="127046" y="405300"/>
                  </a:lnTo>
                  <a:lnTo>
                    <a:pt x="0" y="40530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9" name="Google Shape;323;p44">
              <a:extLst>
                <a:ext uri="{FF2B5EF4-FFF2-40B4-BE49-F238E27FC236}">
                  <a16:creationId xmlns:a16="http://schemas.microsoft.com/office/drawing/2014/main" id="{2ECEE281-8B46-42D1-56D9-1CAE3A7C3827}"/>
                </a:ext>
              </a:extLst>
            </p:cNvPr>
            <p:cNvSpPr/>
            <p:nvPr/>
          </p:nvSpPr>
          <p:spPr>
            <a:xfrm>
              <a:off x="5126678" y="4521283"/>
              <a:ext cx="392817" cy="420134"/>
            </a:xfrm>
            <a:custGeom>
              <a:avLst/>
              <a:gdLst/>
              <a:ahLst/>
              <a:cxnLst/>
              <a:rect l="l" t="t" r="r" b="b"/>
              <a:pathLst>
                <a:path w="392817" h="420134" extrusionOk="0">
                  <a:moveTo>
                    <a:pt x="136413" y="420135"/>
                  </a:moveTo>
                  <a:cubicBezTo>
                    <a:pt x="95358" y="420135"/>
                    <a:pt x="62337" y="409474"/>
                    <a:pt x="37410" y="388172"/>
                  </a:cubicBezTo>
                  <a:cubicBezTo>
                    <a:pt x="12464" y="366871"/>
                    <a:pt x="0" y="336986"/>
                    <a:pt x="0" y="298537"/>
                  </a:cubicBezTo>
                  <a:cubicBezTo>
                    <a:pt x="0" y="258011"/>
                    <a:pt x="13502" y="228518"/>
                    <a:pt x="40546" y="210058"/>
                  </a:cubicBezTo>
                  <a:cubicBezTo>
                    <a:pt x="67531" y="191617"/>
                    <a:pt x="104960" y="179271"/>
                    <a:pt x="152757" y="173039"/>
                  </a:cubicBezTo>
                  <a:cubicBezTo>
                    <a:pt x="191735" y="168375"/>
                    <a:pt x="218347" y="163045"/>
                    <a:pt x="232672" y="157068"/>
                  </a:cubicBezTo>
                  <a:cubicBezTo>
                    <a:pt x="246939" y="151091"/>
                    <a:pt x="254092" y="141606"/>
                    <a:pt x="254092" y="128613"/>
                  </a:cubicBezTo>
                  <a:cubicBezTo>
                    <a:pt x="254092" y="100041"/>
                    <a:pt x="235886" y="85755"/>
                    <a:pt x="199515" y="85755"/>
                  </a:cubicBezTo>
                  <a:cubicBezTo>
                    <a:pt x="160576" y="85755"/>
                    <a:pt x="139000" y="102903"/>
                    <a:pt x="134845" y="137197"/>
                  </a:cubicBezTo>
                  <a:lnTo>
                    <a:pt x="17911" y="137197"/>
                  </a:lnTo>
                  <a:cubicBezTo>
                    <a:pt x="19479" y="97709"/>
                    <a:pt x="35725" y="64963"/>
                    <a:pt x="66649" y="38978"/>
                  </a:cubicBezTo>
                  <a:cubicBezTo>
                    <a:pt x="97553" y="13012"/>
                    <a:pt x="141606" y="0"/>
                    <a:pt x="198751" y="0"/>
                  </a:cubicBezTo>
                  <a:cubicBezTo>
                    <a:pt x="255934" y="0"/>
                    <a:pt x="299027" y="10915"/>
                    <a:pt x="328128" y="32746"/>
                  </a:cubicBezTo>
                  <a:cubicBezTo>
                    <a:pt x="361913" y="57164"/>
                    <a:pt x="378805" y="95103"/>
                    <a:pt x="378805" y="146544"/>
                  </a:cubicBezTo>
                  <a:lnTo>
                    <a:pt x="378805" y="347646"/>
                  </a:lnTo>
                  <a:cubicBezTo>
                    <a:pt x="378805" y="379334"/>
                    <a:pt x="383489" y="398304"/>
                    <a:pt x="392817" y="404536"/>
                  </a:cubicBezTo>
                  <a:lnTo>
                    <a:pt x="392817" y="409984"/>
                  </a:lnTo>
                  <a:lnTo>
                    <a:pt x="269671" y="409984"/>
                  </a:lnTo>
                  <a:cubicBezTo>
                    <a:pt x="264478" y="402713"/>
                    <a:pt x="260069" y="387918"/>
                    <a:pt x="256443" y="365558"/>
                  </a:cubicBezTo>
                  <a:lnTo>
                    <a:pt x="254876" y="365558"/>
                  </a:lnTo>
                  <a:cubicBezTo>
                    <a:pt x="229419" y="401949"/>
                    <a:pt x="189932" y="420135"/>
                    <a:pt x="136413" y="420135"/>
                  </a:cubicBezTo>
                  <a:moveTo>
                    <a:pt x="176919" y="339063"/>
                  </a:moveTo>
                  <a:cubicBezTo>
                    <a:pt x="200828" y="339063"/>
                    <a:pt x="220170" y="332439"/>
                    <a:pt x="234985" y="319192"/>
                  </a:cubicBezTo>
                  <a:cubicBezTo>
                    <a:pt x="249819" y="305944"/>
                    <a:pt x="257207" y="288660"/>
                    <a:pt x="257207" y="267358"/>
                  </a:cubicBezTo>
                  <a:lnTo>
                    <a:pt x="257207" y="219817"/>
                  </a:lnTo>
                  <a:cubicBezTo>
                    <a:pt x="244744" y="226049"/>
                    <a:pt x="222913" y="233064"/>
                    <a:pt x="191735" y="240844"/>
                  </a:cubicBezTo>
                  <a:cubicBezTo>
                    <a:pt x="166278" y="246586"/>
                    <a:pt x="148367" y="253327"/>
                    <a:pt x="137942" y="261127"/>
                  </a:cubicBezTo>
                  <a:cubicBezTo>
                    <a:pt x="127555" y="268907"/>
                    <a:pt x="122362" y="280096"/>
                    <a:pt x="122362" y="294637"/>
                  </a:cubicBezTo>
                  <a:cubicBezTo>
                    <a:pt x="122362" y="324248"/>
                    <a:pt x="140548" y="339063"/>
                    <a:pt x="17691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0" name="Google Shape;324;p44">
              <a:extLst>
                <a:ext uri="{FF2B5EF4-FFF2-40B4-BE49-F238E27FC236}">
                  <a16:creationId xmlns:a16="http://schemas.microsoft.com/office/drawing/2014/main" id="{B8AC8E1F-D064-259B-986B-4DB558DF0A2A}"/>
                </a:ext>
              </a:extLst>
            </p:cNvPr>
            <p:cNvSpPr/>
            <p:nvPr/>
          </p:nvSpPr>
          <p:spPr>
            <a:xfrm>
              <a:off x="1889362" y="5050454"/>
              <a:ext cx="137961" cy="557292"/>
            </a:xfrm>
            <a:custGeom>
              <a:avLst/>
              <a:gdLst/>
              <a:ahLst/>
              <a:cxnLst/>
              <a:rect l="l" t="t" r="r" b="b"/>
              <a:pathLst>
                <a:path w="137961" h="557292" extrusionOk="0">
                  <a:moveTo>
                    <a:pt x="0" y="0"/>
                  </a:moveTo>
                  <a:lnTo>
                    <a:pt x="137961" y="0"/>
                  </a:lnTo>
                  <a:lnTo>
                    <a:pt x="137961" y="557292"/>
                  </a:lnTo>
                  <a:lnTo>
                    <a:pt x="0" y="55729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1" name="Google Shape;325;p44">
              <a:extLst>
                <a:ext uri="{FF2B5EF4-FFF2-40B4-BE49-F238E27FC236}">
                  <a16:creationId xmlns:a16="http://schemas.microsoft.com/office/drawing/2014/main" id="{B379156C-A10A-5C7C-5135-84CDD1DD28BF}"/>
                </a:ext>
              </a:extLst>
            </p:cNvPr>
            <p:cNvSpPr/>
            <p:nvPr/>
          </p:nvSpPr>
          <p:spPr>
            <a:xfrm>
              <a:off x="2095912" y="519698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5" y="13914"/>
                    <a:pt x="349586" y="41702"/>
                  </a:cubicBezTo>
                  <a:cubicBezTo>
                    <a:pt x="374259" y="69510"/>
                    <a:pt x="386605" y="105999"/>
                    <a:pt x="386605" y="151209"/>
                  </a:cubicBezTo>
                  <a:lnTo>
                    <a:pt x="386605" y="410768"/>
                  </a:lnTo>
                  <a:lnTo>
                    <a:pt x="259559" y="410768"/>
                  </a:lnTo>
                  <a:lnTo>
                    <a:pt x="259559" y="176939"/>
                  </a:lnTo>
                  <a:cubicBezTo>
                    <a:pt x="259559" y="155108"/>
                    <a:pt x="254229" y="137844"/>
                    <a:pt x="243568" y="125106"/>
                  </a:cubicBezTo>
                  <a:cubicBezTo>
                    <a:pt x="232907" y="112368"/>
                    <a:pt x="217465" y="105999"/>
                    <a:pt x="197202" y="105999"/>
                  </a:cubicBezTo>
                  <a:cubicBezTo>
                    <a:pt x="176410" y="105999"/>
                    <a:pt x="159518" y="113798"/>
                    <a:pt x="146525" y="129397"/>
                  </a:cubicBezTo>
                  <a:cubicBezTo>
                    <a:pt x="133532" y="144977"/>
                    <a:pt x="127046" y="165240"/>
                    <a:pt x="127046" y="190187"/>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2" name="Google Shape;326;p44">
              <a:extLst>
                <a:ext uri="{FF2B5EF4-FFF2-40B4-BE49-F238E27FC236}">
                  <a16:creationId xmlns:a16="http://schemas.microsoft.com/office/drawing/2014/main" id="{BF69E56F-006B-0C8A-39EA-63D1023B2969}"/>
                </a:ext>
              </a:extLst>
            </p:cNvPr>
            <p:cNvSpPr/>
            <p:nvPr/>
          </p:nvSpPr>
          <p:spPr>
            <a:xfrm>
              <a:off x="2522255" y="5050454"/>
              <a:ext cx="415447" cy="569775"/>
            </a:xfrm>
            <a:custGeom>
              <a:avLst/>
              <a:gdLst/>
              <a:ahLst/>
              <a:cxnLst/>
              <a:rect l="l" t="t" r="r" b="b"/>
              <a:pathLst>
                <a:path w="415447" h="569775" extrusionOk="0">
                  <a:moveTo>
                    <a:pt x="174584" y="569776"/>
                  </a:moveTo>
                  <a:cubicBezTo>
                    <a:pt x="122633" y="569776"/>
                    <a:pt x="80539" y="550806"/>
                    <a:pt x="48322" y="512886"/>
                  </a:cubicBezTo>
                  <a:cubicBezTo>
                    <a:pt x="16105" y="474947"/>
                    <a:pt x="0" y="423231"/>
                    <a:pt x="0" y="357758"/>
                  </a:cubicBezTo>
                  <a:cubicBezTo>
                    <a:pt x="0" y="295401"/>
                    <a:pt x="16242" y="244626"/>
                    <a:pt x="48714" y="205394"/>
                  </a:cubicBezTo>
                  <a:cubicBezTo>
                    <a:pt x="81185" y="166161"/>
                    <a:pt x="123142" y="146545"/>
                    <a:pt x="174584" y="146545"/>
                  </a:cubicBezTo>
                  <a:cubicBezTo>
                    <a:pt x="222400" y="146545"/>
                    <a:pt x="259555" y="165514"/>
                    <a:pt x="286050" y="203434"/>
                  </a:cubicBezTo>
                  <a:lnTo>
                    <a:pt x="288382" y="203434"/>
                  </a:lnTo>
                  <a:lnTo>
                    <a:pt x="288382" y="0"/>
                  </a:lnTo>
                  <a:lnTo>
                    <a:pt x="415447" y="0"/>
                  </a:lnTo>
                  <a:lnTo>
                    <a:pt x="415447" y="557292"/>
                  </a:lnTo>
                  <a:lnTo>
                    <a:pt x="293849" y="557292"/>
                  </a:lnTo>
                  <a:lnTo>
                    <a:pt x="293849" y="503519"/>
                  </a:lnTo>
                  <a:lnTo>
                    <a:pt x="292282" y="503519"/>
                  </a:lnTo>
                  <a:cubicBezTo>
                    <a:pt x="266296" y="547690"/>
                    <a:pt x="227064" y="569776"/>
                    <a:pt x="174584" y="569776"/>
                  </a:cubicBezTo>
                  <a:moveTo>
                    <a:pt x="207330" y="469225"/>
                  </a:moveTo>
                  <a:cubicBezTo>
                    <a:pt x="233315" y="469225"/>
                    <a:pt x="253833" y="458976"/>
                    <a:pt x="268903" y="438438"/>
                  </a:cubicBezTo>
                  <a:cubicBezTo>
                    <a:pt x="283973" y="417920"/>
                    <a:pt x="291517" y="391034"/>
                    <a:pt x="291517" y="357758"/>
                  </a:cubicBezTo>
                  <a:cubicBezTo>
                    <a:pt x="291517" y="322954"/>
                    <a:pt x="284502" y="295029"/>
                    <a:pt x="270471" y="273982"/>
                  </a:cubicBezTo>
                  <a:cubicBezTo>
                    <a:pt x="256439" y="252935"/>
                    <a:pt x="235902" y="242412"/>
                    <a:pt x="208898" y="242412"/>
                  </a:cubicBezTo>
                  <a:cubicBezTo>
                    <a:pt x="183951" y="242412"/>
                    <a:pt x="164334" y="252818"/>
                    <a:pt x="150048" y="273590"/>
                  </a:cubicBezTo>
                  <a:cubicBezTo>
                    <a:pt x="135743" y="294382"/>
                    <a:pt x="128610" y="321916"/>
                    <a:pt x="128610" y="356210"/>
                  </a:cubicBezTo>
                  <a:cubicBezTo>
                    <a:pt x="128610" y="391034"/>
                    <a:pt x="135625" y="418567"/>
                    <a:pt x="149657" y="438830"/>
                  </a:cubicBezTo>
                  <a:cubicBezTo>
                    <a:pt x="163688" y="459093"/>
                    <a:pt x="182893" y="469225"/>
                    <a:pt x="207330" y="469225"/>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3" name="Google Shape;327;p44">
              <a:extLst>
                <a:ext uri="{FF2B5EF4-FFF2-40B4-BE49-F238E27FC236}">
                  <a16:creationId xmlns:a16="http://schemas.microsoft.com/office/drawing/2014/main" id="{A88E45F2-FA5F-FFB6-9E9F-B06B2338F896}"/>
                </a:ext>
              </a:extLst>
            </p:cNvPr>
            <p:cNvSpPr/>
            <p:nvPr/>
          </p:nvSpPr>
          <p:spPr>
            <a:xfrm>
              <a:off x="2980580" y="5197775"/>
              <a:ext cx="426346" cy="422447"/>
            </a:xfrm>
            <a:custGeom>
              <a:avLst/>
              <a:gdLst/>
              <a:ahLst/>
              <a:cxnLst/>
              <a:rect l="l" t="t" r="r" b="b"/>
              <a:pathLst>
                <a:path w="426346" h="422447" extrusionOk="0">
                  <a:moveTo>
                    <a:pt x="367498" y="362422"/>
                  </a:moveTo>
                  <a:cubicBezTo>
                    <a:pt x="328265" y="402458"/>
                    <a:pt x="276961" y="422447"/>
                    <a:pt x="213565" y="422447"/>
                  </a:cubicBezTo>
                  <a:cubicBezTo>
                    <a:pt x="150170" y="422447"/>
                    <a:pt x="98709" y="402458"/>
                    <a:pt x="59221" y="362422"/>
                  </a:cubicBezTo>
                  <a:cubicBezTo>
                    <a:pt x="19734" y="322425"/>
                    <a:pt x="0" y="272022"/>
                    <a:pt x="0" y="211233"/>
                  </a:cubicBezTo>
                  <a:cubicBezTo>
                    <a:pt x="0" y="150444"/>
                    <a:pt x="19734" y="100022"/>
                    <a:pt x="59221" y="60005"/>
                  </a:cubicBezTo>
                  <a:cubicBezTo>
                    <a:pt x="98709" y="20008"/>
                    <a:pt x="150150" y="0"/>
                    <a:pt x="213565" y="0"/>
                  </a:cubicBezTo>
                  <a:cubicBezTo>
                    <a:pt x="276980" y="0"/>
                    <a:pt x="328265" y="20008"/>
                    <a:pt x="367498" y="60005"/>
                  </a:cubicBezTo>
                  <a:cubicBezTo>
                    <a:pt x="406731" y="100022"/>
                    <a:pt x="426347" y="150425"/>
                    <a:pt x="426347" y="211233"/>
                  </a:cubicBezTo>
                  <a:cubicBezTo>
                    <a:pt x="426347" y="272042"/>
                    <a:pt x="406731" y="322425"/>
                    <a:pt x="367498" y="362422"/>
                  </a:cubicBezTo>
                  <a:moveTo>
                    <a:pt x="150425" y="299301"/>
                  </a:moveTo>
                  <a:cubicBezTo>
                    <a:pt x="164966" y="321112"/>
                    <a:pt x="185758" y="332028"/>
                    <a:pt x="212781" y="332028"/>
                  </a:cubicBezTo>
                  <a:cubicBezTo>
                    <a:pt x="239786" y="332028"/>
                    <a:pt x="260715" y="321112"/>
                    <a:pt x="275530" y="299301"/>
                  </a:cubicBezTo>
                  <a:cubicBezTo>
                    <a:pt x="290326" y="277470"/>
                    <a:pt x="297733" y="248134"/>
                    <a:pt x="297733" y="211233"/>
                  </a:cubicBezTo>
                  <a:cubicBezTo>
                    <a:pt x="297733" y="174333"/>
                    <a:pt x="290326" y="144840"/>
                    <a:pt x="275530" y="122754"/>
                  </a:cubicBezTo>
                  <a:cubicBezTo>
                    <a:pt x="260715" y="100668"/>
                    <a:pt x="239786" y="89635"/>
                    <a:pt x="212781" y="89635"/>
                  </a:cubicBezTo>
                  <a:cubicBezTo>
                    <a:pt x="185758" y="89635"/>
                    <a:pt x="164966" y="100551"/>
                    <a:pt x="150425" y="122362"/>
                  </a:cubicBezTo>
                  <a:cubicBezTo>
                    <a:pt x="135864" y="144193"/>
                    <a:pt x="128594" y="173804"/>
                    <a:pt x="128594" y="211233"/>
                  </a:cubicBezTo>
                  <a:cubicBezTo>
                    <a:pt x="128594" y="248134"/>
                    <a:pt x="135864" y="277470"/>
                    <a:pt x="150425" y="299301"/>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4" name="Google Shape;328;p44">
              <a:extLst>
                <a:ext uri="{FF2B5EF4-FFF2-40B4-BE49-F238E27FC236}">
                  <a16:creationId xmlns:a16="http://schemas.microsoft.com/office/drawing/2014/main" id="{DE39185D-E21F-6B7F-A22E-854341905081}"/>
                </a:ext>
              </a:extLst>
            </p:cNvPr>
            <p:cNvSpPr/>
            <p:nvPr/>
          </p:nvSpPr>
          <p:spPr>
            <a:xfrm>
              <a:off x="3449785" y="519698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4" y="13914"/>
                    <a:pt x="349587" y="41702"/>
                  </a:cubicBezTo>
                  <a:cubicBezTo>
                    <a:pt x="374259" y="69510"/>
                    <a:pt x="386605" y="105999"/>
                    <a:pt x="386605" y="151209"/>
                  </a:cubicBezTo>
                  <a:lnTo>
                    <a:pt x="386605" y="410768"/>
                  </a:lnTo>
                  <a:lnTo>
                    <a:pt x="259559" y="410768"/>
                  </a:lnTo>
                  <a:lnTo>
                    <a:pt x="259559" y="176939"/>
                  </a:lnTo>
                  <a:cubicBezTo>
                    <a:pt x="259559" y="155108"/>
                    <a:pt x="254228" y="137844"/>
                    <a:pt x="243568" y="125106"/>
                  </a:cubicBezTo>
                  <a:cubicBezTo>
                    <a:pt x="232907" y="112368"/>
                    <a:pt x="217465" y="105999"/>
                    <a:pt x="197202" y="105999"/>
                  </a:cubicBezTo>
                  <a:cubicBezTo>
                    <a:pt x="176410" y="105999"/>
                    <a:pt x="159518" y="113798"/>
                    <a:pt x="146525" y="129397"/>
                  </a:cubicBezTo>
                  <a:cubicBezTo>
                    <a:pt x="133532" y="144977"/>
                    <a:pt x="127046" y="165240"/>
                    <a:pt x="127046" y="190187"/>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5" name="Google Shape;329;p44">
              <a:extLst>
                <a:ext uri="{FF2B5EF4-FFF2-40B4-BE49-F238E27FC236}">
                  <a16:creationId xmlns:a16="http://schemas.microsoft.com/office/drawing/2014/main" id="{F2C94CF2-597D-BEF1-D866-4FEB1AC82A3B}"/>
                </a:ext>
              </a:extLst>
            </p:cNvPr>
            <p:cNvSpPr/>
            <p:nvPr/>
          </p:nvSpPr>
          <p:spPr>
            <a:xfrm>
              <a:off x="3876151" y="5196995"/>
              <a:ext cx="411563" cy="422447"/>
            </a:xfrm>
            <a:custGeom>
              <a:avLst/>
              <a:gdLst/>
              <a:ahLst/>
              <a:cxnLst/>
              <a:rect l="l" t="t" r="r" b="b"/>
              <a:pathLst>
                <a:path w="411563" h="422447" extrusionOk="0">
                  <a:moveTo>
                    <a:pt x="212782" y="422447"/>
                  </a:moveTo>
                  <a:cubicBezTo>
                    <a:pt x="148328" y="422447"/>
                    <a:pt x="96769" y="402576"/>
                    <a:pt x="58045" y="362834"/>
                  </a:cubicBezTo>
                  <a:cubicBezTo>
                    <a:pt x="19342" y="323072"/>
                    <a:pt x="0" y="272297"/>
                    <a:pt x="0" y="210450"/>
                  </a:cubicBezTo>
                  <a:cubicBezTo>
                    <a:pt x="0" y="150170"/>
                    <a:pt x="19087" y="100022"/>
                    <a:pt x="57281" y="60005"/>
                  </a:cubicBezTo>
                  <a:cubicBezTo>
                    <a:pt x="95456" y="20008"/>
                    <a:pt x="144702" y="0"/>
                    <a:pt x="204962" y="0"/>
                  </a:cubicBezTo>
                  <a:cubicBezTo>
                    <a:pt x="259539" y="0"/>
                    <a:pt x="304984" y="16638"/>
                    <a:pt x="341356" y="49874"/>
                  </a:cubicBezTo>
                  <a:cubicBezTo>
                    <a:pt x="389191" y="93535"/>
                    <a:pt x="412551" y="158224"/>
                    <a:pt x="411532" y="243960"/>
                  </a:cubicBezTo>
                  <a:lnTo>
                    <a:pt x="124675" y="243960"/>
                  </a:lnTo>
                  <a:cubicBezTo>
                    <a:pt x="128829" y="271513"/>
                    <a:pt x="138451" y="292952"/>
                    <a:pt x="153521" y="308257"/>
                  </a:cubicBezTo>
                  <a:cubicBezTo>
                    <a:pt x="168610" y="323601"/>
                    <a:pt x="188873" y="331263"/>
                    <a:pt x="214310" y="331263"/>
                  </a:cubicBezTo>
                  <a:cubicBezTo>
                    <a:pt x="247076" y="331263"/>
                    <a:pt x="269122" y="318016"/>
                    <a:pt x="280567" y="291502"/>
                  </a:cubicBezTo>
                  <a:lnTo>
                    <a:pt x="404496" y="291502"/>
                  </a:lnTo>
                  <a:cubicBezTo>
                    <a:pt x="395149" y="329970"/>
                    <a:pt x="372809" y="361403"/>
                    <a:pt x="337456" y="385821"/>
                  </a:cubicBezTo>
                  <a:cubicBezTo>
                    <a:pt x="302652" y="410258"/>
                    <a:pt x="261107" y="422447"/>
                    <a:pt x="212782" y="422447"/>
                  </a:cubicBezTo>
                  <a:moveTo>
                    <a:pt x="125478" y="168356"/>
                  </a:moveTo>
                  <a:lnTo>
                    <a:pt x="282898" y="168356"/>
                  </a:lnTo>
                  <a:cubicBezTo>
                    <a:pt x="280821" y="144467"/>
                    <a:pt x="272924" y="125478"/>
                    <a:pt x="259147" y="111466"/>
                  </a:cubicBezTo>
                  <a:cubicBezTo>
                    <a:pt x="245351" y="97435"/>
                    <a:pt x="228106" y="90419"/>
                    <a:pt x="207294" y="90419"/>
                  </a:cubicBezTo>
                  <a:cubicBezTo>
                    <a:pt x="162104" y="90419"/>
                    <a:pt x="134825" y="116405"/>
                    <a:pt x="125478" y="168356"/>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6" name="Google Shape;330;p44">
              <a:extLst>
                <a:ext uri="{FF2B5EF4-FFF2-40B4-BE49-F238E27FC236}">
                  <a16:creationId xmlns:a16="http://schemas.microsoft.com/office/drawing/2014/main" id="{C883765E-4B4A-71C1-8A71-4EB8AD111C0B}"/>
                </a:ext>
              </a:extLst>
            </p:cNvPr>
            <p:cNvSpPr/>
            <p:nvPr/>
          </p:nvSpPr>
          <p:spPr>
            <a:xfrm>
              <a:off x="4306378" y="5196997"/>
              <a:ext cx="375689" cy="423231"/>
            </a:xfrm>
            <a:custGeom>
              <a:avLst/>
              <a:gdLst/>
              <a:ahLst/>
              <a:cxnLst/>
              <a:rect l="l" t="t" r="r" b="b"/>
              <a:pathLst>
                <a:path w="375689" h="423231" extrusionOk="0">
                  <a:moveTo>
                    <a:pt x="194086" y="423231"/>
                  </a:moveTo>
                  <a:cubicBezTo>
                    <a:pt x="135884" y="423231"/>
                    <a:pt x="89498" y="410630"/>
                    <a:pt x="54949" y="385429"/>
                  </a:cubicBezTo>
                  <a:cubicBezTo>
                    <a:pt x="20400" y="360228"/>
                    <a:pt x="2077" y="325541"/>
                    <a:pt x="0" y="281370"/>
                  </a:cubicBezTo>
                  <a:lnTo>
                    <a:pt x="120030" y="281370"/>
                  </a:lnTo>
                  <a:cubicBezTo>
                    <a:pt x="124714" y="320877"/>
                    <a:pt x="149131" y="340611"/>
                    <a:pt x="193302" y="340611"/>
                  </a:cubicBezTo>
                  <a:cubicBezTo>
                    <a:pt x="212527" y="340611"/>
                    <a:pt x="227734" y="337103"/>
                    <a:pt x="238904" y="330088"/>
                  </a:cubicBezTo>
                  <a:cubicBezTo>
                    <a:pt x="250074" y="323072"/>
                    <a:pt x="255659" y="313332"/>
                    <a:pt x="255659" y="300849"/>
                  </a:cubicBezTo>
                  <a:cubicBezTo>
                    <a:pt x="255659" y="296695"/>
                    <a:pt x="255130" y="293069"/>
                    <a:pt x="254111" y="289954"/>
                  </a:cubicBezTo>
                  <a:cubicBezTo>
                    <a:pt x="253053" y="286818"/>
                    <a:pt x="251250" y="283977"/>
                    <a:pt x="248644" y="281370"/>
                  </a:cubicBezTo>
                  <a:cubicBezTo>
                    <a:pt x="246037" y="278783"/>
                    <a:pt x="243588" y="276432"/>
                    <a:pt x="241236" y="274355"/>
                  </a:cubicBezTo>
                  <a:cubicBezTo>
                    <a:pt x="238904" y="272277"/>
                    <a:pt x="235396" y="270337"/>
                    <a:pt x="230712" y="268515"/>
                  </a:cubicBezTo>
                  <a:cubicBezTo>
                    <a:pt x="226049" y="266692"/>
                    <a:pt x="222011" y="265262"/>
                    <a:pt x="218641" y="264223"/>
                  </a:cubicBezTo>
                  <a:cubicBezTo>
                    <a:pt x="215251" y="263184"/>
                    <a:pt x="210312" y="262028"/>
                    <a:pt x="203826" y="260715"/>
                  </a:cubicBezTo>
                  <a:cubicBezTo>
                    <a:pt x="197320" y="259422"/>
                    <a:pt x="192264" y="258383"/>
                    <a:pt x="188638" y="257599"/>
                  </a:cubicBezTo>
                  <a:cubicBezTo>
                    <a:pt x="184993" y="256815"/>
                    <a:pt x="179271" y="255777"/>
                    <a:pt x="171491" y="254483"/>
                  </a:cubicBezTo>
                  <a:cubicBezTo>
                    <a:pt x="163692" y="253190"/>
                    <a:pt x="157970" y="252269"/>
                    <a:pt x="154344" y="251759"/>
                  </a:cubicBezTo>
                  <a:cubicBezTo>
                    <a:pt x="137707" y="249153"/>
                    <a:pt x="123675" y="246429"/>
                    <a:pt x="112250" y="243568"/>
                  </a:cubicBezTo>
                  <a:cubicBezTo>
                    <a:pt x="100806" y="240726"/>
                    <a:pt x="88205" y="236160"/>
                    <a:pt x="74448" y="229929"/>
                  </a:cubicBezTo>
                  <a:cubicBezTo>
                    <a:pt x="60671" y="223697"/>
                    <a:pt x="49501" y="216564"/>
                    <a:pt x="40918" y="208490"/>
                  </a:cubicBezTo>
                  <a:cubicBezTo>
                    <a:pt x="32354" y="200455"/>
                    <a:pt x="25201" y="189540"/>
                    <a:pt x="19499" y="175763"/>
                  </a:cubicBezTo>
                  <a:cubicBezTo>
                    <a:pt x="13777" y="161987"/>
                    <a:pt x="10916" y="146015"/>
                    <a:pt x="10916" y="127830"/>
                  </a:cubicBezTo>
                  <a:cubicBezTo>
                    <a:pt x="10916" y="87284"/>
                    <a:pt x="27279" y="55870"/>
                    <a:pt x="60025" y="33511"/>
                  </a:cubicBezTo>
                  <a:cubicBezTo>
                    <a:pt x="92751" y="11170"/>
                    <a:pt x="133807" y="0"/>
                    <a:pt x="183171" y="0"/>
                  </a:cubicBezTo>
                  <a:cubicBezTo>
                    <a:pt x="238767" y="0"/>
                    <a:pt x="281899" y="11288"/>
                    <a:pt x="312568" y="33902"/>
                  </a:cubicBezTo>
                  <a:cubicBezTo>
                    <a:pt x="343218" y="56497"/>
                    <a:pt x="360110" y="87813"/>
                    <a:pt x="363226" y="127830"/>
                  </a:cubicBezTo>
                  <a:lnTo>
                    <a:pt x="246312" y="127830"/>
                  </a:lnTo>
                  <a:cubicBezTo>
                    <a:pt x="242138" y="96651"/>
                    <a:pt x="220836" y="81052"/>
                    <a:pt x="182387" y="81052"/>
                  </a:cubicBezTo>
                  <a:cubicBezTo>
                    <a:pt x="165749" y="81052"/>
                    <a:pt x="152384" y="84168"/>
                    <a:pt x="142253" y="90419"/>
                  </a:cubicBezTo>
                  <a:cubicBezTo>
                    <a:pt x="132121" y="96651"/>
                    <a:pt x="127046" y="105744"/>
                    <a:pt x="127046" y="117679"/>
                  </a:cubicBezTo>
                  <a:cubicBezTo>
                    <a:pt x="127046" y="120814"/>
                    <a:pt x="127575" y="123675"/>
                    <a:pt x="128614" y="126262"/>
                  </a:cubicBezTo>
                  <a:cubicBezTo>
                    <a:pt x="129652" y="128868"/>
                    <a:pt x="131337" y="131200"/>
                    <a:pt x="133689" y="133278"/>
                  </a:cubicBezTo>
                  <a:cubicBezTo>
                    <a:pt x="136021" y="135355"/>
                    <a:pt x="138353" y="137177"/>
                    <a:pt x="140685" y="138745"/>
                  </a:cubicBezTo>
                  <a:cubicBezTo>
                    <a:pt x="143037" y="140293"/>
                    <a:pt x="146270" y="141861"/>
                    <a:pt x="150425" y="143409"/>
                  </a:cubicBezTo>
                  <a:cubicBezTo>
                    <a:pt x="154599" y="144977"/>
                    <a:pt x="158342" y="146270"/>
                    <a:pt x="161732" y="147309"/>
                  </a:cubicBezTo>
                  <a:cubicBezTo>
                    <a:pt x="165103" y="148347"/>
                    <a:pt x="169786" y="149386"/>
                    <a:pt x="175763" y="150425"/>
                  </a:cubicBezTo>
                  <a:cubicBezTo>
                    <a:pt x="181740" y="151483"/>
                    <a:pt x="186679" y="152384"/>
                    <a:pt x="190579" y="153149"/>
                  </a:cubicBezTo>
                  <a:cubicBezTo>
                    <a:pt x="194478" y="153933"/>
                    <a:pt x="199789" y="154971"/>
                    <a:pt x="206550" y="156265"/>
                  </a:cubicBezTo>
                  <a:cubicBezTo>
                    <a:pt x="213311" y="157577"/>
                    <a:pt x="218758" y="158479"/>
                    <a:pt x="222933" y="158988"/>
                  </a:cubicBezTo>
                  <a:cubicBezTo>
                    <a:pt x="240589" y="162124"/>
                    <a:pt x="255130" y="164985"/>
                    <a:pt x="266575" y="167572"/>
                  </a:cubicBezTo>
                  <a:cubicBezTo>
                    <a:pt x="278000" y="170178"/>
                    <a:pt x="291384" y="174725"/>
                    <a:pt x="306709" y="181211"/>
                  </a:cubicBezTo>
                  <a:cubicBezTo>
                    <a:pt x="322033" y="187717"/>
                    <a:pt x="334125" y="195242"/>
                    <a:pt x="342963" y="203826"/>
                  </a:cubicBezTo>
                  <a:cubicBezTo>
                    <a:pt x="351781" y="212390"/>
                    <a:pt x="359444" y="224089"/>
                    <a:pt x="365950" y="238884"/>
                  </a:cubicBezTo>
                  <a:cubicBezTo>
                    <a:pt x="372456" y="253700"/>
                    <a:pt x="375689" y="270984"/>
                    <a:pt x="375689" y="290718"/>
                  </a:cubicBezTo>
                  <a:cubicBezTo>
                    <a:pt x="375689" y="333341"/>
                    <a:pt x="358934" y="366067"/>
                    <a:pt x="325424" y="388937"/>
                  </a:cubicBezTo>
                  <a:cubicBezTo>
                    <a:pt x="291913" y="411787"/>
                    <a:pt x="248114" y="423231"/>
                    <a:pt x="194086" y="423231"/>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7" name="Google Shape;331;p44">
              <a:extLst>
                <a:ext uri="{FF2B5EF4-FFF2-40B4-BE49-F238E27FC236}">
                  <a16:creationId xmlns:a16="http://schemas.microsoft.com/office/drawing/2014/main" id="{3C0C5AC8-7341-269B-F2E2-342BF6FDE451}"/>
                </a:ext>
              </a:extLst>
            </p:cNvPr>
            <p:cNvSpPr/>
            <p:nvPr/>
          </p:nvSpPr>
          <p:spPr>
            <a:xfrm>
              <a:off x="4723377" y="5050454"/>
              <a:ext cx="127045" cy="557292"/>
            </a:xfrm>
            <a:custGeom>
              <a:avLst/>
              <a:gdLst/>
              <a:ahLst/>
              <a:cxnLst/>
              <a:rect l="l" t="t" r="r" b="b"/>
              <a:pathLst>
                <a:path w="127045" h="557292" extrusionOk="0">
                  <a:moveTo>
                    <a:pt x="0" y="0"/>
                  </a:moveTo>
                  <a:lnTo>
                    <a:pt x="127045" y="0"/>
                  </a:lnTo>
                  <a:lnTo>
                    <a:pt x="127045" y="102883"/>
                  </a:lnTo>
                  <a:lnTo>
                    <a:pt x="0" y="102883"/>
                  </a:lnTo>
                  <a:lnTo>
                    <a:pt x="0" y="0"/>
                  </a:lnTo>
                  <a:close/>
                  <a:moveTo>
                    <a:pt x="0" y="158224"/>
                  </a:moveTo>
                  <a:lnTo>
                    <a:pt x="127045" y="158224"/>
                  </a:lnTo>
                  <a:lnTo>
                    <a:pt x="127045" y="557292"/>
                  </a:lnTo>
                  <a:lnTo>
                    <a:pt x="0" y="557292"/>
                  </a:lnTo>
                  <a:lnTo>
                    <a:pt x="0" y="158224"/>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8" name="Google Shape;332;p44">
              <a:extLst>
                <a:ext uri="{FF2B5EF4-FFF2-40B4-BE49-F238E27FC236}">
                  <a16:creationId xmlns:a16="http://schemas.microsoft.com/office/drawing/2014/main" id="{4B54CD0D-EDB6-D52D-6284-CB52332343C5}"/>
                </a:ext>
              </a:extLst>
            </p:cNvPr>
            <p:cNvSpPr/>
            <p:nvPr/>
          </p:nvSpPr>
          <p:spPr>
            <a:xfrm>
              <a:off x="4892497" y="5197763"/>
              <a:ext cx="392836" cy="420115"/>
            </a:xfrm>
            <a:custGeom>
              <a:avLst/>
              <a:gdLst/>
              <a:ahLst/>
              <a:cxnLst/>
              <a:rect l="l" t="t" r="r" b="b"/>
              <a:pathLst>
                <a:path w="392836" h="420115" extrusionOk="0">
                  <a:moveTo>
                    <a:pt x="136413" y="420115"/>
                  </a:moveTo>
                  <a:cubicBezTo>
                    <a:pt x="95358" y="42011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36"/>
                    <a:pt x="199534" y="85736"/>
                  </a:cubicBezTo>
                  <a:cubicBezTo>
                    <a:pt x="160576" y="85736"/>
                    <a:pt x="139000" y="102903"/>
                    <a:pt x="134845" y="137197"/>
                  </a:cubicBezTo>
                  <a:lnTo>
                    <a:pt x="17931" y="137197"/>
                  </a:lnTo>
                  <a:cubicBezTo>
                    <a:pt x="19499" y="97709"/>
                    <a:pt x="35725" y="64963"/>
                    <a:pt x="66649" y="38978"/>
                  </a:cubicBezTo>
                  <a:cubicBezTo>
                    <a:pt x="97553" y="13012"/>
                    <a:pt x="141606" y="0"/>
                    <a:pt x="198770" y="0"/>
                  </a:cubicBezTo>
                  <a:cubicBezTo>
                    <a:pt x="255934" y="0"/>
                    <a:pt x="299047" y="10915"/>
                    <a:pt x="328148" y="32746"/>
                  </a:cubicBezTo>
                  <a:cubicBezTo>
                    <a:pt x="361913" y="57164"/>
                    <a:pt x="378805" y="95103"/>
                    <a:pt x="378805" y="146545"/>
                  </a:cubicBezTo>
                  <a:lnTo>
                    <a:pt x="378805" y="347646"/>
                  </a:lnTo>
                  <a:cubicBezTo>
                    <a:pt x="378805" y="379334"/>
                    <a:pt x="383489" y="398304"/>
                    <a:pt x="392837" y="404536"/>
                  </a:cubicBezTo>
                  <a:lnTo>
                    <a:pt x="392837" y="409984"/>
                  </a:lnTo>
                  <a:lnTo>
                    <a:pt x="269691" y="409984"/>
                  </a:lnTo>
                  <a:cubicBezTo>
                    <a:pt x="264498" y="402713"/>
                    <a:pt x="260069" y="387918"/>
                    <a:pt x="256443" y="365558"/>
                  </a:cubicBezTo>
                  <a:lnTo>
                    <a:pt x="254875" y="365558"/>
                  </a:lnTo>
                  <a:cubicBezTo>
                    <a:pt x="229419" y="401949"/>
                    <a:pt x="189932" y="420115"/>
                    <a:pt x="136413" y="420115"/>
                  </a:cubicBezTo>
                  <a:moveTo>
                    <a:pt x="176939" y="339063"/>
                  </a:moveTo>
                  <a:cubicBezTo>
                    <a:pt x="200828" y="339063"/>
                    <a:pt x="220189" y="332439"/>
                    <a:pt x="235004" y="319192"/>
                  </a:cubicBezTo>
                  <a:cubicBezTo>
                    <a:pt x="249819" y="305944"/>
                    <a:pt x="257227" y="288660"/>
                    <a:pt x="257227" y="267359"/>
                  </a:cubicBezTo>
                  <a:lnTo>
                    <a:pt x="257227" y="219817"/>
                  </a:lnTo>
                  <a:cubicBezTo>
                    <a:pt x="244744" y="226049"/>
                    <a:pt x="222933" y="233064"/>
                    <a:pt x="191754" y="240844"/>
                  </a:cubicBezTo>
                  <a:cubicBezTo>
                    <a:pt x="166278" y="246566"/>
                    <a:pt x="148367"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9" name="Google Shape;333;p44">
              <a:extLst>
                <a:ext uri="{FF2B5EF4-FFF2-40B4-BE49-F238E27FC236}">
                  <a16:creationId xmlns:a16="http://schemas.microsoft.com/office/drawing/2014/main" id="{DE478091-C85E-228B-CC2F-D1E4AA7A8E2F}"/>
                </a:ext>
              </a:extLst>
            </p:cNvPr>
            <p:cNvSpPr/>
            <p:nvPr/>
          </p:nvSpPr>
          <p:spPr>
            <a:xfrm>
              <a:off x="5415358" y="5174539"/>
              <a:ext cx="145486" cy="189285"/>
            </a:xfrm>
            <a:custGeom>
              <a:avLst/>
              <a:gdLst/>
              <a:ahLst/>
              <a:cxnLst/>
              <a:rect l="l" t="t" r="r" b="b"/>
              <a:pathLst>
                <a:path w="145486" h="189285" extrusionOk="0">
                  <a:moveTo>
                    <a:pt x="34882" y="133748"/>
                  </a:moveTo>
                  <a:cubicBezTo>
                    <a:pt x="39350" y="153462"/>
                    <a:pt x="53245" y="162888"/>
                    <a:pt x="76388" y="162888"/>
                  </a:cubicBezTo>
                  <a:cubicBezTo>
                    <a:pt x="100218" y="162888"/>
                    <a:pt x="110095" y="152757"/>
                    <a:pt x="110095" y="137922"/>
                  </a:cubicBezTo>
                  <a:cubicBezTo>
                    <a:pt x="110095" y="121755"/>
                    <a:pt x="101139" y="113936"/>
                    <a:pt x="67785" y="106058"/>
                  </a:cubicBezTo>
                  <a:cubicBezTo>
                    <a:pt x="19969" y="94711"/>
                    <a:pt x="6663" y="77642"/>
                    <a:pt x="6663" y="52421"/>
                  </a:cubicBezTo>
                  <a:cubicBezTo>
                    <a:pt x="6663" y="21948"/>
                    <a:pt x="29376" y="0"/>
                    <a:pt x="72116" y="0"/>
                  </a:cubicBezTo>
                  <a:cubicBezTo>
                    <a:pt x="119266" y="0"/>
                    <a:pt x="138255" y="25946"/>
                    <a:pt x="140842" y="51951"/>
                  </a:cubicBezTo>
                  <a:lnTo>
                    <a:pt x="105960" y="51951"/>
                  </a:lnTo>
                  <a:cubicBezTo>
                    <a:pt x="103549" y="38880"/>
                    <a:pt x="95906" y="26181"/>
                    <a:pt x="71117" y="26181"/>
                  </a:cubicBezTo>
                  <a:cubicBezTo>
                    <a:pt x="52794" y="26181"/>
                    <a:pt x="42094" y="34040"/>
                    <a:pt x="42094" y="48639"/>
                  </a:cubicBezTo>
                  <a:cubicBezTo>
                    <a:pt x="42094" y="62984"/>
                    <a:pt x="50795" y="68726"/>
                    <a:pt x="81385" y="75937"/>
                  </a:cubicBezTo>
                  <a:cubicBezTo>
                    <a:pt x="134591" y="88617"/>
                    <a:pt x="145486" y="108723"/>
                    <a:pt x="145486" y="133885"/>
                  </a:cubicBezTo>
                  <a:cubicBezTo>
                    <a:pt x="145486" y="166161"/>
                    <a:pt x="121245" y="189285"/>
                    <a:pt x="73821" y="189285"/>
                  </a:cubicBezTo>
                  <a:cubicBezTo>
                    <a:pt x="27200" y="189285"/>
                    <a:pt x="4214" y="165495"/>
                    <a:pt x="0" y="133748"/>
                  </a:cubicBezTo>
                  <a:lnTo>
                    <a:pt x="34882" y="13374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0" name="Google Shape;334;p44">
              <a:extLst>
                <a:ext uri="{FF2B5EF4-FFF2-40B4-BE49-F238E27FC236}">
                  <a16:creationId xmlns:a16="http://schemas.microsoft.com/office/drawing/2014/main" id="{3F6C3E2B-656F-431A-3BBE-66D4094D3AAD}"/>
                </a:ext>
              </a:extLst>
            </p:cNvPr>
            <p:cNvSpPr/>
            <p:nvPr/>
          </p:nvSpPr>
          <p:spPr>
            <a:xfrm>
              <a:off x="5582793" y="5221275"/>
              <a:ext cx="132650" cy="143252"/>
            </a:xfrm>
            <a:custGeom>
              <a:avLst/>
              <a:gdLst/>
              <a:ahLst/>
              <a:cxnLst/>
              <a:rect l="l" t="t" r="r" b="b"/>
              <a:pathLst>
                <a:path w="132650" h="143252" extrusionOk="0">
                  <a:moveTo>
                    <a:pt x="132651" y="71352"/>
                  </a:moveTo>
                  <a:cubicBezTo>
                    <a:pt x="132651" y="112093"/>
                    <a:pt x="108606" y="143252"/>
                    <a:pt x="65767" y="143252"/>
                  </a:cubicBezTo>
                  <a:cubicBezTo>
                    <a:pt x="24418" y="143252"/>
                    <a:pt x="0" y="112956"/>
                    <a:pt x="0" y="71998"/>
                  </a:cubicBezTo>
                  <a:cubicBezTo>
                    <a:pt x="0" y="30375"/>
                    <a:pt x="24770" y="0"/>
                    <a:pt x="67472" y="0"/>
                  </a:cubicBezTo>
                  <a:cubicBezTo>
                    <a:pt x="106999" y="0"/>
                    <a:pt x="132651" y="28435"/>
                    <a:pt x="132651" y="71352"/>
                  </a:cubicBezTo>
                  <a:moveTo>
                    <a:pt x="33706" y="71626"/>
                  </a:moveTo>
                  <a:cubicBezTo>
                    <a:pt x="33706" y="99199"/>
                    <a:pt x="46268" y="116914"/>
                    <a:pt x="66649" y="116914"/>
                  </a:cubicBezTo>
                  <a:cubicBezTo>
                    <a:pt x="87382" y="116914"/>
                    <a:pt x="98944" y="99571"/>
                    <a:pt x="98944" y="71802"/>
                  </a:cubicBezTo>
                  <a:cubicBezTo>
                    <a:pt x="98944" y="42447"/>
                    <a:pt x="87264" y="26338"/>
                    <a:pt x="66120" y="26338"/>
                  </a:cubicBezTo>
                  <a:cubicBezTo>
                    <a:pt x="45837" y="26338"/>
                    <a:pt x="33706" y="41917"/>
                    <a:pt x="33706" y="71626"/>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1" name="Google Shape;335;p44">
              <a:extLst>
                <a:ext uri="{FF2B5EF4-FFF2-40B4-BE49-F238E27FC236}">
                  <a16:creationId xmlns:a16="http://schemas.microsoft.com/office/drawing/2014/main" id="{302828EC-CA21-7359-FC01-58D8C3993270}"/>
                </a:ext>
              </a:extLst>
            </p:cNvPr>
            <p:cNvSpPr/>
            <p:nvPr/>
          </p:nvSpPr>
          <p:spPr>
            <a:xfrm>
              <a:off x="5726202" y="5224471"/>
              <a:ext cx="131023" cy="136863"/>
            </a:xfrm>
            <a:custGeom>
              <a:avLst/>
              <a:gdLst/>
              <a:ahLst/>
              <a:cxnLst/>
              <a:rect l="l" t="t" r="r" b="b"/>
              <a:pathLst>
                <a:path w="131023" h="136863" extrusionOk="0">
                  <a:moveTo>
                    <a:pt x="35568" y="0"/>
                  </a:moveTo>
                  <a:cubicBezTo>
                    <a:pt x="50422" y="49580"/>
                    <a:pt x="62141" y="90557"/>
                    <a:pt x="65335" y="107233"/>
                  </a:cubicBezTo>
                  <a:lnTo>
                    <a:pt x="65610" y="107233"/>
                  </a:lnTo>
                  <a:cubicBezTo>
                    <a:pt x="69275" y="87108"/>
                    <a:pt x="83070" y="45935"/>
                    <a:pt x="97886" y="0"/>
                  </a:cubicBezTo>
                  <a:lnTo>
                    <a:pt x="131024" y="0"/>
                  </a:lnTo>
                  <a:lnTo>
                    <a:pt x="82012" y="136864"/>
                  </a:lnTo>
                  <a:lnTo>
                    <a:pt x="46816" y="136864"/>
                  </a:lnTo>
                  <a:lnTo>
                    <a:pt x="0" y="0"/>
                  </a:lnTo>
                  <a:lnTo>
                    <a:pt x="35568"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2" name="Google Shape;336;p44">
              <a:extLst>
                <a:ext uri="{FF2B5EF4-FFF2-40B4-BE49-F238E27FC236}">
                  <a16:creationId xmlns:a16="http://schemas.microsoft.com/office/drawing/2014/main" id="{A7547B19-9B2F-B6DA-DD3C-CDF5CF0ABAA2}"/>
                </a:ext>
              </a:extLst>
            </p:cNvPr>
            <p:cNvSpPr/>
            <p:nvPr/>
          </p:nvSpPr>
          <p:spPr>
            <a:xfrm>
              <a:off x="5867142" y="5221277"/>
              <a:ext cx="126203" cy="143252"/>
            </a:xfrm>
            <a:custGeom>
              <a:avLst/>
              <a:gdLst/>
              <a:ahLst/>
              <a:cxnLst/>
              <a:rect l="l" t="t" r="r" b="b"/>
              <a:pathLst>
                <a:path w="126203" h="143252" extrusionOk="0">
                  <a:moveTo>
                    <a:pt x="33373" y="78446"/>
                  </a:moveTo>
                  <a:cubicBezTo>
                    <a:pt x="33452" y="99160"/>
                    <a:pt x="43858" y="116914"/>
                    <a:pt x="64179" y="116914"/>
                  </a:cubicBezTo>
                  <a:cubicBezTo>
                    <a:pt x="81934" y="116914"/>
                    <a:pt x="87264" y="108958"/>
                    <a:pt x="91145" y="100100"/>
                  </a:cubicBezTo>
                  <a:lnTo>
                    <a:pt x="124322" y="100100"/>
                  </a:lnTo>
                  <a:cubicBezTo>
                    <a:pt x="119286" y="117110"/>
                    <a:pt x="104412" y="143252"/>
                    <a:pt x="63278" y="143252"/>
                  </a:cubicBezTo>
                  <a:cubicBezTo>
                    <a:pt x="18872" y="143252"/>
                    <a:pt x="0" y="109115"/>
                    <a:pt x="0" y="73429"/>
                  </a:cubicBezTo>
                  <a:cubicBezTo>
                    <a:pt x="0" y="31257"/>
                    <a:pt x="21517" y="0"/>
                    <a:pt x="64689" y="0"/>
                  </a:cubicBezTo>
                  <a:cubicBezTo>
                    <a:pt x="110722" y="0"/>
                    <a:pt x="126203" y="34471"/>
                    <a:pt x="126203" y="66962"/>
                  </a:cubicBezTo>
                  <a:cubicBezTo>
                    <a:pt x="126203" y="71450"/>
                    <a:pt x="126203" y="74605"/>
                    <a:pt x="125752" y="78446"/>
                  </a:cubicBezTo>
                  <a:lnTo>
                    <a:pt x="33373" y="78446"/>
                  </a:lnTo>
                  <a:close/>
                  <a:moveTo>
                    <a:pt x="92928" y="57399"/>
                  </a:moveTo>
                  <a:cubicBezTo>
                    <a:pt x="92673" y="39252"/>
                    <a:pt x="84638" y="24280"/>
                    <a:pt x="64532" y="24280"/>
                  </a:cubicBezTo>
                  <a:cubicBezTo>
                    <a:pt x="44367" y="24280"/>
                    <a:pt x="35980" y="38214"/>
                    <a:pt x="34157" y="57399"/>
                  </a:cubicBezTo>
                  <a:lnTo>
                    <a:pt x="92928" y="5739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3" name="Google Shape;337;p44">
              <a:extLst>
                <a:ext uri="{FF2B5EF4-FFF2-40B4-BE49-F238E27FC236}">
                  <a16:creationId xmlns:a16="http://schemas.microsoft.com/office/drawing/2014/main" id="{F4C89870-6AFC-44B7-42E7-E104456DC74F}"/>
                </a:ext>
              </a:extLst>
            </p:cNvPr>
            <p:cNvSpPr/>
            <p:nvPr/>
          </p:nvSpPr>
          <p:spPr>
            <a:xfrm>
              <a:off x="6020820" y="5221285"/>
              <a:ext cx="78014" cy="140038"/>
            </a:xfrm>
            <a:custGeom>
              <a:avLst/>
              <a:gdLst/>
              <a:ahLst/>
              <a:cxnLst/>
              <a:rect l="l" t="t" r="r" b="b"/>
              <a:pathLst>
                <a:path w="78014" h="140038" extrusionOk="0">
                  <a:moveTo>
                    <a:pt x="275" y="40330"/>
                  </a:moveTo>
                  <a:cubicBezTo>
                    <a:pt x="275" y="24868"/>
                    <a:pt x="196" y="13228"/>
                    <a:pt x="0" y="3194"/>
                  </a:cubicBezTo>
                  <a:lnTo>
                    <a:pt x="32471" y="3194"/>
                  </a:lnTo>
                  <a:cubicBezTo>
                    <a:pt x="32922" y="6506"/>
                    <a:pt x="33373" y="19146"/>
                    <a:pt x="33373" y="28533"/>
                  </a:cubicBezTo>
                  <a:cubicBezTo>
                    <a:pt x="39781" y="11915"/>
                    <a:pt x="54949" y="314"/>
                    <a:pt x="78014" y="0"/>
                  </a:cubicBezTo>
                  <a:lnTo>
                    <a:pt x="78014" y="31923"/>
                  </a:lnTo>
                  <a:cubicBezTo>
                    <a:pt x="50324" y="31727"/>
                    <a:pt x="33373" y="41565"/>
                    <a:pt x="33373" y="78093"/>
                  </a:cubicBezTo>
                  <a:lnTo>
                    <a:pt x="33373" y="140038"/>
                  </a:lnTo>
                  <a:lnTo>
                    <a:pt x="275" y="140038"/>
                  </a:lnTo>
                  <a:lnTo>
                    <a:pt x="275" y="4033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4" name="Google Shape;338;p44">
              <a:extLst>
                <a:ext uri="{FF2B5EF4-FFF2-40B4-BE49-F238E27FC236}">
                  <a16:creationId xmlns:a16="http://schemas.microsoft.com/office/drawing/2014/main" id="{C58C73C2-6C9B-5FE3-6EFF-B44378A36F89}"/>
                </a:ext>
              </a:extLst>
            </p:cNvPr>
            <p:cNvSpPr/>
            <p:nvPr/>
          </p:nvSpPr>
          <p:spPr>
            <a:xfrm>
              <a:off x="6111278" y="5221277"/>
              <a:ext cx="126203" cy="143252"/>
            </a:xfrm>
            <a:custGeom>
              <a:avLst/>
              <a:gdLst/>
              <a:ahLst/>
              <a:cxnLst/>
              <a:rect l="l" t="t" r="r" b="b"/>
              <a:pathLst>
                <a:path w="126203" h="143252" extrusionOk="0">
                  <a:moveTo>
                    <a:pt x="33373" y="78446"/>
                  </a:moveTo>
                  <a:cubicBezTo>
                    <a:pt x="33452" y="99160"/>
                    <a:pt x="43858" y="116914"/>
                    <a:pt x="64179" y="116914"/>
                  </a:cubicBezTo>
                  <a:cubicBezTo>
                    <a:pt x="81934" y="116914"/>
                    <a:pt x="87284" y="108958"/>
                    <a:pt x="91145" y="100100"/>
                  </a:cubicBezTo>
                  <a:lnTo>
                    <a:pt x="124322" y="100100"/>
                  </a:lnTo>
                  <a:cubicBezTo>
                    <a:pt x="119286" y="117110"/>
                    <a:pt x="104431" y="143252"/>
                    <a:pt x="63278" y="143252"/>
                  </a:cubicBezTo>
                  <a:cubicBezTo>
                    <a:pt x="18891" y="143252"/>
                    <a:pt x="0" y="109115"/>
                    <a:pt x="0" y="73429"/>
                  </a:cubicBezTo>
                  <a:cubicBezTo>
                    <a:pt x="0" y="31257"/>
                    <a:pt x="21517" y="0"/>
                    <a:pt x="64689" y="0"/>
                  </a:cubicBezTo>
                  <a:cubicBezTo>
                    <a:pt x="110722" y="0"/>
                    <a:pt x="126203" y="34471"/>
                    <a:pt x="126203" y="66962"/>
                  </a:cubicBezTo>
                  <a:cubicBezTo>
                    <a:pt x="126203" y="71450"/>
                    <a:pt x="126203" y="74605"/>
                    <a:pt x="125752" y="78446"/>
                  </a:cubicBezTo>
                  <a:lnTo>
                    <a:pt x="33373" y="78446"/>
                  </a:lnTo>
                  <a:close/>
                  <a:moveTo>
                    <a:pt x="92947" y="57399"/>
                  </a:moveTo>
                  <a:cubicBezTo>
                    <a:pt x="92673" y="39252"/>
                    <a:pt x="84658" y="24280"/>
                    <a:pt x="64532" y="24280"/>
                  </a:cubicBezTo>
                  <a:cubicBezTo>
                    <a:pt x="44386" y="24280"/>
                    <a:pt x="35980" y="38214"/>
                    <a:pt x="34176" y="57399"/>
                  </a:cubicBezTo>
                  <a:lnTo>
                    <a:pt x="92947" y="5739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5" name="Google Shape;339;p44">
              <a:extLst>
                <a:ext uri="{FF2B5EF4-FFF2-40B4-BE49-F238E27FC236}">
                  <a16:creationId xmlns:a16="http://schemas.microsoft.com/office/drawing/2014/main" id="{ECD74E8A-C39E-FF5B-4C1A-F40AA3D5A6A7}"/>
                </a:ext>
              </a:extLst>
            </p:cNvPr>
            <p:cNvSpPr/>
            <p:nvPr/>
          </p:nvSpPr>
          <p:spPr>
            <a:xfrm>
              <a:off x="6265759" y="5166604"/>
              <a:ext cx="33098" cy="194732"/>
            </a:xfrm>
            <a:custGeom>
              <a:avLst/>
              <a:gdLst/>
              <a:ahLst/>
              <a:cxnLst/>
              <a:rect l="l" t="t" r="r" b="b"/>
              <a:pathLst>
                <a:path w="33098" h="194732" extrusionOk="0">
                  <a:moveTo>
                    <a:pt x="0" y="0"/>
                  </a:moveTo>
                  <a:lnTo>
                    <a:pt x="33099" y="0"/>
                  </a:lnTo>
                  <a:lnTo>
                    <a:pt x="33099" y="32354"/>
                  </a:lnTo>
                  <a:lnTo>
                    <a:pt x="0" y="32354"/>
                  </a:lnTo>
                  <a:lnTo>
                    <a:pt x="0" y="0"/>
                  </a:lnTo>
                  <a:close/>
                  <a:moveTo>
                    <a:pt x="0" y="57869"/>
                  </a:moveTo>
                  <a:lnTo>
                    <a:pt x="33099" y="57869"/>
                  </a:lnTo>
                  <a:lnTo>
                    <a:pt x="33099" y="194733"/>
                  </a:lnTo>
                  <a:lnTo>
                    <a:pt x="0" y="194733"/>
                  </a:lnTo>
                  <a:lnTo>
                    <a:pt x="0" y="5786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6" name="Google Shape;340;p44">
              <a:extLst>
                <a:ext uri="{FF2B5EF4-FFF2-40B4-BE49-F238E27FC236}">
                  <a16:creationId xmlns:a16="http://schemas.microsoft.com/office/drawing/2014/main" id="{97DF6E9B-F0B7-F84B-60D2-BFD56AD52A88}"/>
                </a:ext>
              </a:extLst>
            </p:cNvPr>
            <p:cNvSpPr/>
            <p:nvPr/>
          </p:nvSpPr>
          <p:spPr>
            <a:xfrm>
              <a:off x="6326588" y="5221281"/>
              <a:ext cx="129299" cy="195595"/>
            </a:xfrm>
            <a:custGeom>
              <a:avLst/>
              <a:gdLst/>
              <a:ahLst/>
              <a:cxnLst/>
              <a:rect l="l" t="t" r="r" b="b"/>
              <a:pathLst>
                <a:path w="129299" h="195595" extrusionOk="0">
                  <a:moveTo>
                    <a:pt x="128966" y="124831"/>
                  </a:moveTo>
                  <a:cubicBezTo>
                    <a:pt x="128966" y="168748"/>
                    <a:pt x="112113" y="195595"/>
                    <a:pt x="62690" y="195595"/>
                  </a:cubicBezTo>
                  <a:cubicBezTo>
                    <a:pt x="15560" y="195595"/>
                    <a:pt x="4742" y="169238"/>
                    <a:pt x="3037" y="152737"/>
                  </a:cubicBezTo>
                  <a:lnTo>
                    <a:pt x="36764" y="152737"/>
                  </a:lnTo>
                  <a:cubicBezTo>
                    <a:pt x="39879" y="164025"/>
                    <a:pt x="48521" y="170942"/>
                    <a:pt x="64140" y="170942"/>
                  </a:cubicBezTo>
                  <a:cubicBezTo>
                    <a:pt x="90929" y="170942"/>
                    <a:pt x="96592" y="154364"/>
                    <a:pt x="96592" y="125968"/>
                  </a:cubicBezTo>
                  <a:lnTo>
                    <a:pt x="96592" y="117894"/>
                  </a:lnTo>
                  <a:cubicBezTo>
                    <a:pt x="89400" y="130926"/>
                    <a:pt x="77662" y="138745"/>
                    <a:pt x="56595" y="138745"/>
                  </a:cubicBezTo>
                  <a:cubicBezTo>
                    <a:pt x="21341" y="138745"/>
                    <a:pt x="0" y="109899"/>
                    <a:pt x="0" y="71998"/>
                  </a:cubicBezTo>
                  <a:cubicBezTo>
                    <a:pt x="0" y="28572"/>
                    <a:pt x="25750" y="0"/>
                    <a:pt x="59593" y="0"/>
                  </a:cubicBezTo>
                  <a:cubicBezTo>
                    <a:pt x="83952" y="0"/>
                    <a:pt x="94162" y="11464"/>
                    <a:pt x="96592" y="18754"/>
                  </a:cubicBezTo>
                  <a:cubicBezTo>
                    <a:pt x="96847" y="14208"/>
                    <a:pt x="97670" y="5644"/>
                    <a:pt x="97944" y="3194"/>
                  </a:cubicBezTo>
                  <a:lnTo>
                    <a:pt x="129299" y="3194"/>
                  </a:lnTo>
                  <a:cubicBezTo>
                    <a:pt x="129123" y="13953"/>
                    <a:pt x="128966" y="29395"/>
                    <a:pt x="128966" y="42545"/>
                  </a:cubicBezTo>
                  <a:lnTo>
                    <a:pt x="128966" y="124831"/>
                  </a:lnTo>
                  <a:close/>
                  <a:moveTo>
                    <a:pt x="34078" y="70529"/>
                  </a:moveTo>
                  <a:cubicBezTo>
                    <a:pt x="34078" y="95867"/>
                    <a:pt x="46934" y="111662"/>
                    <a:pt x="65590" y="111662"/>
                  </a:cubicBezTo>
                  <a:cubicBezTo>
                    <a:pt x="90655" y="111662"/>
                    <a:pt x="97592" y="94613"/>
                    <a:pt x="97592" y="69157"/>
                  </a:cubicBezTo>
                  <a:cubicBezTo>
                    <a:pt x="97592" y="43524"/>
                    <a:pt x="92183" y="26887"/>
                    <a:pt x="66394" y="26887"/>
                  </a:cubicBezTo>
                  <a:cubicBezTo>
                    <a:pt x="46973" y="26887"/>
                    <a:pt x="34078" y="42407"/>
                    <a:pt x="34078" y="70529"/>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7" name="Google Shape;341;p44">
              <a:extLst>
                <a:ext uri="{FF2B5EF4-FFF2-40B4-BE49-F238E27FC236}">
                  <a16:creationId xmlns:a16="http://schemas.microsoft.com/office/drawing/2014/main" id="{8C56F7FC-2D80-BE2A-7206-30D56B5334DC}"/>
                </a:ext>
              </a:extLst>
            </p:cNvPr>
            <p:cNvSpPr/>
            <p:nvPr/>
          </p:nvSpPr>
          <p:spPr>
            <a:xfrm>
              <a:off x="6491200" y="5221269"/>
              <a:ext cx="119677" cy="140057"/>
            </a:xfrm>
            <a:custGeom>
              <a:avLst/>
              <a:gdLst/>
              <a:ahLst/>
              <a:cxnLst/>
              <a:rect l="l" t="t" r="r" b="b"/>
              <a:pathLst>
                <a:path w="119677" h="140057" extrusionOk="0">
                  <a:moveTo>
                    <a:pt x="275" y="37685"/>
                  </a:moveTo>
                  <a:cubicBezTo>
                    <a:pt x="275" y="25966"/>
                    <a:pt x="275" y="13483"/>
                    <a:pt x="0" y="3194"/>
                  </a:cubicBezTo>
                  <a:lnTo>
                    <a:pt x="32099" y="3194"/>
                  </a:lnTo>
                  <a:cubicBezTo>
                    <a:pt x="32805" y="6898"/>
                    <a:pt x="33256" y="18049"/>
                    <a:pt x="33373" y="22340"/>
                  </a:cubicBezTo>
                  <a:cubicBezTo>
                    <a:pt x="38292" y="12679"/>
                    <a:pt x="49403" y="0"/>
                    <a:pt x="74213" y="0"/>
                  </a:cubicBezTo>
                  <a:cubicBezTo>
                    <a:pt x="101080" y="0"/>
                    <a:pt x="119677" y="17618"/>
                    <a:pt x="119677" y="52676"/>
                  </a:cubicBezTo>
                  <a:lnTo>
                    <a:pt x="119677" y="140058"/>
                  </a:lnTo>
                  <a:lnTo>
                    <a:pt x="86578" y="140058"/>
                  </a:lnTo>
                  <a:lnTo>
                    <a:pt x="86578" y="56478"/>
                  </a:lnTo>
                  <a:cubicBezTo>
                    <a:pt x="86578" y="39331"/>
                    <a:pt x="80464" y="27239"/>
                    <a:pt x="62337" y="27239"/>
                  </a:cubicBezTo>
                  <a:cubicBezTo>
                    <a:pt x="42976" y="27239"/>
                    <a:pt x="33373" y="39781"/>
                    <a:pt x="33373" y="65081"/>
                  </a:cubicBezTo>
                  <a:lnTo>
                    <a:pt x="33373" y="140058"/>
                  </a:lnTo>
                  <a:lnTo>
                    <a:pt x="275" y="140058"/>
                  </a:lnTo>
                  <a:lnTo>
                    <a:pt x="275" y="3768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8" name="Google Shape;342;p44">
              <a:extLst>
                <a:ext uri="{FF2B5EF4-FFF2-40B4-BE49-F238E27FC236}">
                  <a16:creationId xmlns:a16="http://schemas.microsoft.com/office/drawing/2014/main" id="{C1704029-BE41-39E5-C971-27C1E936EFE2}"/>
                </a:ext>
              </a:extLst>
            </p:cNvPr>
            <p:cNvSpPr/>
            <p:nvPr/>
          </p:nvSpPr>
          <p:spPr>
            <a:xfrm>
              <a:off x="5428547" y="5424147"/>
              <a:ext cx="125027" cy="184131"/>
            </a:xfrm>
            <a:custGeom>
              <a:avLst/>
              <a:gdLst/>
              <a:ahLst/>
              <a:cxnLst/>
              <a:rect l="l" t="t" r="r" b="b"/>
              <a:pathLst>
                <a:path w="125027" h="184131" extrusionOk="0">
                  <a:moveTo>
                    <a:pt x="0" y="0"/>
                  </a:moveTo>
                  <a:lnTo>
                    <a:pt x="125027" y="0"/>
                  </a:lnTo>
                  <a:lnTo>
                    <a:pt x="125027" y="28611"/>
                  </a:lnTo>
                  <a:lnTo>
                    <a:pt x="33785" y="28611"/>
                  </a:lnTo>
                  <a:lnTo>
                    <a:pt x="33785" y="78740"/>
                  </a:lnTo>
                  <a:lnTo>
                    <a:pt x="119266" y="78740"/>
                  </a:lnTo>
                  <a:lnTo>
                    <a:pt x="119266" y="107371"/>
                  </a:lnTo>
                  <a:lnTo>
                    <a:pt x="33785" y="107371"/>
                  </a:lnTo>
                  <a:lnTo>
                    <a:pt x="33785" y="184131"/>
                  </a:lnTo>
                  <a:lnTo>
                    <a:pt x="0" y="184131"/>
                  </a:lnTo>
                  <a:lnTo>
                    <a:pt x="0"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9" name="Google Shape;343;p44">
              <a:extLst>
                <a:ext uri="{FF2B5EF4-FFF2-40B4-BE49-F238E27FC236}">
                  <a16:creationId xmlns:a16="http://schemas.microsoft.com/office/drawing/2014/main" id="{FBD9CA6B-1B01-E7A5-280F-22BFCC310A57}"/>
                </a:ext>
              </a:extLst>
            </p:cNvPr>
            <p:cNvSpPr/>
            <p:nvPr/>
          </p:nvSpPr>
          <p:spPr>
            <a:xfrm>
              <a:off x="5573974" y="5471434"/>
              <a:ext cx="117855" cy="140038"/>
            </a:xfrm>
            <a:custGeom>
              <a:avLst/>
              <a:gdLst/>
              <a:ahLst/>
              <a:cxnLst/>
              <a:rect l="l" t="t" r="r" b="b"/>
              <a:pathLst>
                <a:path w="117855" h="140038" extrusionOk="0">
                  <a:moveTo>
                    <a:pt x="117581" y="97043"/>
                  </a:moveTo>
                  <a:cubicBezTo>
                    <a:pt x="117581" y="110271"/>
                    <a:pt x="117659" y="126007"/>
                    <a:pt x="117855" y="136844"/>
                  </a:cubicBezTo>
                  <a:lnTo>
                    <a:pt x="85461" y="136844"/>
                  </a:lnTo>
                  <a:cubicBezTo>
                    <a:pt x="84932" y="133199"/>
                    <a:pt x="84677" y="125537"/>
                    <a:pt x="84482" y="119462"/>
                  </a:cubicBezTo>
                  <a:cubicBezTo>
                    <a:pt x="76839" y="133689"/>
                    <a:pt x="64375" y="140038"/>
                    <a:pt x="45543" y="140038"/>
                  </a:cubicBezTo>
                  <a:cubicBezTo>
                    <a:pt x="19283" y="140038"/>
                    <a:pt x="0" y="124929"/>
                    <a:pt x="0" y="89420"/>
                  </a:cubicBezTo>
                  <a:lnTo>
                    <a:pt x="0" y="0"/>
                  </a:lnTo>
                  <a:lnTo>
                    <a:pt x="33020" y="0"/>
                  </a:lnTo>
                  <a:lnTo>
                    <a:pt x="33020" y="82679"/>
                  </a:lnTo>
                  <a:cubicBezTo>
                    <a:pt x="33020" y="98748"/>
                    <a:pt x="38037" y="112622"/>
                    <a:pt x="56556" y="112622"/>
                  </a:cubicBezTo>
                  <a:cubicBezTo>
                    <a:pt x="76467" y="112622"/>
                    <a:pt x="84482" y="101825"/>
                    <a:pt x="84482" y="72332"/>
                  </a:cubicBezTo>
                  <a:lnTo>
                    <a:pt x="84482" y="0"/>
                  </a:lnTo>
                  <a:lnTo>
                    <a:pt x="117581" y="0"/>
                  </a:lnTo>
                  <a:lnTo>
                    <a:pt x="117581" y="9704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0" name="Google Shape;344;p44">
              <a:extLst>
                <a:ext uri="{FF2B5EF4-FFF2-40B4-BE49-F238E27FC236}">
                  <a16:creationId xmlns:a16="http://schemas.microsoft.com/office/drawing/2014/main" id="{7FE8F30F-0B5C-7E43-8935-EF94BCFF6DE1}"/>
                </a:ext>
              </a:extLst>
            </p:cNvPr>
            <p:cNvSpPr/>
            <p:nvPr/>
          </p:nvSpPr>
          <p:spPr>
            <a:xfrm>
              <a:off x="5727613" y="5468222"/>
              <a:ext cx="119677" cy="140057"/>
            </a:xfrm>
            <a:custGeom>
              <a:avLst/>
              <a:gdLst/>
              <a:ahLst/>
              <a:cxnLst/>
              <a:rect l="l" t="t" r="r" b="b"/>
              <a:pathLst>
                <a:path w="119677" h="140057" extrusionOk="0">
                  <a:moveTo>
                    <a:pt x="275" y="37685"/>
                  </a:moveTo>
                  <a:cubicBezTo>
                    <a:pt x="275" y="25966"/>
                    <a:pt x="275" y="13483"/>
                    <a:pt x="0" y="3194"/>
                  </a:cubicBezTo>
                  <a:lnTo>
                    <a:pt x="32099" y="3194"/>
                  </a:lnTo>
                  <a:cubicBezTo>
                    <a:pt x="32805" y="6898"/>
                    <a:pt x="33256" y="18049"/>
                    <a:pt x="33373" y="22340"/>
                  </a:cubicBezTo>
                  <a:cubicBezTo>
                    <a:pt x="38292" y="12679"/>
                    <a:pt x="49403" y="0"/>
                    <a:pt x="74213" y="0"/>
                  </a:cubicBezTo>
                  <a:cubicBezTo>
                    <a:pt x="101080" y="0"/>
                    <a:pt x="119677" y="17618"/>
                    <a:pt x="119677" y="52676"/>
                  </a:cubicBezTo>
                  <a:lnTo>
                    <a:pt x="119677" y="140058"/>
                  </a:lnTo>
                  <a:lnTo>
                    <a:pt x="86578" y="140058"/>
                  </a:lnTo>
                  <a:lnTo>
                    <a:pt x="86578" y="56478"/>
                  </a:lnTo>
                  <a:cubicBezTo>
                    <a:pt x="86578" y="39331"/>
                    <a:pt x="80464" y="27239"/>
                    <a:pt x="62337" y="27239"/>
                  </a:cubicBezTo>
                  <a:cubicBezTo>
                    <a:pt x="42976" y="27239"/>
                    <a:pt x="33373" y="39781"/>
                    <a:pt x="33373" y="65081"/>
                  </a:cubicBezTo>
                  <a:lnTo>
                    <a:pt x="33373" y="140058"/>
                  </a:lnTo>
                  <a:lnTo>
                    <a:pt x="275" y="140058"/>
                  </a:lnTo>
                  <a:lnTo>
                    <a:pt x="275" y="3768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1" name="Google Shape;345;p44">
              <a:extLst>
                <a:ext uri="{FF2B5EF4-FFF2-40B4-BE49-F238E27FC236}">
                  <a16:creationId xmlns:a16="http://schemas.microsoft.com/office/drawing/2014/main" id="{ADD8FB3E-E159-A3C6-B6A3-3B34B02F3B36}"/>
                </a:ext>
              </a:extLst>
            </p:cNvPr>
            <p:cNvSpPr/>
            <p:nvPr/>
          </p:nvSpPr>
          <p:spPr>
            <a:xfrm>
              <a:off x="5874785" y="5413555"/>
              <a:ext cx="130298" cy="197927"/>
            </a:xfrm>
            <a:custGeom>
              <a:avLst/>
              <a:gdLst/>
              <a:ahLst/>
              <a:cxnLst/>
              <a:rect l="l" t="t" r="r" b="b"/>
              <a:pathLst>
                <a:path w="130298" h="197927" extrusionOk="0">
                  <a:moveTo>
                    <a:pt x="130024" y="0"/>
                  </a:moveTo>
                  <a:lnTo>
                    <a:pt x="130024" y="156754"/>
                  </a:lnTo>
                  <a:cubicBezTo>
                    <a:pt x="130024" y="169355"/>
                    <a:pt x="130024" y="181975"/>
                    <a:pt x="130299" y="194713"/>
                  </a:cubicBezTo>
                  <a:lnTo>
                    <a:pt x="98474" y="194713"/>
                  </a:lnTo>
                  <a:cubicBezTo>
                    <a:pt x="97748" y="190774"/>
                    <a:pt x="97121" y="182563"/>
                    <a:pt x="96925" y="178703"/>
                  </a:cubicBezTo>
                  <a:cubicBezTo>
                    <a:pt x="90282" y="190657"/>
                    <a:pt x="77799" y="197927"/>
                    <a:pt x="56674" y="197927"/>
                  </a:cubicBezTo>
                  <a:cubicBezTo>
                    <a:pt x="21889" y="197927"/>
                    <a:pt x="0" y="169884"/>
                    <a:pt x="0" y="127516"/>
                  </a:cubicBezTo>
                  <a:cubicBezTo>
                    <a:pt x="0" y="85403"/>
                    <a:pt x="23379" y="54675"/>
                    <a:pt x="61828" y="54675"/>
                  </a:cubicBezTo>
                  <a:cubicBezTo>
                    <a:pt x="83031" y="54675"/>
                    <a:pt x="93692" y="62572"/>
                    <a:pt x="96925" y="69235"/>
                  </a:cubicBezTo>
                  <a:lnTo>
                    <a:pt x="96925" y="0"/>
                  </a:lnTo>
                  <a:lnTo>
                    <a:pt x="130024" y="0"/>
                  </a:lnTo>
                  <a:close/>
                  <a:moveTo>
                    <a:pt x="34078" y="126615"/>
                  </a:moveTo>
                  <a:cubicBezTo>
                    <a:pt x="34078" y="155441"/>
                    <a:pt x="46268" y="171040"/>
                    <a:pt x="65806" y="171040"/>
                  </a:cubicBezTo>
                  <a:cubicBezTo>
                    <a:pt x="93849" y="171040"/>
                    <a:pt x="98199" y="148681"/>
                    <a:pt x="98199" y="125537"/>
                  </a:cubicBezTo>
                  <a:cubicBezTo>
                    <a:pt x="98199" y="99767"/>
                    <a:pt x="93868" y="81562"/>
                    <a:pt x="67079" y="81562"/>
                  </a:cubicBezTo>
                  <a:cubicBezTo>
                    <a:pt x="45758" y="81562"/>
                    <a:pt x="34078" y="98297"/>
                    <a:pt x="34078" y="126615"/>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grpSp>
      <p:grpSp>
        <p:nvGrpSpPr>
          <p:cNvPr id="42" name="Google Shape;347;p44">
            <a:extLst>
              <a:ext uri="{FF2B5EF4-FFF2-40B4-BE49-F238E27FC236}">
                <a16:creationId xmlns:a16="http://schemas.microsoft.com/office/drawing/2014/main" id="{5F028DEB-F5B7-AC52-2835-9742FDADF5BC}"/>
              </a:ext>
            </a:extLst>
          </p:cNvPr>
          <p:cNvGrpSpPr/>
          <p:nvPr userDrawn="1"/>
        </p:nvGrpSpPr>
        <p:grpSpPr>
          <a:xfrm>
            <a:off x="7116763" y="2892172"/>
            <a:ext cx="5075236" cy="1073656"/>
            <a:chOff x="7116763" y="3237861"/>
            <a:chExt cx="5075236" cy="1073656"/>
          </a:xfrm>
        </p:grpSpPr>
        <p:sp>
          <p:nvSpPr>
            <p:cNvPr id="43" name="Google Shape;348;p44">
              <a:extLst>
                <a:ext uri="{FF2B5EF4-FFF2-40B4-BE49-F238E27FC236}">
                  <a16:creationId xmlns:a16="http://schemas.microsoft.com/office/drawing/2014/main" id="{F9179288-795A-99BE-52C2-2A13BF52B8B3}"/>
                </a:ext>
              </a:extLst>
            </p:cNvPr>
            <p:cNvSpPr/>
            <p:nvPr/>
          </p:nvSpPr>
          <p:spPr>
            <a:xfrm>
              <a:off x="7116763" y="3237861"/>
              <a:ext cx="4413174" cy="1073656"/>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id-ID"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4" name="Google Shape;349;p44">
              <a:extLst>
                <a:ext uri="{FF2B5EF4-FFF2-40B4-BE49-F238E27FC236}">
                  <a16:creationId xmlns:a16="http://schemas.microsoft.com/office/drawing/2014/main" id="{23F61F26-167F-D595-6F3E-D9467A4EC189}"/>
                </a:ext>
              </a:extLst>
            </p:cNvPr>
            <p:cNvSpPr/>
            <p:nvPr/>
          </p:nvSpPr>
          <p:spPr>
            <a:xfrm>
              <a:off x="10652114" y="3237861"/>
              <a:ext cx="1539885" cy="107365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id-ID"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5" name="Google Shape;350;p44">
              <a:extLst>
                <a:ext uri="{FF2B5EF4-FFF2-40B4-BE49-F238E27FC236}">
                  <a16:creationId xmlns:a16="http://schemas.microsoft.com/office/drawing/2014/main" id="{8D75A7B0-6148-505C-743E-5B4F7EBA20E0}"/>
                </a:ext>
              </a:extLst>
            </p:cNvPr>
            <p:cNvSpPr/>
            <p:nvPr/>
          </p:nvSpPr>
          <p:spPr>
            <a:xfrm>
              <a:off x="9909494" y="3237861"/>
              <a:ext cx="790948" cy="107365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id-ID"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grpSp>
      <p:sp>
        <p:nvSpPr>
          <p:cNvPr id="46" name="TextBox 45">
            <a:extLst>
              <a:ext uri="{FF2B5EF4-FFF2-40B4-BE49-F238E27FC236}">
                <a16:creationId xmlns:a16="http://schemas.microsoft.com/office/drawing/2014/main" id="{742586D9-666D-EC01-F939-C7215AB50221}"/>
              </a:ext>
            </a:extLst>
          </p:cNvPr>
          <p:cNvSpPr txBox="1"/>
          <p:nvPr userDrawn="1"/>
        </p:nvSpPr>
        <p:spPr>
          <a:xfrm>
            <a:off x="0" y="6522757"/>
            <a:ext cx="12191999" cy="246221"/>
          </a:xfrm>
          <a:prstGeom prst="rect">
            <a:avLst/>
          </a:prstGeom>
          <a:noFill/>
        </p:spPr>
        <p:txBody>
          <a:bodyPr wrap="square" rtlCol="0">
            <a:spAutoFit/>
          </a:bodyPr>
          <a:lstStyle/>
          <a:p>
            <a:pPr algn="ctr" rtl="0"/>
            <a:r>
              <a:rPr lang="en-US" sz="1000" b="1" noProof="0">
                <a:solidFill>
                  <a:schemeClr val="accent2"/>
                </a:solidFill>
                <a:latin typeface="Arial" panose="020B0604020202020204" pitchFamily="34" charset="0"/>
                <a:cs typeface="Arial" panose="020B0604020202020204" pitchFamily="34" charset="0"/>
                <a:sym typeface="Arial" panose="020B0604020202020204" pitchFamily="34" charset="0"/>
              </a:rPr>
              <a:t>Strictly Confidential • This document contains sensitive information and is intended only for authorized personnel; any unauthorized sharing or disclosure is strictly prohibited</a:t>
            </a:r>
          </a:p>
        </p:txBody>
      </p:sp>
      <p:sp>
        <p:nvSpPr>
          <p:cNvPr id="4" name="Rectangle 3">
            <a:extLst>
              <a:ext uri="{FF2B5EF4-FFF2-40B4-BE49-F238E27FC236}">
                <a16:creationId xmlns:a16="http://schemas.microsoft.com/office/drawing/2014/main" id="{1C524D3D-7C4B-004F-EB91-522FECABEFA9}"/>
              </a:ext>
            </a:extLst>
          </p:cNvPr>
          <p:cNvSpPr/>
          <p:nvPr userDrawn="1"/>
        </p:nvSpPr>
        <p:spPr>
          <a:xfrm>
            <a:off x="3720537" y="3510674"/>
            <a:ext cx="1480113" cy="92797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grpSp>
        <p:nvGrpSpPr>
          <p:cNvPr id="3" name="Google Shape;309;p44">
            <a:extLst>
              <a:ext uri="{FF2B5EF4-FFF2-40B4-BE49-F238E27FC236}">
                <a16:creationId xmlns:a16="http://schemas.microsoft.com/office/drawing/2014/main" id="{7C488BB5-E680-BA75-E28B-B49142AEEE4F}"/>
              </a:ext>
            </a:extLst>
          </p:cNvPr>
          <p:cNvGrpSpPr/>
          <p:nvPr userDrawn="1"/>
        </p:nvGrpSpPr>
        <p:grpSpPr>
          <a:xfrm>
            <a:off x="4449515" y="2870940"/>
            <a:ext cx="1059929" cy="1116121"/>
            <a:chOff x="565555" y="4377823"/>
            <a:chExt cx="1163282" cy="1224953"/>
          </a:xfrm>
        </p:grpSpPr>
        <p:sp>
          <p:nvSpPr>
            <p:cNvPr id="5" name="Google Shape;310;p44">
              <a:extLst>
                <a:ext uri="{FF2B5EF4-FFF2-40B4-BE49-F238E27FC236}">
                  <a16:creationId xmlns:a16="http://schemas.microsoft.com/office/drawing/2014/main" id="{2802B82F-E218-226B-A2EE-27D654ACC2B7}"/>
                </a:ext>
              </a:extLst>
            </p:cNvPr>
            <p:cNvSpPr/>
            <p:nvPr/>
          </p:nvSpPr>
          <p:spPr>
            <a:xfrm>
              <a:off x="811306" y="4572470"/>
              <a:ext cx="563955" cy="793531"/>
            </a:xfrm>
            <a:custGeom>
              <a:avLst/>
              <a:gdLst/>
              <a:ahLst/>
              <a:cxnLst/>
              <a:rect l="l" t="t" r="r" b="b"/>
              <a:pathLst>
                <a:path w="563955" h="793531" extrusionOk="0">
                  <a:moveTo>
                    <a:pt x="0" y="0"/>
                  </a:moveTo>
                  <a:lnTo>
                    <a:pt x="563955" y="0"/>
                  </a:lnTo>
                  <a:lnTo>
                    <a:pt x="563955" y="793531"/>
                  </a:lnTo>
                  <a:lnTo>
                    <a:pt x="0" y="793531"/>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6" name="Google Shape;311;p44">
              <a:extLst>
                <a:ext uri="{FF2B5EF4-FFF2-40B4-BE49-F238E27FC236}">
                  <a16:creationId xmlns:a16="http://schemas.microsoft.com/office/drawing/2014/main" id="{38CAADCE-307E-947A-36EF-68024A1964F4}"/>
                </a:ext>
              </a:extLst>
            </p:cNvPr>
            <p:cNvSpPr/>
            <p:nvPr/>
          </p:nvSpPr>
          <p:spPr>
            <a:xfrm>
              <a:off x="565555" y="4377823"/>
              <a:ext cx="1163282" cy="1224953"/>
            </a:xfrm>
            <a:custGeom>
              <a:avLst/>
              <a:gdLst/>
              <a:ahLst/>
              <a:cxnLst/>
              <a:rect l="l" t="t" r="r" b="b"/>
              <a:pathLst>
                <a:path w="1163282" h="1224953" extrusionOk="0">
                  <a:moveTo>
                    <a:pt x="0" y="1224954"/>
                  </a:moveTo>
                  <a:lnTo>
                    <a:pt x="0" y="0"/>
                  </a:lnTo>
                  <a:lnTo>
                    <a:pt x="565366" y="0"/>
                  </a:lnTo>
                  <a:cubicBezTo>
                    <a:pt x="744677" y="0"/>
                    <a:pt x="889163" y="54557"/>
                    <a:pt x="998827" y="163613"/>
                  </a:cubicBezTo>
                  <a:cubicBezTo>
                    <a:pt x="1108471" y="272708"/>
                    <a:pt x="1163283" y="423172"/>
                    <a:pt x="1163283" y="615044"/>
                  </a:cubicBezTo>
                  <a:cubicBezTo>
                    <a:pt x="1163283" y="809228"/>
                    <a:pt x="1109019" y="959398"/>
                    <a:pt x="1000532" y="1065632"/>
                  </a:cubicBezTo>
                  <a:cubicBezTo>
                    <a:pt x="892005" y="1171847"/>
                    <a:pt x="741835" y="1224954"/>
                    <a:pt x="549944" y="1224954"/>
                  </a:cubicBezTo>
                  <a:lnTo>
                    <a:pt x="0" y="1224954"/>
                  </a:lnTo>
                  <a:close/>
                  <a:moveTo>
                    <a:pt x="358072" y="928572"/>
                  </a:moveTo>
                  <a:lnTo>
                    <a:pt x="520823" y="928572"/>
                  </a:lnTo>
                  <a:cubicBezTo>
                    <a:pt x="605344" y="928572"/>
                    <a:pt x="673011" y="901451"/>
                    <a:pt x="723845" y="847187"/>
                  </a:cubicBezTo>
                  <a:cubicBezTo>
                    <a:pt x="774660" y="792963"/>
                    <a:pt x="800077" y="715575"/>
                    <a:pt x="800077" y="615044"/>
                  </a:cubicBezTo>
                  <a:cubicBezTo>
                    <a:pt x="800077" y="514513"/>
                    <a:pt x="775247" y="436322"/>
                    <a:pt x="725550" y="380334"/>
                  </a:cubicBezTo>
                  <a:cubicBezTo>
                    <a:pt x="675872" y="324385"/>
                    <a:pt x="607617" y="296401"/>
                    <a:pt x="520823" y="296401"/>
                  </a:cubicBezTo>
                  <a:lnTo>
                    <a:pt x="358072" y="296401"/>
                  </a:lnTo>
                  <a:lnTo>
                    <a:pt x="358072" y="92857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7" name="Google Shape;312;p44">
              <a:extLst>
                <a:ext uri="{FF2B5EF4-FFF2-40B4-BE49-F238E27FC236}">
                  <a16:creationId xmlns:a16="http://schemas.microsoft.com/office/drawing/2014/main" id="{25A3D00D-5E74-67C6-756E-9360A235A949}"/>
                </a:ext>
              </a:extLst>
            </p:cNvPr>
            <p:cNvSpPr/>
            <p:nvPr/>
          </p:nvSpPr>
          <p:spPr>
            <a:xfrm>
              <a:off x="649333" y="4716177"/>
              <a:ext cx="886733" cy="363760"/>
            </a:xfrm>
            <a:custGeom>
              <a:avLst/>
              <a:gdLst/>
              <a:ahLst/>
              <a:cxnLst/>
              <a:rect l="l" t="t" r="r" b="b"/>
              <a:pathLst>
                <a:path w="886733" h="363760" extrusionOk="0">
                  <a:moveTo>
                    <a:pt x="886733" y="156819"/>
                  </a:moveTo>
                  <a:cubicBezTo>
                    <a:pt x="695861" y="138633"/>
                    <a:pt x="483256" y="162992"/>
                    <a:pt x="323523" y="276006"/>
                  </a:cubicBezTo>
                  <a:cubicBezTo>
                    <a:pt x="293755" y="297073"/>
                    <a:pt x="249839" y="328741"/>
                    <a:pt x="238884" y="363761"/>
                  </a:cubicBezTo>
                  <a:lnTo>
                    <a:pt x="0" y="144532"/>
                  </a:lnTo>
                  <a:cubicBezTo>
                    <a:pt x="78" y="136007"/>
                    <a:pt x="132043" y="84331"/>
                    <a:pt x="150092" y="77922"/>
                  </a:cubicBezTo>
                  <a:cubicBezTo>
                    <a:pt x="322935" y="16624"/>
                    <a:pt x="607930" y="-41755"/>
                    <a:pt x="778579" y="40845"/>
                  </a:cubicBezTo>
                  <a:cubicBezTo>
                    <a:pt x="824670" y="63166"/>
                    <a:pt x="873486" y="106377"/>
                    <a:pt x="886733" y="156819"/>
                  </a:cubicBezTo>
                </a:path>
              </a:pathLst>
            </a:custGeom>
            <a:solidFill>
              <a:srgbClr val="D51A2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9" name="Google Shape;313;p44">
              <a:extLst>
                <a:ext uri="{FF2B5EF4-FFF2-40B4-BE49-F238E27FC236}">
                  <a16:creationId xmlns:a16="http://schemas.microsoft.com/office/drawing/2014/main" id="{04E644AE-7472-7DC1-36B1-4C6FFE011A7A}"/>
                </a:ext>
              </a:extLst>
            </p:cNvPr>
            <p:cNvSpPr/>
            <p:nvPr/>
          </p:nvSpPr>
          <p:spPr>
            <a:xfrm>
              <a:off x="914565" y="4894231"/>
              <a:ext cx="715007" cy="397945"/>
            </a:xfrm>
            <a:custGeom>
              <a:avLst/>
              <a:gdLst/>
              <a:ahLst/>
              <a:cxnLst/>
              <a:rect l="l" t="t" r="r" b="b"/>
              <a:pathLst>
                <a:path w="715007" h="397945" extrusionOk="0">
                  <a:moveTo>
                    <a:pt x="689120" y="39078"/>
                  </a:moveTo>
                  <a:cubicBezTo>
                    <a:pt x="722062" y="73391"/>
                    <a:pt x="723708" y="132221"/>
                    <a:pt x="693235" y="168730"/>
                  </a:cubicBezTo>
                  <a:cubicBezTo>
                    <a:pt x="652591" y="100749"/>
                    <a:pt x="557096" y="124461"/>
                    <a:pt x="493583" y="144410"/>
                  </a:cubicBezTo>
                  <a:cubicBezTo>
                    <a:pt x="372025" y="182585"/>
                    <a:pt x="275354" y="275199"/>
                    <a:pt x="238101" y="397600"/>
                  </a:cubicBezTo>
                  <a:cubicBezTo>
                    <a:pt x="232457" y="402715"/>
                    <a:pt x="169531" y="349451"/>
                    <a:pt x="160184" y="341691"/>
                  </a:cubicBezTo>
                  <a:cubicBezTo>
                    <a:pt x="140176" y="325092"/>
                    <a:pt x="1881" y="205630"/>
                    <a:pt x="0" y="194931"/>
                  </a:cubicBezTo>
                  <a:cubicBezTo>
                    <a:pt x="99551" y="76115"/>
                    <a:pt x="283408" y="13582"/>
                    <a:pt x="435322" y="3392"/>
                  </a:cubicBezTo>
                  <a:cubicBezTo>
                    <a:pt x="500423" y="-978"/>
                    <a:pt x="642891" y="-9072"/>
                    <a:pt x="689120" y="39078"/>
                  </a:cubicBezTo>
                </a:path>
              </a:pathLst>
            </a:custGeom>
            <a:solidFill>
              <a:srgbClr val="FEF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grpSp>
    </p:spTree>
    <p:extLst>
      <p:ext uri="{BB962C8B-B14F-4D97-AF65-F5344CB8AC3E}">
        <p14:creationId xmlns:p14="http://schemas.microsoft.com/office/powerpoint/2010/main" val="38466732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2657404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rtl="0">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id-ID" err="1"/>
              <a:t>Click</a:t>
            </a:r>
            <a:r>
              <a:rPr lang="id-ID"/>
              <a:t> to edit Master </a:t>
            </a:r>
            <a:r>
              <a:rPr lang="id-ID" err="1"/>
              <a:t>title</a:t>
            </a:r>
            <a:r>
              <a:rPr lang="id-ID"/>
              <a:t> </a:t>
            </a:r>
            <a:r>
              <a:rPr lang="id-ID" err="1"/>
              <a:t>style</a:t>
            </a:r>
            <a:endParaRPr lang="id-ID"/>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551941" y="436176"/>
            <a:ext cx="2508734" cy="518565"/>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2" name="Picture Placeholder 11">
            <a:extLst>
              <a:ext uri="{FF2B5EF4-FFF2-40B4-BE49-F238E27FC236}">
                <a16:creationId xmlns:a16="http://schemas.microsoft.com/office/drawing/2014/main" id="{C1A8FE62-560F-A48A-A936-B707003850BA}"/>
              </a:ext>
            </a:extLst>
          </p:cNvPr>
          <p:cNvSpPr>
            <a:spLocks noGrp="1"/>
          </p:cNvSpPr>
          <p:nvPr>
            <p:ph type="pic" sz="quarter" idx="14"/>
          </p:nvPr>
        </p:nvSpPr>
        <p:spPr>
          <a:xfrm>
            <a:off x="6420927" y="0"/>
            <a:ext cx="5771073" cy="6655080"/>
          </a:xfrm>
        </p:spPr>
        <p:txBody>
          <a:bodyPr anchor="ctr">
            <a:noAutofit/>
          </a:bodyPr>
          <a:lstStyle>
            <a:lvl1pPr algn="ctr" rtl="0">
              <a:defRPr>
                <a:latin typeface="Arial" panose="020B0604020202020204" pitchFamily="34" charset="0"/>
                <a:cs typeface="Arial" panose="020B0604020202020204" pitchFamily="34" charset="0"/>
                <a:sym typeface="Arial" panose="020B0604020202020204" pitchFamily="34" charset="0"/>
              </a:defRPr>
            </a:lvl1pPr>
          </a:lstStyle>
          <a:p>
            <a:r>
              <a:rPr lang="id-ID"/>
              <a:t>Click icon to add picture</a:t>
            </a:r>
          </a:p>
        </p:txBody>
      </p:sp>
    </p:spTree>
    <p:extLst>
      <p:ext uri="{BB962C8B-B14F-4D97-AF65-F5344CB8AC3E}">
        <p14:creationId xmlns:p14="http://schemas.microsoft.com/office/powerpoint/2010/main" val="7383021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1572037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rtl="0">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id-ID" err="1"/>
              <a:t>Click</a:t>
            </a:r>
            <a:r>
              <a:rPr lang="id-ID"/>
              <a:t> to edit Master </a:t>
            </a:r>
            <a:r>
              <a:rPr lang="id-ID" err="1"/>
              <a:t>title</a:t>
            </a:r>
            <a:r>
              <a:rPr lang="id-ID"/>
              <a:t> </a:t>
            </a:r>
            <a:r>
              <a:rPr lang="id-ID" err="1"/>
              <a:t>style</a:t>
            </a:r>
            <a:endParaRPr lang="id-ID"/>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551941" y="436176"/>
            <a:ext cx="2508734" cy="518565"/>
          </a:xfrm>
          <a:prstGeom prst="rect">
            <a:avLst/>
          </a:prstGeom>
        </p:spPr>
      </p:pic>
      <p:pic>
        <p:nvPicPr>
          <p:cNvPr id="3" name="Picture 2" descr="A person holding a pen over a computer&#10;&#10;AI-generated content may be incorrect.">
            <a:extLst>
              <a:ext uri="{FF2B5EF4-FFF2-40B4-BE49-F238E27FC236}">
                <a16:creationId xmlns:a16="http://schemas.microsoft.com/office/drawing/2014/main" id="{C7B81D5F-965A-7EE6-0E2D-AF238F092C60}"/>
              </a:ext>
            </a:extLst>
          </p:cNvPr>
          <p:cNvPicPr>
            <a:picLocks noChangeAspect="1"/>
          </p:cNvPicPr>
          <p:nvPr userDrawn="1"/>
        </p:nvPicPr>
        <p:blipFill>
          <a:blip r:embed="rId11" cstate="screen">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a:ext>
            </a:extLst>
          </a:blip>
          <a:srcRect/>
          <a:stretch/>
        </p:blipFill>
        <p:spPr>
          <a:xfrm>
            <a:off x="6420927" y="0"/>
            <a:ext cx="5771073" cy="6858000"/>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1" name="Rectangle 10">
            <a:extLst>
              <a:ext uri="{FF2B5EF4-FFF2-40B4-BE49-F238E27FC236}">
                <a16:creationId xmlns:a16="http://schemas.microsoft.com/office/drawing/2014/main" id="{6B56846F-F7CD-C29A-2374-2099B4772481}"/>
              </a:ext>
            </a:extLst>
          </p:cNvPr>
          <p:cNvSpPr/>
          <p:nvPr userDrawn="1"/>
        </p:nvSpPr>
        <p:spPr>
          <a:xfrm>
            <a:off x="2538704" y="738333"/>
            <a:ext cx="1240194" cy="768487"/>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
        <p:nvSpPr>
          <p:cNvPr id="5" name="Disclaimer-English (United States)">
            <a:extLst>
              <a:ext uri="{FF2B5EF4-FFF2-40B4-BE49-F238E27FC236}">
                <a16:creationId xmlns:a16="http://schemas.microsoft.com/office/drawing/2014/main" id="{7ADE8820-4CC2-45E6-C851-F67ABDF0228B}"/>
              </a:ext>
            </a:extLst>
          </p:cNvPr>
          <p:cNvSpPr>
            <a:spLocks noChangeArrowheads="1"/>
          </p:cNvSpPr>
          <p:nvPr userDrawn="1">
            <p:custDataLst>
              <p:tags r:id="rId6"/>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rtl="0" eaLnBrk="0" hangingPunct="0"/>
            <a:r>
              <a:rPr lang="id-ID" sz="750">
                <a:solidFill>
                  <a:schemeClr val="tx1"/>
                </a:solidFill>
                <a:latin typeface="+mn-lt"/>
              </a:rPr>
              <a:t>CONFIDENTIAL AND PROPRIETARY | © 2025 Danantara. </a:t>
            </a:r>
          </a:p>
          <a:p>
            <a:pPr defTabSz="804863" rtl="0" eaLnBrk="0" hangingPunct="0"/>
            <a:r>
              <a:rPr lang="id-ID" sz="750">
                <a:solidFill>
                  <a:schemeClr val="tx1"/>
                </a:solidFill>
                <a:latin typeface="+mn-lt"/>
              </a:rPr>
              <a:t>This material is intended solely for your internal use and any use of this material without specific permission of Danantara is strictly prohibited. All rights reserved.</a:t>
            </a:r>
          </a:p>
        </p:txBody>
      </p:sp>
    </p:spTree>
    <p:extLst>
      <p:ext uri="{BB962C8B-B14F-4D97-AF65-F5344CB8AC3E}">
        <p14:creationId xmlns:p14="http://schemas.microsoft.com/office/powerpoint/2010/main" val="21689547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388723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d-ID">
                <a:latin typeface="Arial" panose="020B0604020202020204" pitchFamily="34" charset="0"/>
                <a:cs typeface="Arial" panose="020B0604020202020204" pitchFamily="34" charset="0"/>
                <a:sym typeface="Arial" panose="020B0604020202020204" pitchFamily="34" charset="0"/>
              </a:rPr>
              <a:t>Sumber: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Add</a:t>
            </a:r>
            <a:r>
              <a:rPr lang="id-ID"/>
              <a:t>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172212"/>
            <a:ext cx="11082528" cy="731520"/>
          </a:xfrm>
          <a:prstGeom prst="rect">
            <a:avLst/>
          </a:prstGeom>
        </p:spPr>
        <p:txBody>
          <a:bodyPr vert="horz" wrap="square" lIns="0" tIns="0" rIns="0" bIns="0" rtlCol="0" anchor="b" anchorCtr="0">
            <a:noAutofit/>
          </a:bodyPr>
          <a:lstStyle>
            <a:lvl1pPr rtl="0">
              <a:defRPr lang="en-US" dirty="0">
                <a:solidFill>
                  <a:schemeClr val="accent2"/>
                </a:solidFill>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2" name="Rectangle 1">
            <a:extLst>
              <a:ext uri="{FF2B5EF4-FFF2-40B4-BE49-F238E27FC236}">
                <a16:creationId xmlns:a16="http://schemas.microsoft.com/office/drawing/2014/main" id="{AC8198F7-6575-4328-57DE-328365F16DC7}"/>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0759067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374172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Rectangle 1">
            <a:extLst>
              <a:ext uri="{FF2B5EF4-FFF2-40B4-BE49-F238E27FC236}">
                <a16:creationId xmlns:a16="http://schemas.microsoft.com/office/drawing/2014/main" id="{562DB7DA-AD53-AE2D-A5EA-45EEC0225B25}"/>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72776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673630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5" name="Rectangle 4">
            <a:extLst>
              <a:ext uri="{FF2B5EF4-FFF2-40B4-BE49-F238E27FC236}">
                <a16:creationId xmlns:a16="http://schemas.microsoft.com/office/drawing/2014/main" id="{4CBB2D4C-3B69-CFB6-968C-DF009B936578}"/>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1935043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31844913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4" name="Rectangle 3">
            <a:extLst>
              <a:ext uri="{FF2B5EF4-FFF2-40B4-BE49-F238E27FC236}">
                <a16:creationId xmlns:a16="http://schemas.microsoft.com/office/drawing/2014/main" id="{DE4A716D-3397-6242-6297-CA4483E2E0D3}"/>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42027378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901309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3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atin typeface="Arial" panose="020B0604020202020204" pitchFamily="34" charset="0"/>
                <a:cs typeface="Arial" panose="020B0604020202020204" pitchFamily="34" charset="0"/>
                <a:sym typeface="Arial" panose="020B0604020202020204" pitchFamily="34" charset="0"/>
              </a:defRPr>
            </a:lvl1pPr>
          </a:lstStyle>
          <a:p>
            <a:r>
              <a:rPr lang="id-ID"/>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4" name="Rectangle 3">
            <a:extLst>
              <a:ext uri="{FF2B5EF4-FFF2-40B4-BE49-F238E27FC236}">
                <a16:creationId xmlns:a16="http://schemas.microsoft.com/office/drawing/2014/main" id="{F0AD0B4D-D417-F897-8E91-A5540DE7C97F}"/>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42095433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27537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d-ID"/>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96012922-5984-3E1F-C8EA-B406E9034A41}"/>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9D017FEC-818E-6965-D5F3-37B653CE4B06}"/>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7" name="Rectangle 6">
            <a:extLst>
              <a:ext uri="{FF2B5EF4-FFF2-40B4-BE49-F238E27FC236}">
                <a16:creationId xmlns:a16="http://schemas.microsoft.com/office/drawing/2014/main" id="{DAABF460-D629-37B7-117D-ECB298B0D597}"/>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6806323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972075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id-ID"/>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4E46CF72-D723-78DB-5D48-DAA26240A3DB}"/>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64A29351-B3F4-D004-8646-E8C89BEF855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7" name="Rectangle 6">
            <a:extLst>
              <a:ext uri="{FF2B5EF4-FFF2-40B4-BE49-F238E27FC236}">
                <a16:creationId xmlns:a16="http://schemas.microsoft.com/office/drawing/2014/main" id="{3033E531-CA1B-B53C-ADDB-981BB40ADC28}"/>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4276361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239034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5065776"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7CCB1E77-89F0-A463-D76F-FBAA4B6F1ECF}"/>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4ED692C5-843F-2D57-97EF-D54160522DB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385DEDAF-EF7B-E87A-0A59-D3A2E251644E}"/>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050188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4667134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id-ID">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solidFill>
                  <a:schemeClr val="tx1"/>
                </a:solidFill>
                <a:latin typeface="Arial" panose="020B0604020202020204" pitchFamily="34" charset="0"/>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78E69A3B-DD4A-7E6E-BF9B-B34F255DA1D3}"/>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10BFDC8F-E3E5-4E63-6448-25B829D6813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E92A7267-45D8-24C6-DF79-F86888E65B75}"/>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5729244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781732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F0F0F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id-ID" sz="9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id-ID" sz="9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7918704"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u="none"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id-ID"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rPr>
              <a:t>Sumber: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2" name="Holder 3">
            <a:extLst>
              <a:ext uri="{FF2B5EF4-FFF2-40B4-BE49-F238E27FC236}">
                <a16:creationId xmlns:a16="http://schemas.microsoft.com/office/drawing/2014/main" id="{A6A7F655-4DC2-8B0E-4F18-BC459EA4034A}"/>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FA81F97A-0771-DDF8-16F9-BF5FAD0BD58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8FC32D1A-AC68-9250-3E4D-BF5B030C8638}"/>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842928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9679146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2212"/>
            <a:ext cx="11082528" cy="989512"/>
          </a:xfrm>
        </p:spPr>
        <p:txBody>
          <a:bodyPr vert="horz">
            <a:noAutofit/>
          </a:bodyPr>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id-ID"/>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5" name="Holder 3">
            <a:extLst>
              <a:ext uri="{FF2B5EF4-FFF2-40B4-BE49-F238E27FC236}">
                <a16:creationId xmlns:a16="http://schemas.microsoft.com/office/drawing/2014/main" id="{B1BE78C8-7D39-F82D-41C0-2B571C68E076}"/>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6" name="Graphic 5">
            <a:extLst>
              <a:ext uri="{FF2B5EF4-FFF2-40B4-BE49-F238E27FC236}">
                <a16:creationId xmlns:a16="http://schemas.microsoft.com/office/drawing/2014/main" id="{CEEB356C-A4A8-675D-C0E4-F71203FFF5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072696" y="6367129"/>
            <a:ext cx="1191176" cy="246221"/>
          </a:xfrm>
          <a:prstGeom prst="rect">
            <a:avLst/>
          </a:prstGeom>
        </p:spPr>
      </p:pic>
      <p:grpSp>
        <p:nvGrpSpPr>
          <p:cNvPr id="7" name="Group 6">
            <a:extLst>
              <a:ext uri="{FF2B5EF4-FFF2-40B4-BE49-F238E27FC236}">
                <a16:creationId xmlns:a16="http://schemas.microsoft.com/office/drawing/2014/main" id="{75232F96-BD7E-856C-F9D4-60844754204B}"/>
              </a:ext>
            </a:extLst>
          </p:cNvPr>
          <p:cNvGrpSpPr/>
          <p:nvPr userDrawn="1"/>
        </p:nvGrpSpPr>
        <p:grpSpPr>
          <a:xfrm>
            <a:off x="0" y="6787773"/>
            <a:ext cx="12192000" cy="83657"/>
            <a:chOff x="-1" y="2352858"/>
            <a:chExt cx="12191999" cy="198318"/>
          </a:xfrm>
        </p:grpSpPr>
        <p:sp>
          <p:nvSpPr>
            <p:cNvPr id="9" name="Rectangle 8">
              <a:extLst>
                <a:ext uri="{FF2B5EF4-FFF2-40B4-BE49-F238E27FC236}">
                  <a16:creationId xmlns:a16="http://schemas.microsoft.com/office/drawing/2014/main" id="{2C9E8511-CE84-7C62-D0D2-8F254E2FE622}"/>
                </a:ext>
              </a:extLst>
            </p:cNvPr>
            <p:cNvSpPr/>
            <p:nvPr/>
          </p:nvSpPr>
          <p:spPr>
            <a:xfrm>
              <a:off x="-1" y="2352858"/>
              <a:ext cx="2404873" cy="198318"/>
            </a:xfrm>
            <a:prstGeom prst="rect">
              <a:avLst/>
            </a:prstGeom>
            <a:solidFill>
              <a:srgbClr val="670F3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1" name="Rectangle 10">
              <a:extLst>
                <a:ext uri="{FF2B5EF4-FFF2-40B4-BE49-F238E27FC236}">
                  <a16:creationId xmlns:a16="http://schemas.microsoft.com/office/drawing/2014/main" id="{71017B6D-EDDA-8B25-63BA-A325431753DC}"/>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2" name="Rectangle 11">
              <a:extLst>
                <a:ext uri="{FF2B5EF4-FFF2-40B4-BE49-F238E27FC236}">
                  <a16:creationId xmlns:a16="http://schemas.microsoft.com/office/drawing/2014/main" id="{3DA71344-8F14-DF19-CCA8-D82208F286D0}"/>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3" name="Rectangle 12">
            <a:extLst>
              <a:ext uri="{FF2B5EF4-FFF2-40B4-BE49-F238E27FC236}">
                <a16:creationId xmlns:a16="http://schemas.microsoft.com/office/drawing/2014/main" id="{51AEE2AE-6AF7-3980-EEB9-90D335D13B60}"/>
              </a:ext>
            </a:extLst>
          </p:cNvPr>
          <p:cNvSpPr/>
          <p:nvPr userDrawn="1"/>
        </p:nvSpPr>
        <p:spPr>
          <a:xfrm>
            <a:off x="11010900" y="6498754"/>
            <a:ext cx="371475" cy="1846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9765253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15735227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a:t>Add tracker</a:t>
            </a:r>
          </a:p>
        </p:txBody>
      </p:sp>
      <p:sp>
        <p:nvSpPr>
          <p:cNvPr id="3" name="Holder 3">
            <a:extLst>
              <a:ext uri="{FF2B5EF4-FFF2-40B4-BE49-F238E27FC236}">
                <a16:creationId xmlns:a16="http://schemas.microsoft.com/office/drawing/2014/main" id="{848C1D35-957D-3E09-97C3-B00935F18540}"/>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4" name="Graphic 3">
            <a:extLst>
              <a:ext uri="{FF2B5EF4-FFF2-40B4-BE49-F238E27FC236}">
                <a16:creationId xmlns:a16="http://schemas.microsoft.com/office/drawing/2014/main" id="{8E241E06-CC02-08B5-C9FA-54C88522E2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072696" y="6367129"/>
            <a:ext cx="1191176" cy="246221"/>
          </a:xfrm>
          <a:prstGeom prst="rect">
            <a:avLst/>
          </a:prstGeom>
        </p:spPr>
      </p:pic>
      <p:sp>
        <p:nvSpPr>
          <p:cNvPr id="5" name="Rectangle 4">
            <a:extLst>
              <a:ext uri="{FF2B5EF4-FFF2-40B4-BE49-F238E27FC236}">
                <a16:creationId xmlns:a16="http://schemas.microsoft.com/office/drawing/2014/main" id="{7ECCC59F-EC38-38AA-3F55-72944CBE89DF}"/>
              </a:ext>
            </a:extLst>
          </p:cNvPr>
          <p:cNvSpPr/>
          <p:nvPr userDrawn="1"/>
        </p:nvSpPr>
        <p:spPr>
          <a:xfrm>
            <a:off x="11010900" y="6498754"/>
            <a:ext cx="371475" cy="1846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32139823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483794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id-ID" sz="800">
                <a:latin typeface="Arial" panose="020B0604020202020204" pitchFamily="34" charset="0"/>
                <a:cs typeface="Arial" panose="020B0604020202020204" pitchFamily="34" charset="0"/>
                <a:sym typeface="Arial" panose="020B0604020202020204" pitchFamily="34" charset="0"/>
              </a:rPr>
              <a:t>Sumber: …</a:t>
            </a:r>
          </a:p>
        </p:txBody>
      </p:sp>
      <p:grpSp>
        <p:nvGrpSpPr>
          <p:cNvPr id="10" name="Google Shape;314;p44">
            <a:extLst>
              <a:ext uri="{FF2B5EF4-FFF2-40B4-BE49-F238E27FC236}">
                <a16:creationId xmlns:a16="http://schemas.microsoft.com/office/drawing/2014/main" id="{59A2D6F2-1C74-A7AB-4F38-E440103CE843}"/>
              </a:ext>
            </a:extLst>
          </p:cNvPr>
          <p:cNvGrpSpPr/>
          <p:nvPr userDrawn="1"/>
        </p:nvGrpSpPr>
        <p:grpSpPr>
          <a:xfrm>
            <a:off x="549948" y="2861236"/>
            <a:ext cx="4302030" cy="1135529"/>
            <a:chOff x="1889362" y="4373976"/>
            <a:chExt cx="4721515" cy="1246253"/>
          </a:xfrm>
        </p:grpSpPr>
        <p:sp>
          <p:nvSpPr>
            <p:cNvPr id="11" name="Google Shape;315;p44">
              <a:extLst>
                <a:ext uri="{FF2B5EF4-FFF2-40B4-BE49-F238E27FC236}">
                  <a16:creationId xmlns:a16="http://schemas.microsoft.com/office/drawing/2014/main" id="{FE5356AF-5418-EADF-1BDD-FBC70ABC5435}"/>
                </a:ext>
              </a:extLst>
            </p:cNvPr>
            <p:cNvSpPr/>
            <p:nvPr/>
          </p:nvSpPr>
          <p:spPr>
            <a:xfrm>
              <a:off x="1893616" y="4373976"/>
              <a:ext cx="495719" cy="557292"/>
            </a:xfrm>
            <a:custGeom>
              <a:avLst/>
              <a:gdLst/>
              <a:ahLst/>
              <a:cxnLst/>
              <a:rect l="l" t="t" r="r" b="b"/>
              <a:pathLst>
                <a:path w="495719" h="557292" extrusionOk="0">
                  <a:moveTo>
                    <a:pt x="0" y="557292"/>
                  </a:moveTo>
                  <a:lnTo>
                    <a:pt x="0" y="0"/>
                  </a:lnTo>
                  <a:lnTo>
                    <a:pt x="237728" y="0"/>
                  </a:lnTo>
                  <a:cubicBezTo>
                    <a:pt x="315155" y="0"/>
                    <a:pt x="377512" y="25711"/>
                    <a:pt x="424799" y="77172"/>
                  </a:cubicBezTo>
                  <a:cubicBezTo>
                    <a:pt x="472066" y="128613"/>
                    <a:pt x="495719" y="196947"/>
                    <a:pt x="495719" y="282154"/>
                  </a:cubicBezTo>
                  <a:cubicBezTo>
                    <a:pt x="495719" y="382450"/>
                    <a:pt x="463502" y="457271"/>
                    <a:pt x="399068" y="506635"/>
                  </a:cubicBezTo>
                  <a:cubicBezTo>
                    <a:pt x="353859" y="540420"/>
                    <a:pt x="297224" y="557292"/>
                    <a:pt x="229164" y="557292"/>
                  </a:cubicBezTo>
                  <a:lnTo>
                    <a:pt x="0" y="557292"/>
                  </a:lnTo>
                  <a:close/>
                  <a:moveTo>
                    <a:pt x="137961" y="441162"/>
                  </a:moveTo>
                  <a:lnTo>
                    <a:pt x="219013" y="441162"/>
                  </a:lnTo>
                  <a:cubicBezTo>
                    <a:pt x="263713" y="441162"/>
                    <a:pt x="297753" y="427523"/>
                    <a:pt x="321132" y="400244"/>
                  </a:cubicBezTo>
                  <a:cubicBezTo>
                    <a:pt x="344511" y="372965"/>
                    <a:pt x="356210" y="333595"/>
                    <a:pt x="356210" y="282154"/>
                  </a:cubicBezTo>
                  <a:cubicBezTo>
                    <a:pt x="356210" y="230713"/>
                    <a:pt x="344256" y="190069"/>
                    <a:pt x="320348" y="160184"/>
                  </a:cubicBezTo>
                  <a:cubicBezTo>
                    <a:pt x="296440" y="130299"/>
                    <a:pt x="263184" y="115346"/>
                    <a:pt x="220581" y="115346"/>
                  </a:cubicBezTo>
                  <a:lnTo>
                    <a:pt x="137961" y="115346"/>
                  </a:lnTo>
                  <a:lnTo>
                    <a:pt x="137961" y="44116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2" name="Google Shape;316;p44">
              <a:extLst>
                <a:ext uri="{FF2B5EF4-FFF2-40B4-BE49-F238E27FC236}">
                  <a16:creationId xmlns:a16="http://schemas.microsoft.com/office/drawing/2014/main" id="{D2E1F7A3-F85A-D35B-3EBE-58530FEDE5E3}"/>
                </a:ext>
              </a:extLst>
            </p:cNvPr>
            <p:cNvSpPr/>
            <p:nvPr/>
          </p:nvSpPr>
          <p:spPr>
            <a:xfrm>
              <a:off x="2412715" y="4521283"/>
              <a:ext cx="392826" cy="420134"/>
            </a:xfrm>
            <a:custGeom>
              <a:avLst/>
              <a:gdLst/>
              <a:ahLst/>
              <a:cxnLst/>
              <a:rect l="l" t="t" r="r" b="b"/>
              <a:pathLst>
                <a:path w="392826" h="420134" extrusionOk="0">
                  <a:moveTo>
                    <a:pt x="13640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67" y="173039"/>
                  </a:cubicBezTo>
                  <a:cubicBezTo>
                    <a:pt x="191764" y="168375"/>
                    <a:pt x="218357" y="163045"/>
                    <a:pt x="232682" y="157068"/>
                  </a:cubicBezTo>
                  <a:cubicBezTo>
                    <a:pt x="246948" y="151091"/>
                    <a:pt x="254121" y="141606"/>
                    <a:pt x="254121" y="128613"/>
                  </a:cubicBezTo>
                  <a:cubicBezTo>
                    <a:pt x="254121" y="100041"/>
                    <a:pt x="235915" y="85755"/>
                    <a:pt x="199524" y="85755"/>
                  </a:cubicBezTo>
                  <a:cubicBezTo>
                    <a:pt x="160566" y="85755"/>
                    <a:pt x="139010" y="102903"/>
                    <a:pt x="134855" y="137197"/>
                  </a:cubicBezTo>
                  <a:lnTo>
                    <a:pt x="17931" y="137197"/>
                  </a:lnTo>
                  <a:cubicBezTo>
                    <a:pt x="19499" y="97709"/>
                    <a:pt x="35725" y="64963"/>
                    <a:pt x="66649" y="38978"/>
                  </a:cubicBezTo>
                  <a:cubicBezTo>
                    <a:pt x="97553" y="13012"/>
                    <a:pt x="141596" y="0"/>
                    <a:pt x="198760" y="0"/>
                  </a:cubicBezTo>
                  <a:cubicBezTo>
                    <a:pt x="255924" y="0"/>
                    <a:pt x="299056" y="10915"/>
                    <a:pt x="328157" y="32746"/>
                  </a:cubicBezTo>
                  <a:cubicBezTo>
                    <a:pt x="361923" y="57164"/>
                    <a:pt x="378815" y="95103"/>
                    <a:pt x="378815" y="146544"/>
                  </a:cubicBezTo>
                  <a:lnTo>
                    <a:pt x="378815" y="347646"/>
                  </a:lnTo>
                  <a:cubicBezTo>
                    <a:pt x="378815" y="379334"/>
                    <a:pt x="383479" y="398304"/>
                    <a:pt x="392827" y="404536"/>
                  </a:cubicBezTo>
                  <a:lnTo>
                    <a:pt x="392827" y="409984"/>
                  </a:lnTo>
                  <a:lnTo>
                    <a:pt x="269700" y="409984"/>
                  </a:lnTo>
                  <a:cubicBezTo>
                    <a:pt x="264507" y="402713"/>
                    <a:pt x="260078" y="387918"/>
                    <a:pt x="256433" y="365558"/>
                  </a:cubicBezTo>
                  <a:lnTo>
                    <a:pt x="254885" y="365558"/>
                  </a:lnTo>
                  <a:cubicBezTo>
                    <a:pt x="229409" y="401949"/>
                    <a:pt x="189941" y="420135"/>
                    <a:pt x="136403" y="420135"/>
                  </a:cubicBezTo>
                  <a:moveTo>
                    <a:pt x="176929" y="339063"/>
                  </a:moveTo>
                  <a:cubicBezTo>
                    <a:pt x="200837" y="339063"/>
                    <a:pt x="220179" y="332439"/>
                    <a:pt x="235014" y="319192"/>
                  </a:cubicBezTo>
                  <a:cubicBezTo>
                    <a:pt x="249829" y="305944"/>
                    <a:pt x="257217" y="288660"/>
                    <a:pt x="257217" y="267358"/>
                  </a:cubicBezTo>
                  <a:lnTo>
                    <a:pt x="257217" y="219817"/>
                  </a:lnTo>
                  <a:cubicBezTo>
                    <a:pt x="244734" y="226049"/>
                    <a:pt x="222923" y="233064"/>
                    <a:pt x="191764" y="240844"/>
                  </a:cubicBezTo>
                  <a:cubicBezTo>
                    <a:pt x="166269" y="246586"/>
                    <a:pt x="148338" y="253327"/>
                    <a:pt x="137971" y="261127"/>
                  </a:cubicBezTo>
                  <a:cubicBezTo>
                    <a:pt x="127585" y="268907"/>
                    <a:pt x="122391" y="280096"/>
                    <a:pt x="122391" y="294637"/>
                  </a:cubicBezTo>
                  <a:cubicBezTo>
                    <a:pt x="122391" y="324248"/>
                    <a:pt x="140577" y="339063"/>
                    <a:pt x="17692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3" name="Google Shape;317;p44">
              <a:extLst>
                <a:ext uri="{FF2B5EF4-FFF2-40B4-BE49-F238E27FC236}">
                  <a16:creationId xmlns:a16="http://schemas.microsoft.com/office/drawing/2014/main" id="{39DAA4A0-49EE-4E4B-DA7E-9512DF01B0CA}"/>
                </a:ext>
              </a:extLst>
            </p:cNvPr>
            <p:cNvSpPr/>
            <p:nvPr/>
          </p:nvSpPr>
          <p:spPr>
            <a:xfrm>
              <a:off x="2853083" y="4520507"/>
              <a:ext cx="386604" cy="410767"/>
            </a:xfrm>
            <a:custGeom>
              <a:avLst/>
              <a:gdLst/>
              <a:ahLst/>
              <a:cxnLst/>
              <a:rect l="l" t="t" r="r" b="b"/>
              <a:pathLst>
                <a:path w="386604" h="410767" extrusionOk="0">
                  <a:moveTo>
                    <a:pt x="0" y="410768"/>
                  </a:moveTo>
                  <a:lnTo>
                    <a:pt x="0" y="11699"/>
                  </a:lnTo>
                  <a:lnTo>
                    <a:pt x="122382" y="11699"/>
                  </a:lnTo>
                  <a:lnTo>
                    <a:pt x="122382" y="66257"/>
                  </a:lnTo>
                  <a:lnTo>
                    <a:pt x="124714" y="66257"/>
                  </a:lnTo>
                  <a:cubicBezTo>
                    <a:pt x="155383" y="22086"/>
                    <a:pt x="196438" y="0"/>
                    <a:pt x="247860" y="0"/>
                  </a:cubicBezTo>
                  <a:cubicBezTo>
                    <a:pt x="290992" y="0"/>
                    <a:pt x="324895" y="13914"/>
                    <a:pt x="349606" y="41702"/>
                  </a:cubicBezTo>
                  <a:cubicBezTo>
                    <a:pt x="374278" y="69510"/>
                    <a:pt x="386604" y="105999"/>
                    <a:pt x="386604" y="151209"/>
                  </a:cubicBezTo>
                  <a:lnTo>
                    <a:pt x="386604" y="410768"/>
                  </a:lnTo>
                  <a:lnTo>
                    <a:pt x="259559" y="410768"/>
                  </a:lnTo>
                  <a:lnTo>
                    <a:pt x="259559" y="176939"/>
                  </a:lnTo>
                  <a:cubicBezTo>
                    <a:pt x="259559" y="155108"/>
                    <a:pt x="254248" y="137844"/>
                    <a:pt x="243588" y="125106"/>
                  </a:cubicBezTo>
                  <a:cubicBezTo>
                    <a:pt x="232907" y="112368"/>
                    <a:pt x="217465" y="105999"/>
                    <a:pt x="197222" y="105999"/>
                  </a:cubicBezTo>
                  <a:cubicBezTo>
                    <a:pt x="176410" y="105999"/>
                    <a:pt x="159518" y="113798"/>
                    <a:pt x="146525" y="129397"/>
                  </a:cubicBezTo>
                  <a:cubicBezTo>
                    <a:pt x="133552" y="144977"/>
                    <a:pt x="127065" y="165240"/>
                    <a:pt x="127065" y="190186"/>
                  </a:cubicBezTo>
                  <a:lnTo>
                    <a:pt x="127065"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4" name="Google Shape;318;p44">
              <a:extLst>
                <a:ext uri="{FF2B5EF4-FFF2-40B4-BE49-F238E27FC236}">
                  <a16:creationId xmlns:a16="http://schemas.microsoft.com/office/drawing/2014/main" id="{A41F6CBC-0B2E-FCBA-891B-295D25E54567}"/>
                </a:ext>
              </a:extLst>
            </p:cNvPr>
            <p:cNvSpPr/>
            <p:nvPr/>
          </p:nvSpPr>
          <p:spPr>
            <a:xfrm>
              <a:off x="3278646" y="4521283"/>
              <a:ext cx="392836" cy="420134"/>
            </a:xfrm>
            <a:custGeom>
              <a:avLst/>
              <a:gdLst/>
              <a:ahLst/>
              <a:cxnLst/>
              <a:rect l="l" t="t" r="r" b="b"/>
              <a:pathLst>
                <a:path w="392836" h="420134" extrusionOk="0">
                  <a:moveTo>
                    <a:pt x="13641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55"/>
                    <a:pt x="199534" y="85755"/>
                  </a:cubicBezTo>
                  <a:cubicBezTo>
                    <a:pt x="160576" y="85755"/>
                    <a:pt x="139000" y="102903"/>
                    <a:pt x="134845" y="137197"/>
                  </a:cubicBezTo>
                  <a:lnTo>
                    <a:pt x="17931" y="137197"/>
                  </a:lnTo>
                  <a:cubicBezTo>
                    <a:pt x="19499" y="97709"/>
                    <a:pt x="35725" y="64963"/>
                    <a:pt x="66649" y="38978"/>
                  </a:cubicBezTo>
                  <a:cubicBezTo>
                    <a:pt x="97553" y="13012"/>
                    <a:pt x="141606" y="0"/>
                    <a:pt x="198770" y="0"/>
                  </a:cubicBezTo>
                  <a:cubicBezTo>
                    <a:pt x="255934" y="0"/>
                    <a:pt x="299046" y="10915"/>
                    <a:pt x="328147" y="32746"/>
                  </a:cubicBezTo>
                  <a:cubicBezTo>
                    <a:pt x="361913" y="57164"/>
                    <a:pt x="378805" y="95103"/>
                    <a:pt x="378805" y="146544"/>
                  </a:cubicBezTo>
                  <a:lnTo>
                    <a:pt x="378805" y="347646"/>
                  </a:lnTo>
                  <a:cubicBezTo>
                    <a:pt x="378805" y="379334"/>
                    <a:pt x="383489" y="398304"/>
                    <a:pt x="392837" y="404536"/>
                  </a:cubicBezTo>
                  <a:lnTo>
                    <a:pt x="392837" y="409984"/>
                  </a:lnTo>
                  <a:lnTo>
                    <a:pt x="269690" y="409984"/>
                  </a:lnTo>
                  <a:cubicBezTo>
                    <a:pt x="264497" y="402713"/>
                    <a:pt x="260068" y="387918"/>
                    <a:pt x="256443" y="365558"/>
                  </a:cubicBezTo>
                  <a:lnTo>
                    <a:pt x="254875" y="365558"/>
                  </a:lnTo>
                  <a:cubicBezTo>
                    <a:pt x="229419" y="401949"/>
                    <a:pt x="189932" y="420135"/>
                    <a:pt x="136413" y="420135"/>
                  </a:cubicBezTo>
                  <a:moveTo>
                    <a:pt x="176939" y="339063"/>
                  </a:moveTo>
                  <a:cubicBezTo>
                    <a:pt x="200828" y="339063"/>
                    <a:pt x="220209" y="332439"/>
                    <a:pt x="235004" y="319192"/>
                  </a:cubicBezTo>
                  <a:cubicBezTo>
                    <a:pt x="249819" y="305944"/>
                    <a:pt x="257227" y="288660"/>
                    <a:pt x="257227" y="267358"/>
                  </a:cubicBezTo>
                  <a:lnTo>
                    <a:pt x="257227" y="219817"/>
                  </a:lnTo>
                  <a:cubicBezTo>
                    <a:pt x="244744" y="226049"/>
                    <a:pt x="222933" y="233064"/>
                    <a:pt x="191754" y="240844"/>
                  </a:cubicBezTo>
                  <a:cubicBezTo>
                    <a:pt x="166278" y="246586"/>
                    <a:pt x="148348"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5" name="Google Shape;319;p44">
              <a:extLst>
                <a:ext uri="{FF2B5EF4-FFF2-40B4-BE49-F238E27FC236}">
                  <a16:creationId xmlns:a16="http://schemas.microsoft.com/office/drawing/2014/main" id="{5886CE7E-E13C-4027-4BE3-A38C29406570}"/>
                </a:ext>
              </a:extLst>
            </p:cNvPr>
            <p:cNvSpPr/>
            <p:nvPr/>
          </p:nvSpPr>
          <p:spPr>
            <a:xfrm>
              <a:off x="3719024" y="452050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4" y="13914"/>
                    <a:pt x="349587" y="41702"/>
                  </a:cubicBezTo>
                  <a:cubicBezTo>
                    <a:pt x="374259" y="69510"/>
                    <a:pt x="386605" y="105999"/>
                    <a:pt x="386605" y="151209"/>
                  </a:cubicBezTo>
                  <a:lnTo>
                    <a:pt x="386605" y="410768"/>
                  </a:lnTo>
                  <a:lnTo>
                    <a:pt x="259559" y="410768"/>
                  </a:lnTo>
                  <a:lnTo>
                    <a:pt x="259559" y="176939"/>
                  </a:lnTo>
                  <a:cubicBezTo>
                    <a:pt x="259559" y="155108"/>
                    <a:pt x="254229" y="137844"/>
                    <a:pt x="243568" y="125106"/>
                  </a:cubicBezTo>
                  <a:cubicBezTo>
                    <a:pt x="232927" y="112368"/>
                    <a:pt x="217465" y="105999"/>
                    <a:pt x="197202" y="105999"/>
                  </a:cubicBezTo>
                  <a:cubicBezTo>
                    <a:pt x="176410" y="105999"/>
                    <a:pt x="159518" y="113798"/>
                    <a:pt x="146525" y="129397"/>
                  </a:cubicBezTo>
                  <a:cubicBezTo>
                    <a:pt x="133532" y="144977"/>
                    <a:pt x="127046" y="165240"/>
                    <a:pt x="127046" y="190186"/>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6" name="Google Shape;320;p44">
              <a:extLst>
                <a:ext uri="{FF2B5EF4-FFF2-40B4-BE49-F238E27FC236}">
                  <a16:creationId xmlns:a16="http://schemas.microsoft.com/office/drawing/2014/main" id="{5DDE4719-03DF-F1A0-14E1-63CF25340EB7}"/>
                </a:ext>
              </a:extLst>
            </p:cNvPr>
            <p:cNvSpPr/>
            <p:nvPr/>
          </p:nvSpPr>
          <p:spPr>
            <a:xfrm>
              <a:off x="4133692" y="4405937"/>
              <a:ext cx="249427" cy="530013"/>
            </a:xfrm>
            <a:custGeom>
              <a:avLst/>
              <a:gdLst/>
              <a:ahLst/>
              <a:cxnLst/>
              <a:rect l="l" t="t" r="r" b="b"/>
              <a:pathLst>
                <a:path w="249427" h="530013" extrusionOk="0">
                  <a:moveTo>
                    <a:pt x="180055" y="530014"/>
                  </a:moveTo>
                  <a:cubicBezTo>
                    <a:pt x="139529" y="530014"/>
                    <a:pt x="108213" y="521822"/>
                    <a:pt x="86128" y="505459"/>
                  </a:cubicBezTo>
                  <a:cubicBezTo>
                    <a:pt x="64042" y="489096"/>
                    <a:pt x="53009" y="460641"/>
                    <a:pt x="53009" y="420115"/>
                  </a:cubicBezTo>
                  <a:lnTo>
                    <a:pt x="53009" y="205766"/>
                  </a:lnTo>
                  <a:lnTo>
                    <a:pt x="0" y="205766"/>
                  </a:lnTo>
                  <a:lnTo>
                    <a:pt x="0" y="126262"/>
                  </a:lnTo>
                  <a:lnTo>
                    <a:pt x="53009" y="126262"/>
                  </a:lnTo>
                  <a:lnTo>
                    <a:pt x="53009" y="0"/>
                  </a:lnTo>
                  <a:lnTo>
                    <a:pt x="176939" y="0"/>
                  </a:lnTo>
                  <a:lnTo>
                    <a:pt x="176939" y="126262"/>
                  </a:lnTo>
                  <a:lnTo>
                    <a:pt x="249427" y="126262"/>
                  </a:lnTo>
                  <a:lnTo>
                    <a:pt x="249427" y="205766"/>
                  </a:lnTo>
                  <a:lnTo>
                    <a:pt x="176939" y="205766"/>
                  </a:lnTo>
                  <a:lnTo>
                    <a:pt x="176939" y="392836"/>
                  </a:lnTo>
                  <a:cubicBezTo>
                    <a:pt x="176939" y="407397"/>
                    <a:pt x="180702" y="417528"/>
                    <a:pt x="188246" y="423231"/>
                  </a:cubicBezTo>
                  <a:cubicBezTo>
                    <a:pt x="195771" y="428953"/>
                    <a:pt x="206804" y="431795"/>
                    <a:pt x="221365" y="431795"/>
                  </a:cubicBezTo>
                  <a:cubicBezTo>
                    <a:pt x="225519" y="431795"/>
                    <a:pt x="230967" y="431677"/>
                    <a:pt x="237728" y="431422"/>
                  </a:cubicBezTo>
                  <a:cubicBezTo>
                    <a:pt x="244469" y="431168"/>
                    <a:pt x="248389" y="431031"/>
                    <a:pt x="249427" y="431031"/>
                  </a:cubicBezTo>
                  <a:lnTo>
                    <a:pt x="249427" y="523782"/>
                  </a:lnTo>
                  <a:cubicBezTo>
                    <a:pt x="234867" y="527936"/>
                    <a:pt x="211743" y="530014"/>
                    <a:pt x="180055" y="530014"/>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7" name="Google Shape;321;p44">
              <a:extLst>
                <a:ext uri="{FF2B5EF4-FFF2-40B4-BE49-F238E27FC236}">
                  <a16:creationId xmlns:a16="http://schemas.microsoft.com/office/drawing/2014/main" id="{F28522F9-732C-F8DA-8C05-8486B0509482}"/>
                </a:ext>
              </a:extLst>
            </p:cNvPr>
            <p:cNvSpPr/>
            <p:nvPr/>
          </p:nvSpPr>
          <p:spPr>
            <a:xfrm>
              <a:off x="4418178" y="4521283"/>
              <a:ext cx="392836" cy="420134"/>
            </a:xfrm>
            <a:custGeom>
              <a:avLst/>
              <a:gdLst/>
              <a:ahLst/>
              <a:cxnLst/>
              <a:rect l="l" t="t" r="r" b="b"/>
              <a:pathLst>
                <a:path w="392836" h="420134" extrusionOk="0">
                  <a:moveTo>
                    <a:pt x="13641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55"/>
                    <a:pt x="199534" y="85755"/>
                  </a:cubicBezTo>
                  <a:cubicBezTo>
                    <a:pt x="160576" y="85755"/>
                    <a:pt x="139000" y="102903"/>
                    <a:pt x="134845" y="137197"/>
                  </a:cubicBezTo>
                  <a:lnTo>
                    <a:pt x="17931" y="137197"/>
                  </a:lnTo>
                  <a:cubicBezTo>
                    <a:pt x="19499" y="97709"/>
                    <a:pt x="35725" y="64963"/>
                    <a:pt x="66649" y="38978"/>
                  </a:cubicBezTo>
                  <a:cubicBezTo>
                    <a:pt x="97553" y="13012"/>
                    <a:pt x="141606" y="0"/>
                    <a:pt x="198770" y="0"/>
                  </a:cubicBezTo>
                  <a:cubicBezTo>
                    <a:pt x="255934" y="0"/>
                    <a:pt x="299046" y="10915"/>
                    <a:pt x="328147" y="32746"/>
                  </a:cubicBezTo>
                  <a:cubicBezTo>
                    <a:pt x="361913" y="57164"/>
                    <a:pt x="378805" y="95103"/>
                    <a:pt x="378805" y="146544"/>
                  </a:cubicBezTo>
                  <a:lnTo>
                    <a:pt x="378805" y="347646"/>
                  </a:lnTo>
                  <a:cubicBezTo>
                    <a:pt x="378805" y="379334"/>
                    <a:pt x="383489" y="398304"/>
                    <a:pt x="392837" y="404536"/>
                  </a:cubicBezTo>
                  <a:lnTo>
                    <a:pt x="392837" y="409984"/>
                  </a:lnTo>
                  <a:lnTo>
                    <a:pt x="269690" y="409984"/>
                  </a:lnTo>
                  <a:cubicBezTo>
                    <a:pt x="264497" y="402713"/>
                    <a:pt x="260068" y="387918"/>
                    <a:pt x="256443" y="365558"/>
                  </a:cubicBezTo>
                  <a:lnTo>
                    <a:pt x="254875" y="365558"/>
                  </a:lnTo>
                  <a:cubicBezTo>
                    <a:pt x="229419" y="401949"/>
                    <a:pt x="189932" y="420135"/>
                    <a:pt x="136413" y="420135"/>
                  </a:cubicBezTo>
                  <a:moveTo>
                    <a:pt x="176939" y="339063"/>
                  </a:moveTo>
                  <a:cubicBezTo>
                    <a:pt x="200828" y="339063"/>
                    <a:pt x="220189" y="332439"/>
                    <a:pt x="235004" y="319192"/>
                  </a:cubicBezTo>
                  <a:cubicBezTo>
                    <a:pt x="249819" y="305944"/>
                    <a:pt x="257227" y="288660"/>
                    <a:pt x="257227" y="267358"/>
                  </a:cubicBezTo>
                  <a:lnTo>
                    <a:pt x="257227" y="219817"/>
                  </a:lnTo>
                  <a:cubicBezTo>
                    <a:pt x="244744" y="226049"/>
                    <a:pt x="222932" y="233064"/>
                    <a:pt x="191754" y="240844"/>
                  </a:cubicBezTo>
                  <a:cubicBezTo>
                    <a:pt x="166278" y="246586"/>
                    <a:pt x="148367"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8" name="Google Shape;322;p44">
              <a:extLst>
                <a:ext uri="{FF2B5EF4-FFF2-40B4-BE49-F238E27FC236}">
                  <a16:creationId xmlns:a16="http://schemas.microsoft.com/office/drawing/2014/main" id="{B2782069-9343-228D-0DB8-6CD345F1131C}"/>
                </a:ext>
              </a:extLst>
            </p:cNvPr>
            <p:cNvSpPr/>
            <p:nvPr/>
          </p:nvSpPr>
          <p:spPr>
            <a:xfrm>
              <a:off x="4858556" y="4525975"/>
              <a:ext cx="257991" cy="405299"/>
            </a:xfrm>
            <a:custGeom>
              <a:avLst/>
              <a:gdLst/>
              <a:ahLst/>
              <a:cxnLst/>
              <a:rect l="l" t="t" r="r" b="b"/>
              <a:pathLst>
                <a:path w="257991" h="405299" extrusionOk="0">
                  <a:moveTo>
                    <a:pt x="0" y="405300"/>
                  </a:moveTo>
                  <a:lnTo>
                    <a:pt x="0" y="6232"/>
                  </a:lnTo>
                  <a:lnTo>
                    <a:pt x="121598" y="6232"/>
                  </a:lnTo>
                  <a:lnTo>
                    <a:pt x="121598" y="68589"/>
                  </a:lnTo>
                  <a:lnTo>
                    <a:pt x="123930" y="68589"/>
                  </a:lnTo>
                  <a:cubicBezTo>
                    <a:pt x="150934" y="22869"/>
                    <a:pt x="187325" y="0"/>
                    <a:pt x="233045" y="0"/>
                  </a:cubicBezTo>
                  <a:cubicBezTo>
                    <a:pt x="244999" y="0"/>
                    <a:pt x="253327" y="1039"/>
                    <a:pt x="257991" y="3116"/>
                  </a:cubicBezTo>
                  <a:lnTo>
                    <a:pt x="257991" y="112231"/>
                  </a:lnTo>
                  <a:lnTo>
                    <a:pt x="254875" y="112231"/>
                  </a:lnTo>
                  <a:cubicBezTo>
                    <a:pt x="215388" y="106528"/>
                    <a:pt x="184209" y="113406"/>
                    <a:pt x="161340" y="132886"/>
                  </a:cubicBezTo>
                  <a:cubicBezTo>
                    <a:pt x="138471" y="152365"/>
                    <a:pt x="127046" y="183426"/>
                    <a:pt x="127046" y="226029"/>
                  </a:cubicBezTo>
                  <a:lnTo>
                    <a:pt x="127046" y="405300"/>
                  </a:lnTo>
                  <a:lnTo>
                    <a:pt x="0" y="40530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9" name="Google Shape;323;p44">
              <a:extLst>
                <a:ext uri="{FF2B5EF4-FFF2-40B4-BE49-F238E27FC236}">
                  <a16:creationId xmlns:a16="http://schemas.microsoft.com/office/drawing/2014/main" id="{2ECEE281-8B46-42D1-56D9-1CAE3A7C3827}"/>
                </a:ext>
              </a:extLst>
            </p:cNvPr>
            <p:cNvSpPr/>
            <p:nvPr/>
          </p:nvSpPr>
          <p:spPr>
            <a:xfrm>
              <a:off x="5126678" y="4521283"/>
              <a:ext cx="392817" cy="420134"/>
            </a:xfrm>
            <a:custGeom>
              <a:avLst/>
              <a:gdLst/>
              <a:ahLst/>
              <a:cxnLst/>
              <a:rect l="l" t="t" r="r" b="b"/>
              <a:pathLst>
                <a:path w="392817" h="420134" extrusionOk="0">
                  <a:moveTo>
                    <a:pt x="136413" y="420135"/>
                  </a:moveTo>
                  <a:cubicBezTo>
                    <a:pt x="95358" y="420135"/>
                    <a:pt x="62337" y="409474"/>
                    <a:pt x="37410" y="388172"/>
                  </a:cubicBezTo>
                  <a:cubicBezTo>
                    <a:pt x="12464" y="366871"/>
                    <a:pt x="0" y="336986"/>
                    <a:pt x="0" y="298537"/>
                  </a:cubicBezTo>
                  <a:cubicBezTo>
                    <a:pt x="0" y="258011"/>
                    <a:pt x="13502" y="228518"/>
                    <a:pt x="40546" y="210058"/>
                  </a:cubicBezTo>
                  <a:cubicBezTo>
                    <a:pt x="67531" y="191617"/>
                    <a:pt x="104960" y="179271"/>
                    <a:pt x="152757" y="173039"/>
                  </a:cubicBezTo>
                  <a:cubicBezTo>
                    <a:pt x="191735" y="168375"/>
                    <a:pt x="218347" y="163045"/>
                    <a:pt x="232672" y="157068"/>
                  </a:cubicBezTo>
                  <a:cubicBezTo>
                    <a:pt x="246939" y="151091"/>
                    <a:pt x="254092" y="141606"/>
                    <a:pt x="254092" y="128613"/>
                  </a:cubicBezTo>
                  <a:cubicBezTo>
                    <a:pt x="254092" y="100041"/>
                    <a:pt x="235886" y="85755"/>
                    <a:pt x="199515" y="85755"/>
                  </a:cubicBezTo>
                  <a:cubicBezTo>
                    <a:pt x="160576" y="85755"/>
                    <a:pt x="139000" y="102903"/>
                    <a:pt x="134845" y="137197"/>
                  </a:cubicBezTo>
                  <a:lnTo>
                    <a:pt x="17911" y="137197"/>
                  </a:lnTo>
                  <a:cubicBezTo>
                    <a:pt x="19479" y="97709"/>
                    <a:pt x="35725" y="64963"/>
                    <a:pt x="66649" y="38978"/>
                  </a:cubicBezTo>
                  <a:cubicBezTo>
                    <a:pt x="97553" y="13012"/>
                    <a:pt x="141606" y="0"/>
                    <a:pt x="198751" y="0"/>
                  </a:cubicBezTo>
                  <a:cubicBezTo>
                    <a:pt x="255934" y="0"/>
                    <a:pt x="299027" y="10915"/>
                    <a:pt x="328128" y="32746"/>
                  </a:cubicBezTo>
                  <a:cubicBezTo>
                    <a:pt x="361913" y="57164"/>
                    <a:pt x="378805" y="95103"/>
                    <a:pt x="378805" y="146544"/>
                  </a:cubicBezTo>
                  <a:lnTo>
                    <a:pt x="378805" y="347646"/>
                  </a:lnTo>
                  <a:cubicBezTo>
                    <a:pt x="378805" y="379334"/>
                    <a:pt x="383489" y="398304"/>
                    <a:pt x="392817" y="404536"/>
                  </a:cubicBezTo>
                  <a:lnTo>
                    <a:pt x="392817" y="409984"/>
                  </a:lnTo>
                  <a:lnTo>
                    <a:pt x="269671" y="409984"/>
                  </a:lnTo>
                  <a:cubicBezTo>
                    <a:pt x="264478" y="402713"/>
                    <a:pt x="260069" y="387918"/>
                    <a:pt x="256443" y="365558"/>
                  </a:cubicBezTo>
                  <a:lnTo>
                    <a:pt x="254876" y="365558"/>
                  </a:lnTo>
                  <a:cubicBezTo>
                    <a:pt x="229419" y="401949"/>
                    <a:pt x="189932" y="420135"/>
                    <a:pt x="136413" y="420135"/>
                  </a:cubicBezTo>
                  <a:moveTo>
                    <a:pt x="176919" y="339063"/>
                  </a:moveTo>
                  <a:cubicBezTo>
                    <a:pt x="200828" y="339063"/>
                    <a:pt x="220170" y="332439"/>
                    <a:pt x="234985" y="319192"/>
                  </a:cubicBezTo>
                  <a:cubicBezTo>
                    <a:pt x="249819" y="305944"/>
                    <a:pt x="257207" y="288660"/>
                    <a:pt x="257207" y="267358"/>
                  </a:cubicBezTo>
                  <a:lnTo>
                    <a:pt x="257207" y="219817"/>
                  </a:lnTo>
                  <a:cubicBezTo>
                    <a:pt x="244744" y="226049"/>
                    <a:pt x="222913" y="233064"/>
                    <a:pt x="191735" y="240844"/>
                  </a:cubicBezTo>
                  <a:cubicBezTo>
                    <a:pt x="166278" y="246586"/>
                    <a:pt x="148367" y="253327"/>
                    <a:pt x="137942" y="261127"/>
                  </a:cubicBezTo>
                  <a:cubicBezTo>
                    <a:pt x="127555" y="268907"/>
                    <a:pt x="122362" y="280096"/>
                    <a:pt x="122362" y="294637"/>
                  </a:cubicBezTo>
                  <a:cubicBezTo>
                    <a:pt x="122362" y="324248"/>
                    <a:pt x="140548" y="339063"/>
                    <a:pt x="17691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0" name="Google Shape;324;p44">
              <a:extLst>
                <a:ext uri="{FF2B5EF4-FFF2-40B4-BE49-F238E27FC236}">
                  <a16:creationId xmlns:a16="http://schemas.microsoft.com/office/drawing/2014/main" id="{B8AC8E1F-D064-259B-986B-4DB558DF0A2A}"/>
                </a:ext>
              </a:extLst>
            </p:cNvPr>
            <p:cNvSpPr/>
            <p:nvPr/>
          </p:nvSpPr>
          <p:spPr>
            <a:xfrm>
              <a:off x="1889362" y="5050454"/>
              <a:ext cx="137961" cy="557292"/>
            </a:xfrm>
            <a:custGeom>
              <a:avLst/>
              <a:gdLst/>
              <a:ahLst/>
              <a:cxnLst/>
              <a:rect l="l" t="t" r="r" b="b"/>
              <a:pathLst>
                <a:path w="137961" h="557292" extrusionOk="0">
                  <a:moveTo>
                    <a:pt x="0" y="0"/>
                  </a:moveTo>
                  <a:lnTo>
                    <a:pt x="137961" y="0"/>
                  </a:lnTo>
                  <a:lnTo>
                    <a:pt x="137961" y="557292"/>
                  </a:lnTo>
                  <a:lnTo>
                    <a:pt x="0" y="55729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1" name="Google Shape;325;p44">
              <a:extLst>
                <a:ext uri="{FF2B5EF4-FFF2-40B4-BE49-F238E27FC236}">
                  <a16:creationId xmlns:a16="http://schemas.microsoft.com/office/drawing/2014/main" id="{B379156C-A10A-5C7C-5135-84CDD1DD28BF}"/>
                </a:ext>
              </a:extLst>
            </p:cNvPr>
            <p:cNvSpPr/>
            <p:nvPr/>
          </p:nvSpPr>
          <p:spPr>
            <a:xfrm>
              <a:off x="2095912" y="519698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5" y="13914"/>
                    <a:pt x="349586" y="41702"/>
                  </a:cubicBezTo>
                  <a:cubicBezTo>
                    <a:pt x="374259" y="69510"/>
                    <a:pt x="386605" y="105999"/>
                    <a:pt x="386605" y="151209"/>
                  </a:cubicBezTo>
                  <a:lnTo>
                    <a:pt x="386605" y="410768"/>
                  </a:lnTo>
                  <a:lnTo>
                    <a:pt x="259559" y="410768"/>
                  </a:lnTo>
                  <a:lnTo>
                    <a:pt x="259559" y="176939"/>
                  </a:lnTo>
                  <a:cubicBezTo>
                    <a:pt x="259559" y="155108"/>
                    <a:pt x="254229" y="137844"/>
                    <a:pt x="243568" y="125106"/>
                  </a:cubicBezTo>
                  <a:cubicBezTo>
                    <a:pt x="232907" y="112368"/>
                    <a:pt x="217465" y="105999"/>
                    <a:pt x="197202" y="105999"/>
                  </a:cubicBezTo>
                  <a:cubicBezTo>
                    <a:pt x="176410" y="105999"/>
                    <a:pt x="159518" y="113798"/>
                    <a:pt x="146525" y="129397"/>
                  </a:cubicBezTo>
                  <a:cubicBezTo>
                    <a:pt x="133532" y="144977"/>
                    <a:pt x="127046" y="165240"/>
                    <a:pt x="127046" y="190187"/>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2" name="Google Shape;326;p44">
              <a:extLst>
                <a:ext uri="{FF2B5EF4-FFF2-40B4-BE49-F238E27FC236}">
                  <a16:creationId xmlns:a16="http://schemas.microsoft.com/office/drawing/2014/main" id="{BF69E56F-006B-0C8A-39EA-63D1023B2969}"/>
                </a:ext>
              </a:extLst>
            </p:cNvPr>
            <p:cNvSpPr/>
            <p:nvPr/>
          </p:nvSpPr>
          <p:spPr>
            <a:xfrm>
              <a:off x="2522255" y="5050454"/>
              <a:ext cx="415447" cy="569775"/>
            </a:xfrm>
            <a:custGeom>
              <a:avLst/>
              <a:gdLst/>
              <a:ahLst/>
              <a:cxnLst/>
              <a:rect l="l" t="t" r="r" b="b"/>
              <a:pathLst>
                <a:path w="415447" h="569775" extrusionOk="0">
                  <a:moveTo>
                    <a:pt x="174584" y="569776"/>
                  </a:moveTo>
                  <a:cubicBezTo>
                    <a:pt x="122633" y="569776"/>
                    <a:pt x="80539" y="550806"/>
                    <a:pt x="48322" y="512886"/>
                  </a:cubicBezTo>
                  <a:cubicBezTo>
                    <a:pt x="16105" y="474947"/>
                    <a:pt x="0" y="423231"/>
                    <a:pt x="0" y="357758"/>
                  </a:cubicBezTo>
                  <a:cubicBezTo>
                    <a:pt x="0" y="295401"/>
                    <a:pt x="16242" y="244626"/>
                    <a:pt x="48714" y="205394"/>
                  </a:cubicBezTo>
                  <a:cubicBezTo>
                    <a:pt x="81185" y="166161"/>
                    <a:pt x="123142" y="146545"/>
                    <a:pt x="174584" y="146545"/>
                  </a:cubicBezTo>
                  <a:cubicBezTo>
                    <a:pt x="222400" y="146545"/>
                    <a:pt x="259555" y="165514"/>
                    <a:pt x="286050" y="203434"/>
                  </a:cubicBezTo>
                  <a:lnTo>
                    <a:pt x="288382" y="203434"/>
                  </a:lnTo>
                  <a:lnTo>
                    <a:pt x="288382" y="0"/>
                  </a:lnTo>
                  <a:lnTo>
                    <a:pt x="415447" y="0"/>
                  </a:lnTo>
                  <a:lnTo>
                    <a:pt x="415447" y="557292"/>
                  </a:lnTo>
                  <a:lnTo>
                    <a:pt x="293849" y="557292"/>
                  </a:lnTo>
                  <a:lnTo>
                    <a:pt x="293849" y="503519"/>
                  </a:lnTo>
                  <a:lnTo>
                    <a:pt x="292282" y="503519"/>
                  </a:lnTo>
                  <a:cubicBezTo>
                    <a:pt x="266296" y="547690"/>
                    <a:pt x="227064" y="569776"/>
                    <a:pt x="174584" y="569776"/>
                  </a:cubicBezTo>
                  <a:moveTo>
                    <a:pt x="207330" y="469225"/>
                  </a:moveTo>
                  <a:cubicBezTo>
                    <a:pt x="233315" y="469225"/>
                    <a:pt x="253833" y="458976"/>
                    <a:pt x="268903" y="438438"/>
                  </a:cubicBezTo>
                  <a:cubicBezTo>
                    <a:pt x="283973" y="417920"/>
                    <a:pt x="291517" y="391034"/>
                    <a:pt x="291517" y="357758"/>
                  </a:cubicBezTo>
                  <a:cubicBezTo>
                    <a:pt x="291517" y="322954"/>
                    <a:pt x="284502" y="295029"/>
                    <a:pt x="270471" y="273982"/>
                  </a:cubicBezTo>
                  <a:cubicBezTo>
                    <a:pt x="256439" y="252935"/>
                    <a:pt x="235902" y="242412"/>
                    <a:pt x="208898" y="242412"/>
                  </a:cubicBezTo>
                  <a:cubicBezTo>
                    <a:pt x="183951" y="242412"/>
                    <a:pt x="164334" y="252818"/>
                    <a:pt x="150048" y="273590"/>
                  </a:cubicBezTo>
                  <a:cubicBezTo>
                    <a:pt x="135743" y="294382"/>
                    <a:pt x="128610" y="321916"/>
                    <a:pt x="128610" y="356210"/>
                  </a:cubicBezTo>
                  <a:cubicBezTo>
                    <a:pt x="128610" y="391034"/>
                    <a:pt x="135625" y="418567"/>
                    <a:pt x="149657" y="438830"/>
                  </a:cubicBezTo>
                  <a:cubicBezTo>
                    <a:pt x="163688" y="459093"/>
                    <a:pt x="182893" y="469225"/>
                    <a:pt x="207330" y="469225"/>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3" name="Google Shape;327;p44">
              <a:extLst>
                <a:ext uri="{FF2B5EF4-FFF2-40B4-BE49-F238E27FC236}">
                  <a16:creationId xmlns:a16="http://schemas.microsoft.com/office/drawing/2014/main" id="{A88E45F2-FA5F-FFB6-9E9F-B06B2338F896}"/>
                </a:ext>
              </a:extLst>
            </p:cNvPr>
            <p:cNvSpPr/>
            <p:nvPr/>
          </p:nvSpPr>
          <p:spPr>
            <a:xfrm>
              <a:off x="2980580" y="5197775"/>
              <a:ext cx="426346" cy="422447"/>
            </a:xfrm>
            <a:custGeom>
              <a:avLst/>
              <a:gdLst/>
              <a:ahLst/>
              <a:cxnLst/>
              <a:rect l="l" t="t" r="r" b="b"/>
              <a:pathLst>
                <a:path w="426346" h="422447" extrusionOk="0">
                  <a:moveTo>
                    <a:pt x="367498" y="362422"/>
                  </a:moveTo>
                  <a:cubicBezTo>
                    <a:pt x="328265" y="402458"/>
                    <a:pt x="276961" y="422447"/>
                    <a:pt x="213565" y="422447"/>
                  </a:cubicBezTo>
                  <a:cubicBezTo>
                    <a:pt x="150170" y="422447"/>
                    <a:pt x="98709" y="402458"/>
                    <a:pt x="59221" y="362422"/>
                  </a:cubicBezTo>
                  <a:cubicBezTo>
                    <a:pt x="19734" y="322425"/>
                    <a:pt x="0" y="272022"/>
                    <a:pt x="0" y="211233"/>
                  </a:cubicBezTo>
                  <a:cubicBezTo>
                    <a:pt x="0" y="150444"/>
                    <a:pt x="19734" y="100022"/>
                    <a:pt x="59221" y="60005"/>
                  </a:cubicBezTo>
                  <a:cubicBezTo>
                    <a:pt x="98709" y="20008"/>
                    <a:pt x="150150" y="0"/>
                    <a:pt x="213565" y="0"/>
                  </a:cubicBezTo>
                  <a:cubicBezTo>
                    <a:pt x="276980" y="0"/>
                    <a:pt x="328265" y="20008"/>
                    <a:pt x="367498" y="60005"/>
                  </a:cubicBezTo>
                  <a:cubicBezTo>
                    <a:pt x="406731" y="100022"/>
                    <a:pt x="426347" y="150425"/>
                    <a:pt x="426347" y="211233"/>
                  </a:cubicBezTo>
                  <a:cubicBezTo>
                    <a:pt x="426347" y="272042"/>
                    <a:pt x="406731" y="322425"/>
                    <a:pt x="367498" y="362422"/>
                  </a:cubicBezTo>
                  <a:moveTo>
                    <a:pt x="150425" y="299301"/>
                  </a:moveTo>
                  <a:cubicBezTo>
                    <a:pt x="164966" y="321112"/>
                    <a:pt x="185758" y="332028"/>
                    <a:pt x="212781" y="332028"/>
                  </a:cubicBezTo>
                  <a:cubicBezTo>
                    <a:pt x="239786" y="332028"/>
                    <a:pt x="260715" y="321112"/>
                    <a:pt x="275530" y="299301"/>
                  </a:cubicBezTo>
                  <a:cubicBezTo>
                    <a:pt x="290326" y="277470"/>
                    <a:pt x="297733" y="248134"/>
                    <a:pt x="297733" y="211233"/>
                  </a:cubicBezTo>
                  <a:cubicBezTo>
                    <a:pt x="297733" y="174333"/>
                    <a:pt x="290326" y="144840"/>
                    <a:pt x="275530" y="122754"/>
                  </a:cubicBezTo>
                  <a:cubicBezTo>
                    <a:pt x="260715" y="100668"/>
                    <a:pt x="239786" y="89635"/>
                    <a:pt x="212781" y="89635"/>
                  </a:cubicBezTo>
                  <a:cubicBezTo>
                    <a:pt x="185758" y="89635"/>
                    <a:pt x="164966" y="100551"/>
                    <a:pt x="150425" y="122362"/>
                  </a:cubicBezTo>
                  <a:cubicBezTo>
                    <a:pt x="135864" y="144193"/>
                    <a:pt x="128594" y="173804"/>
                    <a:pt x="128594" y="211233"/>
                  </a:cubicBezTo>
                  <a:cubicBezTo>
                    <a:pt x="128594" y="248134"/>
                    <a:pt x="135864" y="277470"/>
                    <a:pt x="150425" y="299301"/>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4" name="Google Shape;328;p44">
              <a:extLst>
                <a:ext uri="{FF2B5EF4-FFF2-40B4-BE49-F238E27FC236}">
                  <a16:creationId xmlns:a16="http://schemas.microsoft.com/office/drawing/2014/main" id="{DE39185D-E21F-6B7F-A22E-854341905081}"/>
                </a:ext>
              </a:extLst>
            </p:cNvPr>
            <p:cNvSpPr/>
            <p:nvPr/>
          </p:nvSpPr>
          <p:spPr>
            <a:xfrm>
              <a:off x="3449785" y="519698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4" y="13914"/>
                    <a:pt x="349587" y="41702"/>
                  </a:cubicBezTo>
                  <a:cubicBezTo>
                    <a:pt x="374259" y="69510"/>
                    <a:pt x="386605" y="105999"/>
                    <a:pt x="386605" y="151209"/>
                  </a:cubicBezTo>
                  <a:lnTo>
                    <a:pt x="386605" y="410768"/>
                  </a:lnTo>
                  <a:lnTo>
                    <a:pt x="259559" y="410768"/>
                  </a:lnTo>
                  <a:lnTo>
                    <a:pt x="259559" y="176939"/>
                  </a:lnTo>
                  <a:cubicBezTo>
                    <a:pt x="259559" y="155108"/>
                    <a:pt x="254228" y="137844"/>
                    <a:pt x="243568" y="125106"/>
                  </a:cubicBezTo>
                  <a:cubicBezTo>
                    <a:pt x="232907" y="112368"/>
                    <a:pt x="217465" y="105999"/>
                    <a:pt x="197202" y="105999"/>
                  </a:cubicBezTo>
                  <a:cubicBezTo>
                    <a:pt x="176410" y="105999"/>
                    <a:pt x="159518" y="113798"/>
                    <a:pt x="146525" y="129397"/>
                  </a:cubicBezTo>
                  <a:cubicBezTo>
                    <a:pt x="133532" y="144977"/>
                    <a:pt x="127046" y="165240"/>
                    <a:pt x="127046" y="190187"/>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5" name="Google Shape;329;p44">
              <a:extLst>
                <a:ext uri="{FF2B5EF4-FFF2-40B4-BE49-F238E27FC236}">
                  <a16:creationId xmlns:a16="http://schemas.microsoft.com/office/drawing/2014/main" id="{F2C94CF2-597D-BEF1-D866-4FEB1AC82A3B}"/>
                </a:ext>
              </a:extLst>
            </p:cNvPr>
            <p:cNvSpPr/>
            <p:nvPr/>
          </p:nvSpPr>
          <p:spPr>
            <a:xfrm>
              <a:off x="3876151" y="5196995"/>
              <a:ext cx="411563" cy="422447"/>
            </a:xfrm>
            <a:custGeom>
              <a:avLst/>
              <a:gdLst/>
              <a:ahLst/>
              <a:cxnLst/>
              <a:rect l="l" t="t" r="r" b="b"/>
              <a:pathLst>
                <a:path w="411563" h="422447" extrusionOk="0">
                  <a:moveTo>
                    <a:pt x="212782" y="422447"/>
                  </a:moveTo>
                  <a:cubicBezTo>
                    <a:pt x="148328" y="422447"/>
                    <a:pt x="96769" y="402576"/>
                    <a:pt x="58045" y="362834"/>
                  </a:cubicBezTo>
                  <a:cubicBezTo>
                    <a:pt x="19342" y="323072"/>
                    <a:pt x="0" y="272297"/>
                    <a:pt x="0" y="210450"/>
                  </a:cubicBezTo>
                  <a:cubicBezTo>
                    <a:pt x="0" y="150170"/>
                    <a:pt x="19087" y="100022"/>
                    <a:pt x="57281" y="60005"/>
                  </a:cubicBezTo>
                  <a:cubicBezTo>
                    <a:pt x="95456" y="20008"/>
                    <a:pt x="144702" y="0"/>
                    <a:pt x="204962" y="0"/>
                  </a:cubicBezTo>
                  <a:cubicBezTo>
                    <a:pt x="259539" y="0"/>
                    <a:pt x="304984" y="16638"/>
                    <a:pt x="341356" y="49874"/>
                  </a:cubicBezTo>
                  <a:cubicBezTo>
                    <a:pt x="389191" y="93535"/>
                    <a:pt x="412551" y="158224"/>
                    <a:pt x="411532" y="243960"/>
                  </a:cubicBezTo>
                  <a:lnTo>
                    <a:pt x="124675" y="243960"/>
                  </a:lnTo>
                  <a:cubicBezTo>
                    <a:pt x="128829" y="271513"/>
                    <a:pt x="138451" y="292952"/>
                    <a:pt x="153521" y="308257"/>
                  </a:cubicBezTo>
                  <a:cubicBezTo>
                    <a:pt x="168610" y="323601"/>
                    <a:pt x="188873" y="331263"/>
                    <a:pt x="214310" y="331263"/>
                  </a:cubicBezTo>
                  <a:cubicBezTo>
                    <a:pt x="247076" y="331263"/>
                    <a:pt x="269122" y="318016"/>
                    <a:pt x="280567" y="291502"/>
                  </a:cubicBezTo>
                  <a:lnTo>
                    <a:pt x="404496" y="291502"/>
                  </a:lnTo>
                  <a:cubicBezTo>
                    <a:pt x="395149" y="329970"/>
                    <a:pt x="372809" y="361403"/>
                    <a:pt x="337456" y="385821"/>
                  </a:cubicBezTo>
                  <a:cubicBezTo>
                    <a:pt x="302652" y="410258"/>
                    <a:pt x="261107" y="422447"/>
                    <a:pt x="212782" y="422447"/>
                  </a:cubicBezTo>
                  <a:moveTo>
                    <a:pt x="125478" y="168356"/>
                  </a:moveTo>
                  <a:lnTo>
                    <a:pt x="282898" y="168356"/>
                  </a:lnTo>
                  <a:cubicBezTo>
                    <a:pt x="280821" y="144467"/>
                    <a:pt x="272924" y="125478"/>
                    <a:pt x="259147" y="111466"/>
                  </a:cubicBezTo>
                  <a:cubicBezTo>
                    <a:pt x="245351" y="97435"/>
                    <a:pt x="228106" y="90419"/>
                    <a:pt x="207294" y="90419"/>
                  </a:cubicBezTo>
                  <a:cubicBezTo>
                    <a:pt x="162104" y="90419"/>
                    <a:pt x="134825" y="116405"/>
                    <a:pt x="125478" y="168356"/>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6" name="Google Shape;330;p44">
              <a:extLst>
                <a:ext uri="{FF2B5EF4-FFF2-40B4-BE49-F238E27FC236}">
                  <a16:creationId xmlns:a16="http://schemas.microsoft.com/office/drawing/2014/main" id="{C883765E-4B4A-71C1-8A71-4EB8AD111C0B}"/>
                </a:ext>
              </a:extLst>
            </p:cNvPr>
            <p:cNvSpPr/>
            <p:nvPr/>
          </p:nvSpPr>
          <p:spPr>
            <a:xfrm>
              <a:off x="4306378" y="5196997"/>
              <a:ext cx="375689" cy="423231"/>
            </a:xfrm>
            <a:custGeom>
              <a:avLst/>
              <a:gdLst/>
              <a:ahLst/>
              <a:cxnLst/>
              <a:rect l="l" t="t" r="r" b="b"/>
              <a:pathLst>
                <a:path w="375689" h="423231" extrusionOk="0">
                  <a:moveTo>
                    <a:pt x="194086" y="423231"/>
                  </a:moveTo>
                  <a:cubicBezTo>
                    <a:pt x="135884" y="423231"/>
                    <a:pt x="89498" y="410630"/>
                    <a:pt x="54949" y="385429"/>
                  </a:cubicBezTo>
                  <a:cubicBezTo>
                    <a:pt x="20400" y="360228"/>
                    <a:pt x="2077" y="325541"/>
                    <a:pt x="0" y="281370"/>
                  </a:cubicBezTo>
                  <a:lnTo>
                    <a:pt x="120030" y="281370"/>
                  </a:lnTo>
                  <a:cubicBezTo>
                    <a:pt x="124714" y="320877"/>
                    <a:pt x="149131" y="340611"/>
                    <a:pt x="193302" y="340611"/>
                  </a:cubicBezTo>
                  <a:cubicBezTo>
                    <a:pt x="212527" y="340611"/>
                    <a:pt x="227734" y="337103"/>
                    <a:pt x="238904" y="330088"/>
                  </a:cubicBezTo>
                  <a:cubicBezTo>
                    <a:pt x="250074" y="323072"/>
                    <a:pt x="255659" y="313332"/>
                    <a:pt x="255659" y="300849"/>
                  </a:cubicBezTo>
                  <a:cubicBezTo>
                    <a:pt x="255659" y="296695"/>
                    <a:pt x="255130" y="293069"/>
                    <a:pt x="254111" y="289954"/>
                  </a:cubicBezTo>
                  <a:cubicBezTo>
                    <a:pt x="253053" y="286818"/>
                    <a:pt x="251250" y="283977"/>
                    <a:pt x="248644" y="281370"/>
                  </a:cubicBezTo>
                  <a:cubicBezTo>
                    <a:pt x="246037" y="278783"/>
                    <a:pt x="243588" y="276432"/>
                    <a:pt x="241236" y="274355"/>
                  </a:cubicBezTo>
                  <a:cubicBezTo>
                    <a:pt x="238904" y="272277"/>
                    <a:pt x="235396" y="270337"/>
                    <a:pt x="230712" y="268515"/>
                  </a:cubicBezTo>
                  <a:cubicBezTo>
                    <a:pt x="226049" y="266692"/>
                    <a:pt x="222011" y="265262"/>
                    <a:pt x="218641" y="264223"/>
                  </a:cubicBezTo>
                  <a:cubicBezTo>
                    <a:pt x="215251" y="263184"/>
                    <a:pt x="210312" y="262028"/>
                    <a:pt x="203826" y="260715"/>
                  </a:cubicBezTo>
                  <a:cubicBezTo>
                    <a:pt x="197320" y="259422"/>
                    <a:pt x="192264" y="258383"/>
                    <a:pt x="188638" y="257599"/>
                  </a:cubicBezTo>
                  <a:cubicBezTo>
                    <a:pt x="184993" y="256815"/>
                    <a:pt x="179271" y="255777"/>
                    <a:pt x="171491" y="254483"/>
                  </a:cubicBezTo>
                  <a:cubicBezTo>
                    <a:pt x="163692" y="253190"/>
                    <a:pt x="157970" y="252269"/>
                    <a:pt x="154344" y="251759"/>
                  </a:cubicBezTo>
                  <a:cubicBezTo>
                    <a:pt x="137707" y="249153"/>
                    <a:pt x="123675" y="246429"/>
                    <a:pt x="112250" y="243568"/>
                  </a:cubicBezTo>
                  <a:cubicBezTo>
                    <a:pt x="100806" y="240726"/>
                    <a:pt x="88205" y="236160"/>
                    <a:pt x="74448" y="229929"/>
                  </a:cubicBezTo>
                  <a:cubicBezTo>
                    <a:pt x="60671" y="223697"/>
                    <a:pt x="49501" y="216564"/>
                    <a:pt x="40918" y="208490"/>
                  </a:cubicBezTo>
                  <a:cubicBezTo>
                    <a:pt x="32354" y="200455"/>
                    <a:pt x="25201" y="189540"/>
                    <a:pt x="19499" y="175763"/>
                  </a:cubicBezTo>
                  <a:cubicBezTo>
                    <a:pt x="13777" y="161987"/>
                    <a:pt x="10916" y="146015"/>
                    <a:pt x="10916" y="127830"/>
                  </a:cubicBezTo>
                  <a:cubicBezTo>
                    <a:pt x="10916" y="87284"/>
                    <a:pt x="27279" y="55870"/>
                    <a:pt x="60025" y="33511"/>
                  </a:cubicBezTo>
                  <a:cubicBezTo>
                    <a:pt x="92751" y="11170"/>
                    <a:pt x="133807" y="0"/>
                    <a:pt x="183171" y="0"/>
                  </a:cubicBezTo>
                  <a:cubicBezTo>
                    <a:pt x="238767" y="0"/>
                    <a:pt x="281899" y="11288"/>
                    <a:pt x="312568" y="33902"/>
                  </a:cubicBezTo>
                  <a:cubicBezTo>
                    <a:pt x="343218" y="56497"/>
                    <a:pt x="360110" y="87813"/>
                    <a:pt x="363226" y="127830"/>
                  </a:cubicBezTo>
                  <a:lnTo>
                    <a:pt x="246312" y="127830"/>
                  </a:lnTo>
                  <a:cubicBezTo>
                    <a:pt x="242138" y="96651"/>
                    <a:pt x="220836" y="81052"/>
                    <a:pt x="182387" y="81052"/>
                  </a:cubicBezTo>
                  <a:cubicBezTo>
                    <a:pt x="165749" y="81052"/>
                    <a:pt x="152384" y="84168"/>
                    <a:pt x="142253" y="90419"/>
                  </a:cubicBezTo>
                  <a:cubicBezTo>
                    <a:pt x="132121" y="96651"/>
                    <a:pt x="127046" y="105744"/>
                    <a:pt x="127046" y="117679"/>
                  </a:cubicBezTo>
                  <a:cubicBezTo>
                    <a:pt x="127046" y="120814"/>
                    <a:pt x="127575" y="123675"/>
                    <a:pt x="128614" y="126262"/>
                  </a:cubicBezTo>
                  <a:cubicBezTo>
                    <a:pt x="129652" y="128868"/>
                    <a:pt x="131337" y="131200"/>
                    <a:pt x="133689" y="133278"/>
                  </a:cubicBezTo>
                  <a:cubicBezTo>
                    <a:pt x="136021" y="135355"/>
                    <a:pt x="138353" y="137177"/>
                    <a:pt x="140685" y="138745"/>
                  </a:cubicBezTo>
                  <a:cubicBezTo>
                    <a:pt x="143037" y="140293"/>
                    <a:pt x="146270" y="141861"/>
                    <a:pt x="150425" y="143409"/>
                  </a:cubicBezTo>
                  <a:cubicBezTo>
                    <a:pt x="154599" y="144977"/>
                    <a:pt x="158342" y="146270"/>
                    <a:pt x="161732" y="147309"/>
                  </a:cubicBezTo>
                  <a:cubicBezTo>
                    <a:pt x="165103" y="148347"/>
                    <a:pt x="169786" y="149386"/>
                    <a:pt x="175763" y="150425"/>
                  </a:cubicBezTo>
                  <a:cubicBezTo>
                    <a:pt x="181740" y="151483"/>
                    <a:pt x="186679" y="152384"/>
                    <a:pt x="190579" y="153149"/>
                  </a:cubicBezTo>
                  <a:cubicBezTo>
                    <a:pt x="194478" y="153933"/>
                    <a:pt x="199789" y="154971"/>
                    <a:pt x="206550" y="156265"/>
                  </a:cubicBezTo>
                  <a:cubicBezTo>
                    <a:pt x="213311" y="157577"/>
                    <a:pt x="218758" y="158479"/>
                    <a:pt x="222933" y="158988"/>
                  </a:cubicBezTo>
                  <a:cubicBezTo>
                    <a:pt x="240589" y="162124"/>
                    <a:pt x="255130" y="164985"/>
                    <a:pt x="266575" y="167572"/>
                  </a:cubicBezTo>
                  <a:cubicBezTo>
                    <a:pt x="278000" y="170178"/>
                    <a:pt x="291384" y="174725"/>
                    <a:pt x="306709" y="181211"/>
                  </a:cubicBezTo>
                  <a:cubicBezTo>
                    <a:pt x="322033" y="187717"/>
                    <a:pt x="334125" y="195242"/>
                    <a:pt x="342963" y="203826"/>
                  </a:cubicBezTo>
                  <a:cubicBezTo>
                    <a:pt x="351781" y="212390"/>
                    <a:pt x="359444" y="224089"/>
                    <a:pt x="365950" y="238884"/>
                  </a:cubicBezTo>
                  <a:cubicBezTo>
                    <a:pt x="372456" y="253700"/>
                    <a:pt x="375689" y="270984"/>
                    <a:pt x="375689" y="290718"/>
                  </a:cubicBezTo>
                  <a:cubicBezTo>
                    <a:pt x="375689" y="333341"/>
                    <a:pt x="358934" y="366067"/>
                    <a:pt x="325424" y="388937"/>
                  </a:cubicBezTo>
                  <a:cubicBezTo>
                    <a:pt x="291913" y="411787"/>
                    <a:pt x="248114" y="423231"/>
                    <a:pt x="194086" y="423231"/>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7" name="Google Shape;331;p44">
              <a:extLst>
                <a:ext uri="{FF2B5EF4-FFF2-40B4-BE49-F238E27FC236}">
                  <a16:creationId xmlns:a16="http://schemas.microsoft.com/office/drawing/2014/main" id="{3C0C5AC8-7341-269B-F2E2-342BF6FDE451}"/>
                </a:ext>
              </a:extLst>
            </p:cNvPr>
            <p:cNvSpPr/>
            <p:nvPr/>
          </p:nvSpPr>
          <p:spPr>
            <a:xfrm>
              <a:off x="4723377" y="5050454"/>
              <a:ext cx="127045" cy="557292"/>
            </a:xfrm>
            <a:custGeom>
              <a:avLst/>
              <a:gdLst/>
              <a:ahLst/>
              <a:cxnLst/>
              <a:rect l="l" t="t" r="r" b="b"/>
              <a:pathLst>
                <a:path w="127045" h="557292" extrusionOk="0">
                  <a:moveTo>
                    <a:pt x="0" y="0"/>
                  </a:moveTo>
                  <a:lnTo>
                    <a:pt x="127045" y="0"/>
                  </a:lnTo>
                  <a:lnTo>
                    <a:pt x="127045" y="102883"/>
                  </a:lnTo>
                  <a:lnTo>
                    <a:pt x="0" y="102883"/>
                  </a:lnTo>
                  <a:lnTo>
                    <a:pt x="0" y="0"/>
                  </a:lnTo>
                  <a:close/>
                  <a:moveTo>
                    <a:pt x="0" y="158224"/>
                  </a:moveTo>
                  <a:lnTo>
                    <a:pt x="127045" y="158224"/>
                  </a:lnTo>
                  <a:lnTo>
                    <a:pt x="127045" y="557292"/>
                  </a:lnTo>
                  <a:lnTo>
                    <a:pt x="0" y="557292"/>
                  </a:lnTo>
                  <a:lnTo>
                    <a:pt x="0" y="158224"/>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8" name="Google Shape;332;p44">
              <a:extLst>
                <a:ext uri="{FF2B5EF4-FFF2-40B4-BE49-F238E27FC236}">
                  <a16:creationId xmlns:a16="http://schemas.microsoft.com/office/drawing/2014/main" id="{4B54CD0D-EDB6-D52D-6284-CB52332343C5}"/>
                </a:ext>
              </a:extLst>
            </p:cNvPr>
            <p:cNvSpPr/>
            <p:nvPr/>
          </p:nvSpPr>
          <p:spPr>
            <a:xfrm>
              <a:off x="4892497" y="5197763"/>
              <a:ext cx="392836" cy="420115"/>
            </a:xfrm>
            <a:custGeom>
              <a:avLst/>
              <a:gdLst/>
              <a:ahLst/>
              <a:cxnLst/>
              <a:rect l="l" t="t" r="r" b="b"/>
              <a:pathLst>
                <a:path w="392836" h="420115" extrusionOk="0">
                  <a:moveTo>
                    <a:pt x="136413" y="420115"/>
                  </a:moveTo>
                  <a:cubicBezTo>
                    <a:pt x="95358" y="42011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36"/>
                    <a:pt x="199534" y="85736"/>
                  </a:cubicBezTo>
                  <a:cubicBezTo>
                    <a:pt x="160576" y="85736"/>
                    <a:pt x="139000" y="102903"/>
                    <a:pt x="134845" y="137197"/>
                  </a:cubicBezTo>
                  <a:lnTo>
                    <a:pt x="17931" y="137197"/>
                  </a:lnTo>
                  <a:cubicBezTo>
                    <a:pt x="19499" y="97709"/>
                    <a:pt x="35725" y="64963"/>
                    <a:pt x="66649" y="38978"/>
                  </a:cubicBezTo>
                  <a:cubicBezTo>
                    <a:pt x="97553" y="13012"/>
                    <a:pt x="141606" y="0"/>
                    <a:pt x="198770" y="0"/>
                  </a:cubicBezTo>
                  <a:cubicBezTo>
                    <a:pt x="255934" y="0"/>
                    <a:pt x="299047" y="10915"/>
                    <a:pt x="328148" y="32746"/>
                  </a:cubicBezTo>
                  <a:cubicBezTo>
                    <a:pt x="361913" y="57164"/>
                    <a:pt x="378805" y="95103"/>
                    <a:pt x="378805" y="146545"/>
                  </a:cubicBezTo>
                  <a:lnTo>
                    <a:pt x="378805" y="347646"/>
                  </a:lnTo>
                  <a:cubicBezTo>
                    <a:pt x="378805" y="379334"/>
                    <a:pt x="383489" y="398304"/>
                    <a:pt x="392837" y="404536"/>
                  </a:cubicBezTo>
                  <a:lnTo>
                    <a:pt x="392837" y="409984"/>
                  </a:lnTo>
                  <a:lnTo>
                    <a:pt x="269691" y="409984"/>
                  </a:lnTo>
                  <a:cubicBezTo>
                    <a:pt x="264498" y="402713"/>
                    <a:pt x="260069" y="387918"/>
                    <a:pt x="256443" y="365558"/>
                  </a:cubicBezTo>
                  <a:lnTo>
                    <a:pt x="254875" y="365558"/>
                  </a:lnTo>
                  <a:cubicBezTo>
                    <a:pt x="229419" y="401949"/>
                    <a:pt x="189932" y="420115"/>
                    <a:pt x="136413" y="420115"/>
                  </a:cubicBezTo>
                  <a:moveTo>
                    <a:pt x="176939" y="339063"/>
                  </a:moveTo>
                  <a:cubicBezTo>
                    <a:pt x="200828" y="339063"/>
                    <a:pt x="220189" y="332439"/>
                    <a:pt x="235004" y="319192"/>
                  </a:cubicBezTo>
                  <a:cubicBezTo>
                    <a:pt x="249819" y="305944"/>
                    <a:pt x="257227" y="288660"/>
                    <a:pt x="257227" y="267359"/>
                  </a:cubicBezTo>
                  <a:lnTo>
                    <a:pt x="257227" y="219817"/>
                  </a:lnTo>
                  <a:cubicBezTo>
                    <a:pt x="244744" y="226049"/>
                    <a:pt x="222933" y="233064"/>
                    <a:pt x="191754" y="240844"/>
                  </a:cubicBezTo>
                  <a:cubicBezTo>
                    <a:pt x="166278" y="246566"/>
                    <a:pt x="148367"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9" name="Google Shape;333;p44">
              <a:extLst>
                <a:ext uri="{FF2B5EF4-FFF2-40B4-BE49-F238E27FC236}">
                  <a16:creationId xmlns:a16="http://schemas.microsoft.com/office/drawing/2014/main" id="{DE478091-C85E-228B-CC2F-D1E4AA7A8E2F}"/>
                </a:ext>
              </a:extLst>
            </p:cNvPr>
            <p:cNvSpPr/>
            <p:nvPr/>
          </p:nvSpPr>
          <p:spPr>
            <a:xfrm>
              <a:off x="5415358" y="5174539"/>
              <a:ext cx="145486" cy="189285"/>
            </a:xfrm>
            <a:custGeom>
              <a:avLst/>
              <a:gdLst/>
              <a:ahLst/>
              <a:cxnLst/>
              <a:rect l="l" t="t" r="r" b="b"/>
              <a:pathLst>
                <a:path w="145486" h="189285" extrusionOk="0">
                  <a:moveTo>
                    <a:pt x="34882" y="133748"/>
                  </a:moveTo>
                  <a:cubicBezTo>
                    <a:pt x="39350" y="153462"/>
                    <a:pt x="53245" y="162888"/>
                    <a:pt x="76388" y="162888"/>
                  </a:cubicBezTo>
                  <a:cubicBezTo>
                    <a:pt x="100218" y="162888"/>
                    <a:pt x="110095" y="152757"/>
                    <a:pt x="110095" y="137922"/>
                  </a:cubicBezTo>
                  <a:cubicBezTo>
                    <a:pt x="110095" y="121755"/>
                    <a:pt x="101139" y="113936"/>
                    <a:pt x="67785" y="106058"/>
                  </a:cubicBezTo>
                  <a:cubicBezTo>
                    <a:pt x="19969" y="94711"/>
                    <a:pt x="6663" y="77642"/>
                    <a:pt x="6663" y="52421"/>
                  </a:cubicBezTo>
                  <a:cubicBezTo>
                    <a:pt x="6663" y="21948"/>
                    <a:pt x="29376" y="0"/>
                    <a:pt x="72116" y="0"/>
                  </a:cubicBezTo>
                  <a:cubicBezTo>
                    <a:pt x="119266" y="0"/>
                    <a:pt x="138255" y="25946"/>
                    <a:pt x="140842" y="51951"/>
                  </a:cubicBezTo>
                  <a:lnTo>
                    <a:pt x="105960" y="51951"/>
                  </a:lnTo>
                  <a:cubicBezTo>
                    <a:pt x="103549" y="38880"/>
                    <a:pt x="95906" y="26181"/>
                    <a:pt x="71117" y="26181"/>
                  </a:cubicBezTo>
                  <a:cubicBezTo>
                    <a:pt x="52794" y="26181"/>
                    <a:pt x="42094" y="34040"/>
                    <a:pt x="42094" y="48639"/>
                  </a:cubicBezTo>
                  <a:cubicBezTo>
                    <a:pt x="42094" y="62984"/>
                    <a:pt x="50795" y="68726"/>
                    <a:pt x="81385" y="75937"/>
                  </a:cubicBezTo>
                  <a:cubicBezTo>
                    <a:pt x="134591" y="88617"/>
                    <a:pt x="145486" y="108723"/>
                    <a:pt x="145486" y="133885"/>
                  </a:cubicBezTo>
                  <a:cubicBezTo>
                    <a:pt x="145486" y="166161"/>
                    <a:pt x="121245" y="189285"/>
                    <a:pt x="73821" y="189285"/>
                  </a:cubicBezTo>
                  <a:cubicBezTo>
                    <a:pt x="27200" y="189285"/>
                    <a:pt x="4214" y="165495"/>
                    <a:pt x="0" y="133748"/>
                  </a:cubicBezTo>
                  <a:lnTo>
                    <a:pt x="34882" y="13374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0" name="Google Shape;334;p44">
              <a:extLst>
                <a:ext uri="{FF2B5EF4-FFF2-40B4-BE49-F238E27FC236}">
                  <a16:creationId xmlns:a16="http://schemas.microsoft.com/office/drawing/2014/main" id="{3F6C3E2B-656F-431A-3BBE-66D4094D3AAD}"/>
                </a:ext>
              </a:extLst>
            </p:cNvPr>
            <p:cNvSpPr/>
            <p:nvPr/>
          </p:nvSpPr>
          <p:spPr>
            <a:xfrm>
              <a:off x="5582793" y="5221275"/>
              <a:ext cx="132650" cy="143252"/>
            </a:xfrm>
            <a:custGeom>
              <a:avLst/>
              <a:gdLst/>
              <a:ahLst/>
              <a:cxnLst/>
              <a:rect l="l" t="t" r="r" b="b"/>
              <a:pathLst>
                <a:path w="132650" h="143252" extrusionOk="0">
                  <a:moveTo>
                    <a:pt x="132651" y="71352"/>
                  </a:moveTo>
                  <a:cubicBezTo>
                    <a:pt x="132651" y="112093"/>
                    <a:pt x="108606" y="143252"/>
                    <a:pt x="65767" y="143252"/>
                  </a:cubicBezTo>
                  <a:cubicBezTo>
                    <a:pt x="24418" y="143252"/>
                    <a:pt x="0" y="112956"/>
                    <a:pt x="0" y="71998"/>
                  </a:cubicBezTo>
                  <a:cubicBezTo>
                    <a:pt x="0" y="30375"/>
                    <a:pt x="24770" y="0"/>
                    <a:pt x="67472" y="0"/>
                  </a:cubicBezTo>
                  <a:cubicBezTo>
                    <a:pt x="106999" y="0"/>
                    <a:pt x="132651" y="28435"/>
                    <a:pt x="132651" y="71352"/>
                  </a:cubicBezTo>
                  <a:moveTo>
                    <a:pt x="33706" y="71626"/>
                  </a:moveTo>
                  <a:cubicBezTo>
                    <a:pt x="33706" y="99199"/>
                    <a:pt x="46268" y="116914"/>
                    <a:pt x="66649" y="116914"/>
                  </a:cubicBezTo>
                  <a:cubicBezTo>
                    <a:pt x="87382" y="116914"/>
                    <a:pt x="98944" y="99571"/>
                    <a:pt x="98944" y="71802"/>
                  </a:cubicBezTo>
                  <a:cubicBezTo>
                    <a:pt x="98944" y="42447"/>
                    <a:pt x="87264" y="26338"/>
                    <a:pt x="66120" y="26338"/>
                  </a:cubicBezTo>
                  <a:cubicBezTo>
                    <a:pt x="45837" y="26338"/>
                    <a:pt x="33706" y="41917"/>
                    <a:pt x="33706" y="71626"/>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1" name="Google Shape;335;p44">
              <a:extLst>
                <a:ext uri="{FF2B5EF4-FFF2-40B4-BE49-F238E27FC236}">
                  <a16:creationId xmlns:a16="http://schemas.microsoft.com/office/drawing/2014/main" id="{302828EC-CA21-7359-FC01-58D8C3993270}"/>
                </a:ext>
              </a:extLst>
            </p:cNvPr>
            <p:cNvSpPr/>
            <p:nvPr/>
          </p:nvSpPr>
          <p:spPr>
            <a:xfrm>
              <a:off x="5726202" y="5224471"/>
              <a:ext cx="131023" cy="136863"/>
            </a:xfrm>
            <a:custGeom>
              <a:avLst/>
              <a:gdLst/>
              <a:ahLst/>
              <a:cxnLst/>
              <a:rect l="l" t="t" r="r" b="b"/>
              <a:pathLst>
                <a:path w="131023" h="136863" extrusionOk="0">
                  <a:moveTo>
                    <a:pt x="35568" y="0"/>
                  </a:moveTo>
                  <a:cubicBezTo>
                    <a:pt x="50422" y="49580"/>
                    <a:pt x="62141" y="90557"/>
                    <a:pt x="65335" y="107233"/>
                  </a:cubicBezTo>
                  <a:lnTo>
                    <a:pt x="65610" y="107233"/>
                  </a:lnTo>
                  <a:cubicBezTo>
                    <a:pt x="69275" y="87108"/>
                    <a:pt x="83070" y="45935"/>
                    <a:pt x="97886" y="0"/>
                  </a:cubicBezTo>
                  <a:lnTo>
                    <a:pt x="131024" y="0"/>
                  </a:lnTo>
                  <a:lnTo>
                    <a:pt x="82012" y="136864"/>
                  </a:lnTo>
                  <a:lnTo>
                    <a:pt x="46816" y="136864"/>
                  </a:lnTo>
                  <a:lnTo>
                    <a:pt x="0" y="0"/>
                  </a:lnTo>
                  <a:lnTo>
                    <a:pt x="35568"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2" name="Google Shape;336;p44">
              <a:extLst>
                <a:ext uri="{FF2B5EF4-FFF2-40B4-BE49-F238E27FC236}">
                  <a16:creationId xmlns:a16="http://schemas.microsoft.com/office/drawing/2014/main" id="{A7547B19-9B2F-B6DA-DD3C-CDF5CF0ABAA2}"/>
                </a:ext>
              </a:extLst>
            </p:cNvPr>
            <p:cNvSpPr/>
            <p:nvPr/>
          </p:nvSpPr>
          <p:spPr>
            <a:xfrm>
              <a:off x="5867142" y="5221277"/>
              <a:ext cx="126203" cy="143252"/>
            </a:xfrm>
            <a:custGeom>
              <a:avLst/>
              <a:gdLst/>
              <a:ahLst/>
              <a:cxnLst/>
              <a:rect l="l" t="t" r="r" b="b"/>
              <a:pathLst>
                <a:path w="126203" h="143252" extrusionOk="0">
                  <a:moveTo>
                    <a:pt x="33373" y="78446"/>
                  </a:moveTo>
                  <a:cubicBezTo>
                    <a:pt x="33452" y="99160"/>
                    <a:pt x="43858" y="116914"/>
                    <a:pt x="64179" y="116914"/>
                  </a:cubicBezTo>
                  <a:cubicBezTo>
                    <a:pt x="81934" y="116914"/>
                    <a:pt x="87264" y="108958"/>
                    <a:pt x="91145" y="100100"/>
                  </a:cubicBezTo>
                  <a:lnTo>
                    <a:pt x="124322" y="100100"/>
                  </a:lnTo>
                  <a:cubicBezTo>
                    <a:pt x="119286" y="117110"/>
                    <a:pt x="104412" y="143252"/>
                    <a:pt x="63278" y="143252"/>
                  </a:cubicBezTo>
                  <a:cubicBezTo>
                    <a:pt x="18872" y="143252"/>
                    <a:pt x="0" y="109115"/>
                    <a:pt x="0" y="73429"/>
                  </a:cubicBezTo>
                  <a:cubicBezTo>
                    <a:pt x="0" y="31257"/>
                    <a:pt x="21517" y="0"/>
                    <a:pt x="64689" y="0"/>
                  </a:cubicBezTo>
                  <a:cubicBezTo>
                    <a:pt x="110722" y="0"/>
                    <a:pt x="126203" y="34471"/>
                    <a:pt x="126203" y="66962"/>
                  </a:cubicBezTo>
                  <a:cubicBezTo>
                    <a:pt x="126203" y="71450"/>
                    <a:pt x="126203" y="74605"/>
                    <a:pt x="125752" y="78446"/>
                  </a:cubicBezTo>
                  <a:lnTo>
                    <a:pt x="33373" y="78446"/>
                  </a:lnTo>
                  <a:close/>
                  <a:moveTo>
                    <a:pt x="92928" y="57399"/>
                  </a:moveTo>
                  <a:cubicBezTo>
                    <a:pt x="92673" y="39252"/>
                    <a:pt x="84638" y="24280"/>
                    <a:pt x="64532" y="24280"/>
                  </a:cubicBezTo>
                  <a:cubicBezTo>
                    <a:pt x="44367" y="24280"/>
                    <a:pt x="35980" y="38214"/>
                    <a:pt x="34157" y="57399"/>
                  </a:cubicBezTo>
                  <a:lnTo>
                    <a:pt x="92928" y="5739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3" name="Google Shape;337;p44">
              <a:extLst>
                <a:ext uri="{FF2B5EF4-FFF2-40B4-BE49-F238E27FC236}">
                  <a16:creationId xmlns:a16="http://schemas.microsoft.com/office/drawing/2014/main" id="{F4C89870-6AFC-44B7-42E7-E104456DC74F}"/>
                </a:ext>
              </a:extLst>
            </p:cNvPr>
            <p:cNvSpPr/>
            <p:nvPr/>
          </p:nvSpPr>
          <p:spPr>
            <a:xfrm>
              <a:off x="6020820" y="5221285"/>
              <a:ext cx="78014" cy="140038"/>
            </a:xfrm>
            <a:custGeom>
              <a:avLst/>
              <a:gdLst/>
              <a:ahLst/>
              <a:cxnLst/>
              <a:rect l="l" t="t" r="r" b="b"/>
              <a:pathLst>
                <a:path w="78014" h="140038" extrusionOk="0">
                  <a:moveTo>
                    <a:pt x="275" y="40330"/>
                  </a:moveTo>
                  <a:cubicBezTo>
                    <a:pt x="275" y="24868"/>
                    <a:pt x="196" y="13228"/>
                    <a:pt x="0" y="3194"/>
                  </a:cubicBezTo>
                  <a:lnTo>
                    <a:pt x="32471" y="3194"/>
                  </a:lnTo>
                  <a:cubicBezTo>
                    <a:pt x="32922" y="6506"/>
                    <a:pt x="33373" y="19146"/>
                    <a:pt x="33373" y="28533"/>
                  </a:cubicBezTo>
                  <a:cubicBezTo>
                    <a:pt x="39781" y="11915"/>
                    <a:pt x="54949" y="314"/>
                    <a:pt x="78014" y="0"/>
                  </a:cubicBezTo>
                  <a:lnTo>
                    <a:pt x="78014" y="31923"/>
                  </a:lnTo>
                  <a:cubicBezTo>
                    <a:pt x="50324" y="31727"/>
                    <a:pt x="33373" y="41565"/>
                    <a:pt x="33373" y="78093"/>
                  </a:cubicBezTo>
                  <a:lnTo>
                    <a:pt x="33373" y="140038"/>
                  </a:lnTo>
                  <a:lnTo>
                    <a:pt x="275" y="140038"/>
                  </a:lnTo>
                  <a:lnTo>
                    <a:pt x="275" y="4033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4" name="Google Shape;338;p44">
              <a:extLst>
                <a:ext uri="{FF2B5EF4-FFF2-40B4-BE49-F238E27FC236}">
                  <a16:creationId xmlns:a16="http://schemas.microsoft.com/office/drawing/2014/main" id="{C58C73C2-6C9B-5FE3-6EFF-B44378A36F89}"/>
                </a:ext>
              </a:extLst>
            </p:cNvPr>
            <p:cNvSpPr/>
            <p:nvPr/>
          </p:nvSpPr>
          <p:spPr>
            <a:xfrm>
              <a:off x="6111278" y="5221277"/>
              <a:ext cx="126203" cy="143252"/>
            </a:xfrm>
            <a:custGeom>
              <a:avLst/>
              <a:gdLst/>
              <a:ahLst/>
              <a:cxnLst/>
              <a:rect l="l" t="t" r="r" b="b"/>
              <a:pathLst>
                <a:path w="126203" h="143252" extrusionOk="0">
                  <a:moveTo>
                    <a:pt x="33373" y="78446"/>
                  </a:moveTo>
                  <a:cubicBezTo>
                    <a:pt x="33452" y="99160"/>
                    <a:pt x="43858" y="116914"/>
                    <a:pt x="64179" y="116914"/>
                  </a:cubicBezTo>
                  <a:cubicBezTo>
                    <a:pt x="81934" y="116914"/>
                    <a:pt x="87284" y="108958"/>
                    <a:pt x="91145" y="100100"/>
                  </a:cubicBezTo>
                  <a:lnTo>
                    <a:pt x="124322" y="100100"/>
                  </a:lnTo>
                  <a:cubicBezTo>
                    <a:pt x="119286" y="117110"/>
                    <a:pt x="104431" y="143252"/>
                    <a:pt x="63278" y="143252"/>
                  </a:cubicBezTo>
                  <a:cubicBezTo>
                    <a:pt x="18891" y="143252"/>
                    <a:pt x="0" y="109115"/>
                    <a:pt x="0" y="73429"/>
                  </a:cubicBezTo>
                  <a:cubicBezTo>
                    <a:pt x="0" y="31257"/>
                    <a:pt x="21517" y="0"/>
                    <a:pt x="64689" y="0"/>
                  </a:cubicBezTo>
                  <a:cubicBezTo>
                    <a:pt x="110722" y="0"/>
                    <a:pt x="126203" y="34471"/>
                    <a:pt x="126203" y="66962"/>
                  </a:cubicBezTo>
                  <a:cubicBezTo>
                    <a:pt x="126203" y="71450"/>
                    <a:pt x="126203" y="74605"/>
                    <a:pt x="125752" y="78446"/>
                  </a:cubicBezTo>
                  <a:lnTo>
                    <a:pt x="33373" y="78446"/>
                  </a:lnTo>
                  <a:close/>
                  <a:moveTo>
                    <a:pt x="92947" y="57399"/>
                  </a:moveTo>
                  <a:cubicBezTo>
                    <a:pt x="92673" y="39252"/>
                    <a:pt x="84658" y="24280"/>
                    <a:pt x="64532" y="24280"/>
                  </a:cubicBezTo>
                  <a:cubicBezTo>
                    <a:pt x="44386" y="24280"/>
                    <a:pt x="35980" y="38214"/>
                    <a:pt x="34176" y="57399"/>
                  </a:cubicBezTo>
                  <a:lnTo>
                    <a:pt x="92947" y="5739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5" name="Google Shape;339;p44">
              <a:extLst>
                <a:ext uri="{FF2B5EF4-FFF2-40B4-BE49-F238E27FC236}">
                  <a16:creationId xmlns:a16="http://schemas.microsoft.com/office/drawing/2014/main" id="{ECD74E8A-C39E-FF5B-4C1A-F40AA3D5A6A7}"/>
                </a:ext>
              </a:extLst>
            </p:cNvPr>
            <p:cNvSpPr/>
            <p:nvPr/>
          </p:nvSpPr>
          <p:spPr>
            <a:xfrm>
              <a:off x="6265759" y="5166604"/>
              <a:ext cx="33098" cy="194732"/>
            </a:xfrm>
            <a:custGeom>
              <a:avLst/>
              <a:gdLst/>
              <a:ahLst/>
              <a:cxnLst/>
              <a:rect l="l" t="t" r="r" b="b"/>
              <a:pathLst>
                <a:path w="33098" h="194732" extrusionOk="0">
                  <a:moveTo>
                    <a:pt x="0" y="0"/>
                  </a:moveTo>
                  <a:lnTo>
                    <a:pt x="33099" y="0"/>
                  </a:lnTo>
                  <a:lnTo>
                    <a:pt x="33099" y="32354"/>
                  </a:lnTo>
                  <a:lnTo>
                    <a:pt x="0" y="32354"/>
                  </a:lnTo>
                  <a:lnTo>
                    <a:pt x="0" y="0"/>
                  </a:lnTo>
                  <a:close/>
                  <a:moveTo>
                    <a:pt x="0" y="57869"/>
                  </a:moveTo>
                  <a:lnTo>
                    <a:pt x="33099" y="57869"/>
                  </a:lnTo>
                  <a:lnTo>
                    <a:pt x="33099" y="194733"/>
                  </a:lnTo>
                  <a:lnTo>
                    <a:pt x="0" y="194733"/>
                  </a:lnTo>
                  <a:lnTo>
                    <a:pt x="0" y="5786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6" name="Google Shape;340;p44">
              <a:extLst>
                <a:ext uri="{FF2B5EF4-FFF2-40B4-BE49-F238E27FC236}">
                  <a16:creationId xmlns:a16="http://schemas.microsoft.com/office/drawing/2014/main" id="{97DF6E9B-F0B7-F84B-60D2-BFD56AD52A88}"/>
                </a:ext>
              </a:extLst>
            </p:cNvPr>
            <p:cNvSpPr/>
            <p:nvPr/>
          </p:nvSpPr>
          <p:spPr>
            <a:xfrm>
              <a:off x="6326588" y="5221281"/>
              <a:ext cx="129299" cy="195595"/>
            </a:xfrm>
            <a:custGeom>
              <a:avLst/>
              <a:gdLst/>
              <a:ahLst/>
              <a:cxnLst/>
              <a:rect l="l" t="t" r="r" b="b"/>
              <a:pathLst>
                <a:path w="129299" h="195595" extrusionOk="0">
                  <a:moveTo>
                    <a:pt x="128966" y="124831"/>
                  </a:moveTo>
                  <a:cubicBezTo>
                    <a:pt x="128966" y="168748"/>
                    <a:pt x="112113" y="195595"/>
                    <a:pt x="62690" y="195595"/>
                  </a:cubicBezTo>
                  <a:cubicBezTo>
                    <a:pt x="15560" y="195595"/>
                    <a:pt x="4742" y="169238"/>
                    <a:pt x="3037" y="152737"/>
                  </a:cubicBezTo>
                  <a:lnTo>
                    <a:pt x="36764" y="152737"/>
                  </a:lnTo>
                  <a:cubicBezTo>
                    <a:pt x="39879" y="164025"/>
                    <a:pt x="48521" y="170942"/>
                    <a:pt x="64140" y="170942"/>
                  </a:cubicBezTo>
                  <a:cubicBezTo>
                    <a:pt x="90929" y="170942"/>
                    <a:pt x="96592" y="154364"/>
                    <a:pt x="96592" y="125968"/>
                  </a:cubicBezTo>
                  <a:lnTo>
                    <a:pt x="96592" y="117894"/>
                  </a:lnTo>
                  <a:cubicBezTo>
                    <a:pt x="89400" y="130926"/>
                    <a:pt x="77662" y="138745"/>
                    <a:pt x="56595" y="138745"/>
                  </a:cubicBezTo>
                  <a:cubicBezTo>
                    <a:pt x="21341" y="138745"/>
                    <a:pt x="0" y="109899"/>
                    <a:pt x="0" y="71998"/>
                  </a:cubicBezTo>
                  <a:cubicBezTo>
                    <a:pt x="0" y="28572"/>
                    <a:pt x="25750" y="0"/>
                    <a:pt x="59593" y="0"/>
                  </a:cubicBezTo>
                  <a:cubicBezTo>
                    <a:pt x="83952" y="0"/>
                    <a:pt x="94162" y="11464"/>
                    <a:pt x="96592" y="18754"/>
                  </a:cubicBezTo>
                  <a:cubicBezTo>
                    <a:pt x="96847" y="14208"/>
                    <a:pt x="97670" y="5644"/>
                    <a:pt x="97944" y="3194"/>
                  </a:cubicBezTo>
                  <a:lnTo>
                    <a:pt x="129299" y="3194"/>
                  </a:lnTo>
                  <a:cubicBezTo>
                    <a:pt x="129123" y="13953"/>
                    <a:pt x="128966" y="29395"/>
                    <a:pt x="128966" y="42545"/>
                  </a:cubicBezTo>
                  <a:lnTo>
                    <a:pt x="128966" y="124831"/>
                  </a:lnTo>
                  <a:close/>
                  <a:moveTo>
                    <a:pt x="34078" y="70529"/>
                  </a:moveTo>
                  <a:cubicBezTo>
                    <a:pt x="34078" y="95867"/>
                    <a:pt x="46934" y="111662"/>
                    <a:pt x="65590" y="111662"/>
                  </a:cubicBezTo>
                  <a:cubicBezTo>
                    <a:pt x="90655" y="111662"/>
                    <a:pt x="97592" y="94613"/>
                    <a:pt x="97592" y="69157"/>
                  </a:cubicBezTo>
                  <a:cubicBezTo>
                    <a:pt x="97592" y="43524"/>
                    <a:pt x="92183" y="26887"/>
                    <a:pt x="66394" y="26887"/>
                  </a:cubicBezTo>
                  <a:cubicBezTo>
                    <a:pt x="46973" y="26887"/>
                    <a:pt x="34078" y="42407"/>
                    <a:pt x="34078" y="70529"/>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7" name="Google Shape;341;p44">
              <a:extLst>
                <a:ext uri="{FF2B5EF4-FFF2-40B4-BE49-F238E27FC236}">
                  <a16:creationId xmlns:a16="http://schemas.microsoft.com/office/drawing/2014/main" id="{8C56F7FC-2D80-BE2A-7206-30D56B5334DC}"/>
                </a:ext>
              </a:extLst>
            </p:cNvPr>
            <p:cNvSpPr/>
            <p:nvPr/>
          </p:nvSpPr>
          <p:spPr>
            <a:xfrm>
              <a:off x="6491200" y="5221269"/>
              <a:ext cx="119677" cy="140057"/>
            </a:xfrm>
            <a:custGeom>
              <a:avLst/>
              <a:gdLst/>
              <a:ahLst/>
              <a:cxnLst/>
              <a:rect l="l" t="t" r="r" b="b"/>
              <a:pathLst>
                <a:path w="119677" h="140057" extrusionOk="0">
                  <a:moveTo>
                    <a:pt x="275" y="37685"/>
                  </a:moveTo>
                  <a:cubicBezTo>
                    <a:pt x="275" y="25966"/>
                    <a:pt x="275" y="13483"/>
                    <a:pt x="0" y="3194"/>
                  </a:cubicBezTo>
                  <a:lnTo>
                    <a:pt x="32099" y="3194"/>
                  </a:lnTo>
                  <a:cubicBezTo>
                    <a:pt x="32805" y="6898"/>
                    <a:pt x="33256" y="18049"/>
                    <a:pt x="33373" y="22340"/>
                  </a:cubicBezTo>
                  <a:cubicBezTo>
                    <a:pt x="38292" y="12679"/>
                    <a:pt x="49403" y="0"/>
                    <a:pt x="74213" y="0"/>
                  </a:cubicBezTo>
                  <a:cubicBezTo>
                    <a:pt x="101080" y="0"/>
                    <a:pt x="119677" y="17618"/>
                    <a:pt x="119677" y="52676"/>
                  </a:cubicBezTo>
                  <a:lnTo>
                    <a:pt x="119677" y="140058"/>
                  </a:lnTo>
                  <a:lnTo>
                    <a:pt x="86578" y="140058"/>
                  </a:lnTo>
                  <a:lnTo>
                    <a:pt x="86578" y="56478"/>
                  </a:lnTo>
                  <a:cubicBezTo>
                    <a:pt x="86578" y="39331"/>
                    <a:pt x="80464" y="27239"/>
                    <a:pt x="62337" y="27239"/>
                  </a:cubicBezTo>
                  <a:cubicBezTo>
                    <a:pt x="42976" y="27239"/>
                    <a:pt x="33373" y="39781"/>
                    <a:pt x="33373" y="65081"/>
                  </a:cubicBezTo>
                  <a:lnTo>
                    <a:pt x="33373" y="140058"/>
                  </a:lnTo>
                  <a:lnTo>
                    <a:pt x="275" y="140058"/>
                  </a:lnTo>
                  <a:lnTo>
                    <a:pt x="275" y="3768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8" name="Google Shape;342;p44">
              <a:extLst>
                <a:ext uri="{FF2B5EF4-FFF2-40B4-BE49-F238E27FC236}">
                  <a16:creationId xmlns:a16="http://schemas.microsoft.com/office/drawing/2014/main" id="{C1704029-BE41-39E5-C971-27C1E936EFE2}"/>
                </a:ext>
              </a:extLst>
            </p:cNvPr>
            <p:cNvSpPr/>
            <p:nvPr/>
          </p:nvSpPr>
          <p:spPr>
            <a:xfrm>
              <a:off x="5428547" y="5424147"/>
              <a:ext cx="125027" cy="184131"/>
            </a:xfrm>
            <a:custGeom>
              <a:avLst/>
              <a:gdLst/>
              <a:ahLst/>
              <a:cxnLst/>
              <a:rect l="l" t="t" r="r" b="b"/>
              <a:pathLst>
                <a:path w="125027" h="184131" extrusionOk="0">
                  <a:moveTo>
                    <a:pt x="0" y="0"/>
                  </a:moveTo>
                  <a:lnTo>
                    <a:pt x="125027" y="0"/>
                  </a:lnTo>
                  <a:lnTo>
                    <a:pt x="125027" y="28611"/>
                  </a:lnTo>
                  <a:lnTo>
                    <a:pt x="33785" y="28611"/>
                  </a:lnTo>
                  <a:lnTo>
                    <a:pt x="33785" y="78740"/>
                  </a:lnTo>
                  <a:lnTo>
                    <a:pt x="119266" y="78740"/>
                  </a:lnTo>
                  <a:lnTo>
                    <a:pt x="119266" y="107371"/>
                  </a:lnTo>
                  <a:lnTo>
                    <a:pt x="33785" y="107371"/>
                  </a:lnTo>
                  <a:lnTo>
                    <a:pt x="33785" y="184131"/>
                  </a:lnTo>
                  <a:lnTo>
                    <a:pt x="0" y="184131"/>
                  </a:lnTo>
                  <a:lnTo>
                    <a:pt x="0"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9" name="Google Shape;343;p44">
              <a:extLst>
                <a:ext uri="{FF2B5EF4-FFF2-40B4-BE49-F238E27FC236}">
                  <a16:creationId xmlns:a16="http://schemas.microsoft.com/office/drawing/2014/main" id="{FBD9CA6B-1B01-E7A5-280F-22BFCC310A57}"/>
                </a:ext>
              </a:extLst>
            </p:cNvPr>
            <p:cNvSpPr/>
            <p:nvPr/>
          </p:nvSpPr>
          <p:spPr>
            <a:xfrm>
              <a:off x="5573974" y="5471434"/>
              <a:ext cx="117855" cy="140038"/>
            </a:xfrm>
            <a:custGeom>
              <a:avLst/>
              <a:gdLst/>
              <a:ahLst/>
              <a:cxnLst/>
              <a:rect l="l" t="t" r="r" b="b"/>
              <a:pathLst>
                <a:path w="117855" h="140038" extrusionOk="0">
                  <a:moveTo>
                    <a:pt x="117581" y="97043"/>
                  </a:moveTo>
                  <a:cubicBezTo>
                    <a:pt x="117581" y="110271"/>
                    <a:pt x="117659" y="126007"/>
                    <a:pt x="117855" y="136844"/>
                  </a:cubicBezTo>
                  <a:lnTo>
                    <a:pt x="85461" y="136844"/>
                  </a:lnTo>
                  <a:cubicBezTo>
                    <a:pt x="84932" y="133199"/>
                    <a:pt x="84677" y="125537"/>
                    <a:pt x="84482" y="119462"/>
                  </a:cubicBezTo>
                  <a:cubicBezTo>
                    <a:pt x="76839" y="133689"/>
                    <a:pt x="64375" y="140038"/>
                    <a:pt x="45543" y="140038"/>
                  </a:cubicBezTo>
                  <a:cubicBezTo>
                    <a:pt x="19283" y="140038"/>
                    <a:pt x="0" y="124929"/>
                    <a:pt x="0" y="89420"/>
                  </a:cubicBezTo>
                  <a:lnTo>
                    <a:pt x="0" y="0"/>
                  </a:lnTo>
                  <a:lnTo>
                    <a:pt x="33020" y="0"/>
                  </a:lnTo>
                  <a:lnTo>
                    <a:pt x="33020" y="82679"/>
                  </a:lnTo>
                  <a:cubicBezTo>
                    <a:pt x="33020" y="98748"/>
                    <a:pt x="38037" y="112622"/>
                    <a:pt x="56556" y="112622"/>
                  </a:cubicBezTo>
                  <a:cubicBezTo>
                    <a:pt x="76467" y="112622"/>
                    <a:pt x="84482" y="101825"/>
                    <a:pt x="84482" y="72332"/>
                  </a:cubicBezTo>
                  <a:lnTo>
                    <a:pt x="84482" y="0"/>
                  </a:lnTo>
                  <a:lnTo>
                    <a:pt x="117581" y="0"/>
                  </a:lnTo>
                  <a:lnTo>
                    <a:pt x="117581" y="9704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0" name="Google Shape;344;p44">
              <a:extLst>
                <a:ext uri="{FF2B5EF4-FFF2-40B4-BE49-F238E27FC236}">
                  <a16:creationId xmlns:a16="http://schemas.microsoft.com/office/drawing/2014/main" id="{7FE8F30F-0B5C-7E43-8935-EF94BCFF6DE1}"/>
                </a:ext>
              </a:extLst>
            </p:cNvPr>
            <p:cNvSpPr/>
            <p:nvPr/>
          </p:nvSpPr>
          <p:spPr>
            <a:xfrm>
              <a:off x="5727613" y="5468222"/>
              <a:ext cx="119677" cy="140057"/>
            </a:xfrm>
            <a:custGeom>
              <a:avLst/>
              <a:gdLst/>
              <a:ahLst/>
              <a:cxnLst/>
              <a:rect l="l" t="t" r="r" b="b"/>
              <a:pathLst>
                <a:path w="119677" h="140057" extrusionOk="0">
                  <a:moveTo>
                    <a:pt x="275" y="37685"/>
                  </a:moveTo>
                  <a:cubicBezTo>
                    <a:pt x="275" y="25966"/>
                    <a:pt x="275" y="13483"/>
                    <a:pt x="0" y="3194"/>
                  </a:cubicBezTo>
                  <a:lnTo>
                    <a:pt x="32099" y="3194"/>
                  </a:lnTo>
                  <a:cubicBezTo>
                    <a:pt x="32805" y="6898"/>
                    <a:pt x="33256" y="18049"/>
                    <a:pt x="33373" y="22340"/>
                  </a:cubicBezTo>
                  <a:cubicBezTo>
                    <a:pt x="38292" y="12679"/>
                    <a:pt x="49403" y="0"/>
                    <a:pt x="74213" y="0"/>
                  </a:cubicBezTo>
                  <a:cubicBezTo>
                    <a:pt x="101080" y="0"/>
                    <a:pt x="119677" y="17618"/>
                    <a:pt x="119677" y="52676"/>
                  </a:cubicBezTo>
                  <a:lnTo>
                    <a:pt x="119677" y="140058"/>
                  </a:lnTo>
                  <a:lnTo>
                    <a:pt x="86578" y="140058"/>
                  </a:lnTo>
                  <a:lnTo>
                    <a:pt x="86578" y="56478"/>
                  </a:lnTo>
                  <a:cubicBezTo>
                    <a:pt x="86578" y="39331"/>
                    <a:pt x="80464" y="27239"/>
                    <a:pt x="62337" y="27239"/>
                  </a:cubicBezTo>
                  <a:cubicBezTo>
                    <a:pt x="42976" y="27239"/>
                    <a:pt x="33373" y="39781"/>
                    <a:pt x="33373" y="65081"/>
                  </a:cubicBezTo>
                  <a:lnTo>
                    <a:pt x="33373" y="140058"/>
                  </a:lnTo>
                  <a:lnTo>
                    <a:pt x="275" y="140058"/>
                  </a:lnTo>
                  <a:lnTo>
                    <a:pt x="275" y="3768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1" name="Google Shape;345;p44">
              <a:extLst>
                <a:ext uri="{FF2B5EF4-FFF2-40B4-BE49-F238E27FC236}">
                  <a16:creationId xmlns:a16="http://schemas.microsoft.com/office/drawing/2014/main" id="{ADD8FB3E-E159-A3C6-B6A3-3B34B02F3B36}"/>
                </a:ext>
              </a:extLst>
            </p:cNvPr>
            <p:cNvSpPr/>
            <p:nvPr/>
          </p:nvSpPr>
          <p:spPr>
            <a:xfrm>
              <a:off x="5874785" y="5413555"/>
              <a:ext cx="130298" cy="197927"/>
            </a:xfrm>
            <a:custGeom>
              <a:avLst/>
              <a:gdLst/>
              <a:ahLst/>
              <a:cxnLst/>
              <a:rect l="l" t="t" r="r" b="b"/>
              <a:pathLst>
                <a:path w="130298" h="197927" extrusionOk="0">
                  <a:moveTo>
                    <a:pt x="130024" y="0"/>
                  </a:moveTo>
                  <a:lnTo>
                    <a:pt x="130024" y="156754"/>
                  </a:lnTo>
                  <a:cubicBezTo>
                    <a:pt x="130024" y="169355"/>
                    <a:pt x="130024" y="181975"/>
                    <a:pt x="130299" y="194713"/>
                  </a:cubicBezTo>
                  <a:lnTo>
                    <a:pt x="98474" y="194713"/>
                  </a:lnTo>
                  <a:cubicBezTo>
                    <a:pt x="97748" y="190774"/>
                    <a:pt x="97121" y="182563"/>
                    <a:pt x="96925" y="178703"/>
                  </a:cubicBezTo>
                  <a:cubicBezTo>
                    <a:pt x="90282" y="190657"/>
                    <a:pt x="77799" y="197927"/>
                    <a:pt x="56674" y="197927"/>
                  </a:cubicBezTo>
                  <a:cubicBezTo>
                    <a:pt x="21889" y="197927"/>
                    <a:pt x="0" y="169884"/>
                    <a:pt x="0" y="127516"/>
                  </a:cubicBezTo>
                  <a:cubicBezTo>
                    <a:pt x="0" y="85403"/>
                    <a:pt x="23379" y="54675"/>
                    <a:pt x="61828" y="54675"/>
                  </a:cubicBezTo>
                  <a:cubicBezTo>
                    <a:pt x="83031" y="54675"/>
                    <a:pt x="93692" y="62572"/>
                    <a:pt x="96925" y="69235"/>
                  </a:cubicBezTo>
                  <a:lnTo>
                    <a:pt x="96925" y="0"/>
                  </a:lnTo>
                  <a:lnTo>
                    <a:pt x="130024" y="0"/>
                  </a:lnTo>
                  <a:close/>
                  <a:moveTo>
                    <a:pt x="34078" y="126615"/>
                  </a:moveTo>
                  <a:cubicBezTo>
                    <a:pt x="34078" y="155441"/>
                    <a:pt x="46268" y="171040"/>
                    <a:pt x="65806" y="171040"/>
                  </a:cubicBezTo>
                  <a:cubicBezTo>
                    <a:pt x="93849" y="171040"/>
                    <a:pt x="98199" y="148681"/>
                    <a:pt x="98199" y="125537"/>
                  </a:cubicBezTo>
                  <a:cubicBezTo>
                    <a:pt x="98199" y="99767"/>
                    <a:pt x="93868" y="81562"/>
                    <a:pt x="67079" y="81562"/>
                  </a:cubicBezTo>
                  <a:cubicBezTo>
                    <a:pt x="45758" y="81562"/>
                    <a:pt x="34078" y="98297"/>
                    <a:pt x="34078" y="126615"/>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grpSp>
      <p:grpSp>
        <p:nvGrpSpPr>
          <p:cNvPr id="42" name="Google Shape;347;p44">
            <a:extLst>
              <a:ext uri="{FF2B5EF4-FFF2-40B4-BE49-F238E27FC236}">
                <a16:creationId xmlns:a16="http://schemas.microsoft.com/office/drawing/2014/main" id="{5F028DEB-F5B7-AC52-2835-9742FDADF5BC}"/>
              </a:ext>
            </a:extLst>
          </p:cNvPr>
          <p:cNvGrpSpPr/>
          <p:nvPr userDrawn="1"/>
        </p:nvGrpSpPr>
        <p:grpSpPr>
          <a:xfrm>
            <a:off x="7116763" y="2892172"/>
            <a:ext cx="5075236" cy="1073656"/>
            <a:chOff x="7116763" y="3237861"/>
            <a:chExt cx="5075236" cy="1073656"/>
          </a:xfrm>
        </p:grpSpPr>
        <p:sp>
          <p:nvSpPr>
            <p:cNvPr id="43" name="Google Shape;348;p44">
              <a:extLst>
                <a:ext uri="{FF2B5EF4-FFF2-40B4-BE49-F238E27FC236}">
                  <a16:creationId xmlns:a16="http://schemas.microsoft.com/office/drawing/2014/main" id="{F9179288-795A-99BE-52C2-2A13BF52B8B3}"/>
                </a:ext>
              </a:extLst>
            </p:cNvPr>
            <p:cNvSpPr/>
            <p:nvPr/>
          </p:nvSpPr>
          <p:spPr>
            <a:xfrm>
              <a:off x="7116763" y="3237861"/>
              <a:ext cx="4413174" cy="1073656"/>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id-ID"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4" name="Google Shape;349;p44">
              <a:extLst>
                <a:ext uri="{FF2B5EF4-FFF2-40B4-BE49-F238E27FC236}">
                  <a16:creationId xmlns:a16="http://schemas.microsoft.com/office/drawing/2014/main" id="{23F61F26-167F-D595-6F3E-D9467A4EC189}"/>
                </a:ext>
              </a:extLst>
            </p:cNvPr>
            <p:cNvSpPr/>
            <p:nvPr/>
          </p:nvSpPr>
          <p:spPr>
            <a:xfrm>
              <a:off x="10652114" y="3237861"/>
              <a:ext cx="1539885" cy="107365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id-ID"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5" name="Google Shape;350;p44">
              <a:extLst>
                <a:ext uri="{FF2B5EF4-FFF2-40B4-BE49-F238E27FC236}">
                  <a16:creationId xmlns:a16="http://schemas.microsoft.com/office/drawing/2014/main" id="{8D75A7B0-6148-505C-743E-5B4F7EBA20E0}"/>
                </a:ext>
              </a:extLst>
            </p:cNvPr>
            <p:cNvSpPr/>
            <p:nvPr/>
          </p:nvSpPr>
          <p:spPr>
            <a:xfrm>
              <a:off x="9909494" y="3237861"/>
              <a:ext cx="790948" cy="107365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id-ID"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grpSp>
      <p:sp>
        <p:nvSpPr>
          <p:cNvPr id="46" name="TextBox 45">
            <a:extLst>
              <a:ext uri="{FF2B5EF4-FFF2-40B4-BE49-F238E27FC236}">
                <a16:creationId xmlns:a16="http://schemas.microsoft.com/office/drawing/2014/main" id="{742586D9-666D-EC01-F939-C7215AB50221}"/>
              </a:ext>
            </a:extLst>
          </p:cNvPr>
          <p:cNvSpPr txBox="1"/>
          <p:nvPr userDrawn="1"/>
        </p:nvSpPr>
        <p:spPr>
          <a:xfrm>
            <a:off x="0" y="6522757"/>
            <a:ext cx="12191999" cy="246221"/>
          </a:xfrm>
          <a:prstGeom prst="rect">
            <a:avLst/>
          </a:prstGeom>
          <a:noFill/>
        </p:spPr>
        <p:txBody>
          <a:bodyPr wrap="square" rtlCol="0">
            <a:spAutoFit/>
          </a:bodyPr>
          <a:lstStyle/>
          <a:p>
            <a:pPr algn="ctr" rtl="0"/>
            <a:r>
              <a:rPr lang="id-ID" sz="1000" b="1">
                <a:solidFill>
                  <a:schemeClr val="accent2"/>
                </a:solidFill>
                <a:latin typeface="Arial" panose="020B0604020202020204" pitchFamily="34" charset="0"/>
                <a:cs typeface="Arial" panose="020B0604020202020204" pitchFamily="34" charset="0"/>
                <a:sym typeface="Arial" panose="020B0604020202020204" pitchFamily="34" charset="0"/>
              </a:rPr>
              <a:t>Strictly Confidential • This document contains sensitive information and is intended only for authorized personnel; any unauthorized sharing or disclosure is strictly prohibited</a:t>
            </a:r>
          </a:p>
        </p:txBody>
      </p:sp>
      <p:sp>
        <p:nvSpPr>
          <p:cNvPr id="4" name="Rectangle 3">
            <a:extLst>
              <a:ext uri="{FF2B5EF4-FFF2-40B4-BE49-F238E27FC236}">
                <a16:creationId xmlns:a16="http://schemas.microsoft.com/office/drawing/2014/main" id="{1C524D3D-7C4B-004F-EB91-522FECABEFA9}"/>
              </a:ext>
            </a:extLst>
          </p:cNvPr>
          <p:cNvSpPr/>
          <p:nvPr userDrawn="1"/>
        </p:nvSpPr>
        <p:spPr>
          <a:xfrm>
            <a:off x="3720537" y="3510674"/>
            <a:ext cx="1480113" cy="92797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grpSp>
        <p:nvGrpSpPr>
          <p:cNvPr id="3" name="Google Shape;309;p44">
            <a:extLst>
              <a:ext uri="{FF2B5EF4-FFF2-40B4-BE49-F238E27FC236}">
                <a16:creationId xmlns:a16="http://schemas.microsoft.com/office/drawing/2014/main" id="{7C488BB5-E680-BA75-E28B-B49142AEEE4F}"/>
              </a:ext>
            </a:extLst>
          </p:cNvPr>
          <p:cNvGrpSpPr/>
          <p:nvPr userDrawn="1"/>
        </p:nvGrpSpPr>
        <p:grpSpPr>
          <a:xfrm>
            <a:off x="4449515" y="2870940"/>
            <a:ext cx="1059929" cy="1116121"/>
            <a:chOff x="565555" y="4377823"/>
            <a:chExt cx="1163282" cy="1224953"/>
          </a:xfrm>
        </p:grpSpPr>
        <p:sp>
          <p:nvSpPr>
            <p:cNvPr id="5" name="Google Shape;310;p44">
              <a:extLst>
                <a:ext uri="{FF2B5EF4-FFF2-40B4-BE49-F238E27FC236}">
                  <a16:creationId xmlns:a16="http://schemas.microsoft.com/office/drawing/2014/main" id="{2802B82F-E218-226B-A2EE-27D654ACC2B7}"/>
                </a:ext>
              </a:extLst>
            </p:cNvPr>
            <p:cNvSpPr/>
            <p:nvPr/>
          </p:nvSpPr>
          <p:spPr>
            <a:xfrm>
              <a:off x="811306" y="4572470"/>
              <a:ext cx="563955" cy="793531"/>
            </a:xfrm>
            <a:custGeom>
              <a:avLst/>
              <a:gdLst/>
              <a:ahLst/>
              <a:cxnLst/>
              <a:rect l="l" t="t" r="r" b="b"/>
              <a:pathLst>
                <a:path w="563955" h="793531" extrusionOk="0">
                  <a:moveTo>
                    <a:pt x="0" y="0"/>
                  </a:moveTo>
                  <a:lnTo>
                    <a:pt x="563955" y="0"/>
                  </a:lnTo>
                  <a:lnTo>
                    <a:pt x="563955" y="793531"/>
                  </a:lnTo>
                  <a:lnTo>
                    <a:pt x="0" y="793531"/>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6" name="Google Shape;311;p44">
              <a:extLst>
                <a:ext uri="{FF2B5EF4-FFF2-40B4-BE49-F238E27FC236}">
                  <a16:creationId xmlns:a16="http://schemas.microsoft.com/office/drawing/2014/main" id="{38CAADCE-307E-947A-36EF-68024A1964F4}"/>
                </a:ext>
              </a:extLst>
            </p:cNvPr>
            <p:cNvSpPr/>
            <p:nvPr/>
          </p:nvSpPr>
          <p:spPr>
            <a:xfrm>
              <a:off x="565555" y="4377823"/>
              <a:ext cx="1163282" cy="1224953"/>
            </a:xfrm>
            <a:custGeom>
              <a:avLst/>
              <a:gdLst/>
              <a:ahLst/>
              <a:cxnLst/>
              <a:rect l="l" t="t" r="r" b="b"/>
              <a:pathLst>
                <a:path w="1163282" h="1224953" extrusionOk="0">
                  <a:moveTo>
                    <a:pt x="0" y="1224954"/>
                  </a:moveTo>
                  <a:lnTo>
                    <a:pt x="0" y="0"/>
                  </a:lnTo>
                  <a:lnTo>
                    <a:pt x="565366" y="0"/>
                  </a:lnTo>
                  <a:cubicBezTo>
                    <a:pt x="744677" y="0"/>
                    <a:pt x="889163" y="54557"/>
                    <a:pt x="998827" y="163613"/>
                  </a:cubicBezTo>
                  <a:cubicBezTo>
                    <a:pt x="1108471" y="272708"/>
                    <a:pt x="1163283" y="423172"/>
                    <a:pt x="1163283" y="615044"/>
                  </a:cubicBezTo>
                  <a:cubicBezTo>
                    <a:pt x="1163283" y="809228"/>
                    <a:pt x="1109019" y="959398"/>
                    <a:pt x="1000532" y="1065632"/>
                  </a:cubicBezTo>
                  <a:cubicBezTo>
                    <a:pt x="892005" y="1171847"/>
                    <a:pt x="741835" y="1224954"/>
                    <a:pt x="549944" y="1224954"/>
                  </a:cubicBezTo>
                  <a:lnTo>
                    <a:pt x="0" y="1224954"/>
                  </a:lnTo>
                  <a:close/>
                  <a:moveTo>
                    <a:pt x="358072" y="928572"/>
                  </a:moveTo>
                  <a:lnTo>
                    <a:pt x="520823" y="928572"/>
                  </a:lnTo>
                  <a:cubicBezTo>
                    <a:pt x="605344" y="928572"/>
                    <a:pt x="673011" y="901451"/>
                    <a:pt x="723845" y="847187"/>
                  </a:cubicBezTo>
                  <a:cubicBezTo>
                    <a:pt x="774660" y="792963"/>
                    <a:pt x="800077" y="715575"/>
                    <a:pt x="800077" y="615044"/>
                  </a:cubicBezTo>
                  <a:cubicBezTo>
                    <a:pt x="800077" y="514513"/>
                    <a:pt x="775247" y="436322"/>
                    <a:pt x="725550" y="380334"/>
                  </a:cubicBezTo>
                  <a:cubicBezTo>
                    <a:pt x="675872" y="324385"/>
                    <a:pt x="607617" y="296401"/>
                    <a:pt x="520823" y="296401"/>
                  </a:cubicBezTo>
                  <a:lnTo>
                    <a:pt x="358072" y="296401"/>
                  </a:lnTo>
                  <a:lnTo>
                    <a:pt x="358072" y="92857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7" name="Google Shape;312;p44">
              <a:extLst>
                <a:ext uri="{FF2B5EF4-FFF2-40B4-BE49-F238E27FC236}">
                  <a16:creationId xmlns:a16="http://schemas.microsoft.com/office/drawing/2014/main" id="{25A3D00D-5E74-67C6-756E-9360A235A949}"/>
                </a:ext>
              </a:extLst>
            </p:cNvPr>
            <p:cNvSpPr/>
            <p:nvPr/>
          </p:nvSpPr>
          <p:spPr>
            <a:xfrm>
              <a:off x="649333" y="4716177"/>
              <a:ext cx="886733" cy="363760"/>
            </a:xfrm>
            <a:custGeom>
              <a:avLst/>
              <a:gdLst/>
              <a:ahLst/>
              <a:cxnLst/>
              <a:rect l="l" t="t" r="r" b="b"/>
              <a:pathLst>
                <a:path w="886733" h="363760" extrusionOk="0">
                  <a:moveTo>
                    <a:pt x="886733" y="156819"/>
                  </a:moveTo>
                  <a:cubicBezTo>
                    <a:pt x="695861" y="138633"/>
                    <a:pt x="483256" y="162992"/>
                    <a:pt x="323523" y="276006"/>
                  </a:cubicBezTo>
                  <a:cubicBezTo>
                    <a:pt x="293755" y="297073"/>
                    <a:pt x="249839" y="328741"/>
                    <a:pt x="238884" y="363761"/>
                  </a:cubicBezTo>
                  <a:lnTo>
                    <a:pt x="0" y="144532"/>
                  </a:lnTo>
                  <a:cubicBezTo>
                    <a:pt x="78" y="136007"/>
                    <a:pt x="132043" y="84331"/>
                    <a:pt x="150092" y="77922"/>
                  </a:cubicBezTo>
                  <a:cubicBezTo>
                    <a:pt x="322935" y="16624"/>
                    <a:pt x="607930" y="-41755"/>
                    <a:pt x="778579" y="40845"/>
                  </a:cubicBezTo>
                  <a:cubicBezTo>
                    <a:pt x="824670" y="63166"/>
                    <a:pt x="873486" y="106377"/>
                    <a:pt x="886733" y="156819"/>
                  </a:cubicBezTo>
                </a:path>
              </a:pathLst>
            </a:custGeom>
            <a:solidFill>
              <a:srgbClr val="D51A2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9" name="Google Shape;313;p44">
              <a:extLst>
                <a:ext uri="{FF2B5EF4-FFF2-40B4-BE49-F238E27FC236}">
                  <a16:creationId xmlns:a16="http://schemas.microsoft.com/office/drawing/2014/main" id="{04E644AE-7472-7DC1-36B1-4C6FFE011A7A}"/>
                </a:ext>
              </a:extLst>
            </p:cNvPr>
            <p:cNvSpPr/>
            <p:nvPr/>
          </p:nvSpPr>
          <p:spPr>
            <a:xfrm>
              <a:off x="914565" y="4894231"/>
              <a:ext cx="715007" cy="397945"/>
            </a:xfrm>
            <a:custGeom>
              <a:avLst/>
              <a:gdLst/>
              <a:ahLst/>
              <a:cxnLst/>
              <a:rect l="l" t="t" r="r" b="b"/>
              <a:pathLst>
                <a:path w="715007" h="397945" extrusionOk="0">
                  <a:moveTo>
                    <a:pt x="689120" y="39078"/>
                  </a:moveTo>
                  <a:cubicBezTo>
                    <a:pt x="722062" y="73391"/>
                    <a:pt x="723708" y="132221"/>
                    <a:pt x="693235" y="168730"/>
                  </a:cubicBezTo>
                  <a:cubicBezTo>
                    <a:pt x="652591" y="100749"/>
                    <a:pt x="557096" y="124461"/>
                    <a:pt x="493583" y="144410"/>
                  </a:cubicBezTo>
                  <a:cubicBezTo>
                    <a:pt x="372025" y="182585"/>
                    <a:pt x="275354" y="275199"/>
                    <a:pt x="238101" y="397600"/>
                  </a:cubicBezTo>
                  <a:cubicBezTo>
                    <a:pt x="232457" y="402715"/>
                    <a:pt x="169531" y="349451"/>
                    <a:pt x="160184" y="341691"/>
                  </a:cubicBezTo>
                  <a:cubicBezTo>
                    <a:pt x="140176" y="325092"/>
                    <a:pt x="1881" y="205630"/>
                    <a:pt x="0" y="194931"/>
                  </a:cubicBezTo>
                  <a:cubicBezTo>
                    <a:pt x="99551" y="76115"/>
                    <a:pt x="283408" y="13582"/>
                    <a:pt x="435322" y="3392"/>
                  </a:cubicBezTo>
                  <a:cubicBezTo>
                    <a:pt x="500423" y="-978"/>
                    <a:pt x="642891" y="-9072"/>
                    <a:pt x="689120" y="39078"/>
                  </a:cubicBezTo>
                </a:path>
              </a:pathLst>
            </a:custGeom>
            <a:solidFill>
              <a:srgbClr val="FEF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lang="id-ID"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grpSp>
    </p:spTree>
    <p:extLst>
      <p:ext uri="{BB962C8B-B14F-4D97-AF65-F5344CB8AC3E}">
        <p14:creationId xmlns:p14="http://schemas.microsoft.com/office/powerpoint/2010/main" val="28615529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100671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id-ID"/>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Click</a:t>
            </a:r>
            <a:r>
              <a:rPr lang="id-ID"/>
              <a:t> to edit Master </a:t>
            </a:r>
            <a:r>
              <a:rPr lang="id-ID" err="1"/>
              <a:t>subtitle</a:t>
            </a:r>
            <a:r>
              <a:rPr lang="id-ID"/>
              <a:t> </a:t>
            </a:r>
            <a:r>
              <a:rPr lang="id-ID" err="1"/>
              <a:t>style</a:t>
            </a:r>
            <a:endParaRPr lang="id-ID"/>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id-ID" sz="9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id-ID" sz="90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d-ID">
                <a:latin typeface="Arial" panose="020B0604020202020204" pitchFamily="34" charset="0"/>
                <a:cs typeface="Arial" panose="020B0604020202020204" pitchFamily="34" charset="0"/>
                <a:sym typeface="Arial" panose="020B0604020202020204" pitchFamily="34" charset="0"/>
              </a:rPr>
              <a:t>Sumber: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id-ID" err="1"/>
              <a:t>Add</a:t>
            </a:r>
            <a:r>
              <a:rPr lang="id-ID"/>
              <a:t> tracker</a:t>
            </a:r>
          </a:p>
        </p:txBody>
      </p:sp>
      <p:sp>
        <p:nvSpPr>
          <p:cNvPr id="2" name="Rectangle 1">
            <a:extLst>
              <a:ext uri="{FF2B5EF4-FFF2-40B4-BE49-F238E27FC236}">
                <a16:creationId xmlns:a16="http://schemas.microsoft.com/office/drawing/2014/main" id="{F278C685-AEDD-84F3-35E4-FB6E1FD9425D}"/>
              </a:ext>
            </a:extLst>
          </p:cNvPr>
          <p:cNvSpPr/>
          <p:nvPr userDrawn="1"/>
        </p:nvSpPr>
        <p:spPr>
          <a:xfrm>
            <a:off x="11026775" y="6501669"/>
            <a:ext cx="243682" cy="12311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23126625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28278392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551941" y="436176"/>
            <a:ext cx="2508734" cy="518565"/>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2" name="Picture Placeholder 11">
            <a:extLst>
              <a:ext uri="{FF2B5EF4-FFF2-40B4-BE49-F238E27FC236}">
                <a16:creationId xmlns:a16="http://schemas.microsoft.com/office/drawing/2014/main" id="{C1A8FE62-560F-A48A-A936-B707003850BA}"/>
              </a:ext>
            </a:extLst>
          </p:cNvPr>
          <p:cNvSpPr>
            <a:spLocks noGrp="1"/>
          </p:cNvSpPr>
          <p:nvPr>
            <p:ph type="pic" sz="quarter" idx="14"/>
          </p:nvPr>
        </p:nvSpPr>
        <p:spPr>
          <a:xfrm>
            <a:off x="6420927" y="0"/>
            <a:ext cx="5771073" cy="6655080"/>
          </a:xfrm>
        </p:spPr>
        <p:txBody>
          <a:bodyPr anchor="ctr">
            <a:noAutofit/>
          </a:bodyPr>
          <a:lstStyle>
            <a:lvl1pPr algn="ctr">
              <a:defRPr>
                <a:latin typeface="Arial" panose="020B0604020202020204" pitchFamily="34" charset="0"/>
                <a:cs typeface="Arial" panose="020B0604020202020204" pitchFamily="34" charset="0"/>
                <a:sym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35784228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42139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551941" y="436176"/>
            <a:ext cx="2508734" cy="518565"/>
          </a:xfrm>
          <a:prstGeom prst="rect">
            <a:avLst/>
          </a:prstGeom>
        </p:spPr>
      </p:pic>
      <p:pic>
        <p:nvPicPr>
          <p:cNvPr id="3" name="Picture 2" descr="A person holding a pen over a computer&#10;&#10;AI-generated content may be incorrect.">
            <a:extLst>
              <a:ext uri="{FF2B5EF4-FFF2-40B4-BE49-F238E27FC236}">
                <a16:creationId xmlns:a16="http://schemas.microsoft.com/office/drawing/2014/main" id="{C7B81D5F-965A-7EE6-0E2D-AF238F092C60}"/>
              </a:ext>
            </a:extLst>
          </p:cNvPr>
          <p:cNvPicPr>
            <a:picLocks noChangeAspect="1"/>
          </p:cNvPicPr>
          <p:nvPr userDrawn="1"/>
        </p:nvPicPr>
        <p:blipFill>
          <a:blip r:embed="rId10" cstate="screen">
            <a:extLst>
              <a:ext uri="{BEBA8EAE-BF5A-486C-A8C5-ECC9F3942E4B}">
                <a14:imgProps xmlns:a14="http://schemas.microsoft.com/office/drawing/2010/main">
                  <a14:imgLayer r:embed="rId11">
                    <a14:imgEffect>
                      <a14:saturation sat="33000"/>
                    </a14:imgEffect>
                  </a14:imgLayer>
                </a14:imgProps>
              </a:ext>
              <a:ext uri="{28A0092B-C50C-407E-A947-70E740481C1C}">
                <a14:useLocalDpi xmlns:a14="http://schemas.microsoft.com/office/drawing/2010/main"/>
              </a:ext>
            </a:extLst>
          </a:blip>
          <a:srcRect/>
          <a:stretch/>
        </p:blipFill>
        <p:spPr>
          <a:xfrm>
            <a:off x="6420927" y="0"/>
            <a:ext cx="5771073" cy="6858000"/>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1" name="Rectangle 10">
            <a:extLst>
              <a:ext uri="{FF2B5EF4-FFF2-40B4-BE49-F238E27FC236}">
                <a16:creationId xmlns:a16="http://schemas.microsoft.com/office/drawing/2014/main" id="{6B56846F-F7CD-C29A-2374-2099B4772481}"/>
              </a:ext>
            </a:extLst>
          </p:cNvPr>
          <p:cNvSpPr/>
          <p:nvPr userDrawn="1"/>
        </p:nvSpPr>
        <p:spPr>
          <a:xfrm>
            <a:off x="2538704" y="738333"/>
            <a:ext cx="1240194" cy="768487"/>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32141386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5511332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latin typeface="Arial" panose="020B0604020202020204" pitchFamily="34" charset="0"/>
                <a:cs typeface="Arial" panose="020B0604020202020204" pitchFamily="34" charset="0"/>
                <a:sym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172212"/>
            <a:ext cx="11082528" cy="731520"/>
          </a:xfrm>
          <a:prstGeom prst="rect">
            <a:avLst/>
          </a:prstGeom>
        </p:spPr>
        <p:txBody>
          <a:bodyPr vert="horz" wrap="square" lIns="0" tIns="0" rIns="0" bIns="0" rtlCol="0" anchor="b" anchorCtr="0">
            <a:noAutofit/>
          </a:bodyPr>
          <a:lstStyle>
            <a:lvl1pPr>
              <a:defRPr lang="en-US" dirty="0">
                <a:solidFill>
                  <a:schemeClr val="accent2"/>
                </a:solidFill>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sp>
        <p:nvSpPr>
          <p:cNvPr id="2" name="Rectangle 1">
            <a:extLst>
              <a:ext uri="{FF2B5EF4-FFF2-40B4-BE49-F238E27FC236}">
                <a16:creationId xmlns:a16="http://schemas.microsoft.com/office/drawing/2014/main" id="{AC8198F7-6575-4328-57DE-328365F16DC7}"/>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10898386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464413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2" name="Rectangle 1">
            <a:extLst>
              <a:ext uri="{FF2B5EF4-FFF2-40B4-BE49-F238E27FC236}">
                <a16:creationId xmlns:a16="http://schemas.microsoft.com/office/drawing/2014/main" id="{562DB7DA-AD53-AE2D-A5EA-45EEC0225B25}"/>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1689869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4821502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5" name="Rectangle 4">
            <a:extLst>
              <a:ext uri="{FF2B5EF4-FFF2-40B4-BE49-F238E27FC236}">
                <a16:creationId xmlns:a16="http://schemas.microsoft.com/office/drawing/2014/main" id="{4CBB2D4C-3B69-CFB6-968C-DF009B936578}"/>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25702659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915925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4" name="Rectangle 3">
            <a:extLst>
              <a:ext uri="{FF2B5EF4-FFF2-40B4-BE49-F238E27FC236}">
                <a16:creationId xmlns:a16="http://schemas.microsoft.com/office/drawing/2014/main" id="{DE4A716D-3397-6242-6297-CA4483E2E0D3}"/>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21208076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046098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atin typeface="Arial" panose="020B0604020202020204" pitchFamily="34" charset="0"/>
                <a:cs typeface="Arial" panose="020B0604020202020204" pitchFamily="34" charset="0"/>
                <a:sym typeface="Arial" panose="020B0604020202020204" pitchFamily="34" charset="0"/>
              </a:defRPr>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4" name="Rectangle 3">
            <a:extLst>
              <a:ext uri="{FF2B5EF4-FFF2-40B4-BE49-F238E27FC236}">
                <a16:creationId xmlns:a16="http://schemas.microsoft.com/office/drawing/2014/main" id="{F0AD0B4D-D417-F897-8E91-A5540DE7C97F}"/>
              </a:ext>
            </a:extLst>
          </p:cNvPr>
          <p:cNvSpPr/>
          <p:nvPr userDrawn="1"/>
        </p:nvSpPr>
        <p:spPr>
          <a:xfrm>
            <a:off x="11010900" y="6498754"/>
            <a:ext cx="371475" cy="184621"/>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21424365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9590644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2" name="Holder 3">
            <a:extLst>
              <a:ext uri="{FF2B5EF4-FFF2-40B4-BE49-F238E27FC236}">
                <a16:creationId xmlns:a16="http://schemas.microsoft.com/office/drawing/2014/main" id="{96012922-5984-3E1F-C8EA-B406E9034A41}"/>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9D017FEC-818E-6965-D5F3-37B653CE4B06}"/>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7" name="Rectangle 6">
            <a:extLst>
              <a:ext uri="{FF2B5EF4-FFF2-40B4-BE49-F238E27FC236}">
                <a16:creationId xmlns:a16="http://schemas.microsoft.com/office/drawing/2014/main" id="{DAABF460-D629-37B7-117D-ECB298B0D597}"/>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37123499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31680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2" name="Holder 3">
            <a:extLst>
              <a:ext uri="{FF2B5EF4-FFF2-40B4-BE49-F238E27FC236}">
                <a16:creationId xmlns:a16="http://schemas.microsoft.com/office/drawing/2014/main" id="{4E46CF72-D723-78DB-5D48-DAA26240A3DB}"/>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64A29351-B3F4-D004-8646-E8C89BEF855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7" name="Rectangle 6">
            <a:extLst>
              <a:ext uri="{FF2B5EF4-FFF2-40B4-BE49-F238E27FC236}">
                <a16:creationId xmlns:a16="http://schemas.microsoft.com/office/drawing/2014/main" id="{3033E531-CA1B-B53C-ADDB-981BB40ADC28}"/>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530311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6420749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5065776"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2" name="Holder 3">
            <a:extLst>
              <a:ext uri="{FF2B5EF4-FFF2-40B4-BE49-F238E27FC236}">
                <a16:creationId xmlns:a16="http://schemas.microsoft.com/office/drawing/2014/main" id="{7CCB1E77-89F0-A463-D76F-FBAA4B6F1ECF}"/>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4ED692C5-843F-2D57-97EF-D54160522DB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385DEDAF-EF7B-E87A-0A59-D3A2E251644E}"/>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24798129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733743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cs typeface="Arial" panose="020B0604020202020204" pitchFamily="34" charset="0"/>
              <a:sym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latin typeface="Arial" panose="020B0604020202020204" pitchFamily="34" charset="0"/>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2" name="Holder 3">
            <a:extLst>
              <a:ext uri="{FF2B5EF4-FFF2-40B4-BE49-F238E27FC236}">
                <a16:creationId xmlns:a16="http://schemas.microsoft.com/office/drawing/2014/main" id="{78E69A3B-DD4A-7E6E-BF9B-B34F255DA1D3}"/>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10BFDC8F-E3E5-4E63-6448-25B829D6813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E92A7267-45D8-24C6-DF79-F86888E65B75}"/>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40718670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413285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7918704" cy="731520"/>
          </a:xfrm>
        </p:spPr>
        <p:txBody>
          <a:bodyPr vert="horz"/>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u="none"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2" name="Holder 3">
            <a:extLst>
              <a:ext uri="{FF2B5EF4-FFF2-40B4-BE49-F238E27FC236}">
                <a16:creationId xmlns:a16="http://schemas.microsoft.com/office/drawing/2014/main" id="{A6A7F655-4DC2-8B0E-4F18-BC459EA4034A}"/>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 name="Graphic 4">
            <a:extLst>
              <a:ext uri="{FF2B5EF4-FFF2-40B4-BE49-F238E27FC236}">
                <a16:creationId xmlns:a16="http://schemas.microsoft.com/office/drawing/2014/main" id="{FA81F97A-0771-DDF8-16F9-BF5FAD0BD58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072696" y="6367129"/>
            <a:ext cx="1191176" cy="246221"/>
          </a:xfrm>
          <a:prstGeom prst="rect">
            <a:avLst/>
          </a:prstGeom>
        </p:spPr>
      </p:pic>
      <p:sp>
        <p:nvSpPr>
          <p:cNvPr id="6" name="Rectangle 5">
            <a:extLst>
              <a:ext uri="{FF2B5EF4-FFF2-40B4-BE49-F238E27FC236}">
                <a16:creationId xmlns:a16="http://schemas.microsoft.com/office/drawing/2014/main" id="{8FC32D1A-AC68-9250-3E4D-BF5B030C8638}"/>
              </a:ext>
            </a:extLst>
          </p:cNvPr>
          <p:cNvSpPr/>
          <p:nvPr userDrawn="1"/>
        </p:nvSpPr>
        <p:spPr>
          <a:xfrm>
            <a:off x="11010900" y="6498754"/>
            <a:ext cx="371475" cy="18462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3557198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3817459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2212"/>
            <a:ext cx="11082528" cy="989512"/>
          </a:xfrm>
        </p:spPr>
        <p:txBody>
          <a:bodyPr vert="horz">
            <a:noAutofit/>
          </a:bodyPr>
          <a:lstStyle>
            <a:lvl1pPr rtl="0">
              <a:defRPr>
                <a:latin typeface="Arial" panose="020B0604020202020204" pitchFamily="34" charset="0"/>
                <a:cs typeface="Arial" panose="020B0604020202020204" pitchFamily="34" charset="0"/>
                <a:sym typeface="Arial" panose="020B0604020202020204" pitchFamily="34" charset="0"/>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5" name="Holder 3">
            <a:extLst>
              <a:ext uri="{FF2B5EF4-FFF2-40B4-BE49-F238E27FC236}">
                <a16:creationId xmlns:a16="http://schemas.microsoft.com/office/drawing/2014/main" id="{B1BE78C8-7D39-F82D-41C0-2B571C68E076}"/>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6" name="Graphic 5">
            <a:extLst>
              <a:ext uri="{FF2B5EF4-FFF2-40B4-BE49-F238E27FC236}">
                <a16:creationId xmlns:a16="http://schemas.microsoft.com/office/drawing/2014/main" id="{CEEB356C-A4A8-675D-C0E4-F71203FFF5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0072696" y="6367129"/>
            <a:ext cx="1191176" cy="246221"/>
          </a:xfrm>
          <a:prstGeom prst="rect">
            <a:avLst/>
          </a:prstGeom>
        </p:spPr>
      </p:pic>
      <p:grpSp>
        <p:nvGrpSpPr>
          <p:cNvPr id="7" name="Group 6">
            <a:extLst>
              <a:ext uri="{FF2B5EF4-FFF2-40B4-BE49-F238E27FC236}">
                <a16:creationId xmlns:a16="http://schemas.microsoft.com/office/drawing/2014/main" id="{75232F96-BD7E-856C-F9D4-60844754204B}"/>
              </a:ext>
            </a:extLst>
          </p:cNvPr>
          <p:cNvGrpSpPr/>
          <p:nvPr userDrawn="1"/>
        </p:nvGrpSpPr>
        <p:grpSpPr>
          <a:xfrm>
            <a:off x="0" y="6787773"/>
            <a:ext cx="12192000" cy="83657"/>
            <a:chOff x="-1" y="2352858"/>
            <a:chExt cx="12191999" cy="198318"/>
          </a:xfrm>
        </p:grpSpPr>
        <p:sp>
          <p:nvSpPr>
            <p:cNvPr id="9" name="Rectangle 8">
              <a:extLst>
                <a:ext uri="{FF2B5EF4-FFF2-40B4-BE49-F238E27FC236}">
                  <a16:creationId xmlns:a16="http://schemas.microsoft.com/office/drawing/2014/main" id="{2C9E8511-CE84-7C62-D0D2-8F254E2FE622}"/>
                </a:ext>
              </a:extLst>
            </p:cNvPr>
            <p:cNvSpPr/>
            <p:nvPr/>
          </p:nvSpPr>
          <p:spPr>
            <a:xfrm>
              <a:off x="-1" y="2352858"/>
              <a:ext cx="2404873" cy="198318"/>
            </a:xfrm>
            <a:prstGeom prst="rect">
              <a:avLst/>
            </a:prstGeom>
            <a:solidFill>
              <a:srgbClr val="670F3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1" name="Rectangle 10">
              <a:extLst>
                <a:ext uri="{FF2B5EF4-FFF2-40B4-BE49-F238E27FC236}">
                  <a16:creationId xmlns:a16="http://schemas.microsoft.com/office/drawing/2014/main" id="{71017B6D-EDDA-8B25-63BA-A325431753DC}"/>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2" name="Rectangle 11">
              <a:extLst>
                <a:ext uri="{FF2B5EF4-FFF2-40B4-BE49-F238E27FC236}">
                  <a16:creationId xmlns:a16="http://schemas.microsoft.com/office/drawing/2014/main" id="{3DA71344-8F14-DF19-CCA8-D82208F286D0}"/>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3" name="Rectangle 12">
            <a:extLst>
              <a:ext uri="{FF2B5EF4-FFF2-40B4-BE49-F238E27FC236}">
                <a16:creationId xmlns:a16="http://schemas.microsoft.com/office/drawing/2014/main" id="{51AEE2AE-6AF7-3980-EEB9-90D335D13B60}"/>
              </a:ext>
            </a:extLst>
          </p:cNvPr>
          <p:cNvSpPr/>
          <p:nvPr userDrawn="1"/>
        </p:nvSpPr>
        <p:spPr>
          <a:xfrm>
            <a:off x="11010900" y="6498754"/>
            <a:ext cx="371475" cy="1846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1226121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16287587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
        <p:nvSpPr>
          <p:cNvPr id="3" name="Holder 3">
            <a:extLst>
              <a:ext uri="{FF2B5EF4-FFF2-40B4-BE49-F238E27FC236}">
                <a16:creationId xmlns:a16="http://schemas.microsoft.com/office/drawing/2014/main" id="{848C1D35-957D-3E09-97C3-B00935F18540}"/>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4" name="Graphic 3">
            <a:extLst>
              <a:ext uri="{FF2B5EF4-FFF2-40B4-BE49-F238E27FC236}">
                <a16:creationId xmlns:a16="http://schemas.microsoft.com/office/drawing/2014/main" id="{8E241E06-CC02-08B5-C9FA-54C88522E2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072696" y="6367129"/>
            <a:ext cx="1191176" cy="246221"/>
          </a:xfrm>
          <a:prstGeom prst="rect">
            <a:avLst/>
          </a:prstGeom>
        </p:spPr>
      </p:pic>
      <p:sp>
        <p:nvSpPr>
          <p:cNvPr id="5" name="Rectangle 4">
            <a:extLst>
              <a:ext uri="{FF2B5EF4-FFF2-40B4-BE49-F238E27FC236}">
                <a16:creationId xmlns:a16="http://schemas.microsoft.com/office/drawing/2014/main" id="{7ECCC59F-EC38-38AA-3F55-72944CBE89DF}"/>
              </a:ext>
            </a:extLst>
          </p:cNvPr>
          <p:cNvSpPr/>
          <p:nvPr userDrawn="1"/>
        </p:nvSpPr>
        <p:spPr>
          <a:xfrm>
            <a:off x="11010900" y="6498754"/>
            <a:ext cx="371475" cy="1846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157033245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22766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latin typeface="Arial" panose="020B0604020202020204" pitchFamily="34" charset="0"/>
                <a:cs typeface="Arial" panose="020B0604020202020204" pitchFamily="34" charset="0"/>
                <a:sym typeface="Arial" panose="020B0604020202020204" pitchFamily="34" charset="0"/>
              </a:rPr>
              <a:t>Source: …</a:t>
            </a:r>
          </a:p>
        </p:txBody>
      </p:sp>
      <p:grpSp>
        <p:nvGrpSpPr>
          <p:cNvPr id="10" name="Google Shape;314;p44">
            <a:extLst>
              <a:ext uri="{FF2B5EF4-FFF2-40B4-BE49-F238E27FC236}">
                <a16:creationId xmlns:a16="http://schemas.microsoft.com/office/drawing/2014/main" id="{59A2D6F2-1C74-A7AB-4F38-E440103CE843}"/>
              </a:ext>
            </a:extLst>
          </p:cNvPr>
          <p:cNvGrpSpPr/>
          <p:nvPr userDrawn="1"/>
        </p:nvGrpSpPr>
        <p:grpSpPr>
          <a:xfrm>
            <a:off x="549948" y="2861236"/>
            <a:ext cx="4302030" cy="1135529"/>
            <a:chOff x="1889362" y="4373976"/>
            <a:chExt cx="4721515" cy="1246253"/>
          </a:xfrm>
        </p:grpSpPr>
        <p:sp>
          <p:nvSpPr>
            <p:cNvPr id="11" name="Google Shape;315;p44">
              <a:extLst>
                <a:ext uri="{FF2B5EF4-FFF2-40B4-BE49-F238E27FC236}">
                  <a16:creationId xmlns:a16="http://schemas.microsoft.com/office/drawing/2014/main" id="{FE5356AF-5418-EADF-1BDD-FBC70ABC5435}"/>
                </a:ext>
              </a:extLst>
            </p:cNvPr>
            <p:cNvSpPr/>
            <p:nvPr/>
          </p:nvSpPr>
          <p:spPr>
            <a:xfrm>
              <a:off x="1893616" y="4373976"/>
              <a:ext cx="495719" cy="557292"/>
            </a:xfrm>
            <a:custGeom>
              <a:avLst/>
              <a:gdLst/>
              <a:ahLst/>
              <a:cxnLst/>
              <a:rect l="l" t="t" r="r" b="b"/>
              <a:pathLst>
                <a:path w="495719" h="557292" extrusionOk="0">
                  <a:moveTo>
                    <a:pt x="0" y="557292"/>
                  </a:moveTo>
                  <a:lnTo>
                    <a:pt x="0" y="0"/>
                  </a:lnTo>
                  <a:lnTo>
                    <a:pt x="237728" y="0"/>
                  </a:lnTo>
                  <a:cubicBezTo>
                    <a:pt x="315155" y="0"/>
                    <a:pt x="377512" y="25711"/>
                    <a:pt x="424799" y="77172"/>
                  </a:cubicBezTo>
                  <a:cubicBezTo>
                    <a:pt x="472066" y="128613"/>
                    <a:pt x="495719" y="196947"/>
                    <a:pt x="495719" y="282154"/>
                  </a:cubicBezTo>
                  <a:cubicBezTo>
                    <a:pt x="495719" y="382450"/>
                    <a:pt x="463502" y="457271"/>
                    <a:pt x="399068" y="506635"/>
                  </a:cubicBezTo>
                  <a:cubicBezTo>
                    <a:pt x="353859" y="540420"/>
                    <a:pt x="297224" y="557292"/>
                    <a:pt x="229164" y="557292"/>
                  </a:cubicBezTo>
                  <a:lnTo>
                    <a:pt x="0" y="557292"/>
                  </a:lnTo>
                  <a:close/>
                  <a:moveTo>
                    <a:pt x="137961" y="441162"/>
                  </a:moveTo>
                  <a:lnTo>
                    <a:pt x="219013" y="441162"/>
                  </a:lnTo>
                  <a:cubicBezTo>
                    <a:pt x="263713" y="441162"/>
                    <a:pt x="297753" y="427523"/>
                    <a:pt x="321132" y="400244"/>
                  </a:cubicBezTo>
                  <a:cubicBezTo>
                    <a:pt x="344511" y="372965"/>
                    <a:pt x="356210" y="333595"/>
                    <a:pt x="356210" y="282154"/>
                  </a:cubicBezTo>
                  <a:cubicBezTo>
                    <a:pt x="356210" y="230713"/>
                    <a:pt x="344256" y="190069"/>
                    <a:pt x="320348" y="160184"/>
                  </a:cubicBezTo>
                  <a:cubicBezTo>
                    <a:pt x="296440" y="130299"/>
                    <a:pt x="263184" y="115346"/>
                    <a:pt x="220581" y="115346"/>
                  </a:cubicBezTo>
                  <a:lnTo>
                    <a:pt x="137961" y="115346"/>
                  </a:lnTo>
                  <a:lnTo>
                    <a:pt x="137961" y="44116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2" name="Google Shape;316;p44">
              <a:extLst>
                <a:ext uri="{FF2B5EF4-FFF2-40B4-BE49-F238E27FC236}">
                  <a16:creationId xmlns:a16="http://schemas.microsoft.com/office/drawing/2014/main" id="{D2E1F7A3-F85A-D35B-3EBE-58530FEDE5E3}"/>
                </a:ext>
              </a:extLst>
            </p:cNvPr>
            <p:cNvSpPr/>
            <p:nvPr/>
          </p:nvSpPr>
          <p:spPr>
            <a:xfrm>
              <a:off x="2412715" y="4521283"/>
              <a:ext cx="392826" cy="420134"/>
            </a:xfrm>
            <a:custGeom>
              <a:avLst/>
              <a:gdLst/>
              <a:ahLst/>
              <a:cxnLst/>
              <a:rect l="l" t="t" r="r" b="b"/>
              <a:pathLst>
                <a:path w="392826" h="420134" extrusionOk="0">
                  <a:moveTo>
                    <a:pt x="13640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67" y="173039"/>
                  </a:cubicBezTo>
                  <a:cubicBezTo>
                    <a:pt x="191764" y="168375"/>
                    <a:pt x="218357" y="163045"/>
                    <a:pt x="232682" y="157068"/>
                  </a:cubicBezTo>
                  <a:cubicBezTo>
                    <a:pt x="246948" y="151091"/>
                    <a:pt x="254121" y="141606"/>
                    <a:pt x="254121" y="128613"/>
                  </a:cubicBezTo>
                  <a:cubicBezTo>
                    <a:pt x="254121" y="100041"/>
                    <a:pt x="235915" y="85755"/>
                    <a:pt x="199524" y="85755"/>
                  </a:cubicBezTo>
                  <a:cubicBezTo>
                    <a:pt x="160566" y="85755"/>
                    <a:pt x="139010" y="102903"/>
                    <a:pt x="134855" y="137197"/>
                  </a:cubicBezTo>
                  <a:lnTo>
                    <a:pt x="17931" y="137197"/>
                  </a:lnTo>
                  <a:cubicBezTo>
                    <a:pt x="19499" y="97709"/>
                    <a:pt x="35725" y="64963"/>
                    <a:pt x="66649" y="38978"/>
                  </a:cubicBezTo>
                  <a:cubicBezTo>
                    <a:pt x="97553" y="13012"/>
                    <a:pt x="141596" y="0"/>
                    <a:pt x="198760" y="0"/>
                  </a:cubicBezTo>
                  <a:cubicBezTo>
                    <a:pt x="255924" y="0"/>
                    <a:pt x="299056" y="10915"/>
                    <a:pt x="328157" y="32746"/>
                  </a:cubicBezTo>
                  <a:cubicBezTo>
                    <a:pt x="361923" y="57164"/>
                    <a:pt x="378815" y="95103"/>
                    <a:pt x="378815" y="146544"/>
                  </a:cubicBezTo>
                  <a:lnTo>
                    <a:pt x="378815" y="347646"/>
                  </a:lnTo>
                  <a:cubicBezTo>
                    <a:pt x="378815" y="379334"/>
                    <a:pt x="383479" y="398304"/>
                    <a:pt x="392827" y="404536"/>
                  </a:cubicBezTo>
                  <a:lnTo>
                    <a:pt x="392827" y="409984"/>
                  </a:lnTo>
                  <a:lnTo>
                    <a:pt x="269700" y="409984"/>
                  </a:lnTo>
                  <a:cubicBezTo>
                    <a:pt x="264507" y="402713"/>
                    <a:pt x="260078" y="387918"/>
                    <a:pt x="256433" y="365558"/>
                  </a:cubicBezTo>
                  <a:lnTo>
                    <a:pt x="254885" y="365558"/>
                  </a:lnTo>
                  <a:cubicBezTo>
                    <a:pt x="229409" y="401949"/>
                    <a:pt x="189941" y="420135"/>
                    <a:pt x="136403" y="420135"/>
                  </a:cubicBezTo>
                  <a:moveTo>
                    <a:pt x="176929" y="339063"/>
                  </a:moveTo>
                  <a:cubicBezTo>
                    <a:pt x="200837" y="339063"/>
                    <a:pt x="220179" y="332439"/>
                    <a:pt x="235014" y="319192"/>
                  </a:cubicBezTo>
                  <a:cubicBezTo>
                    <a:pt x="249829" y="305944"/>
                    <a:pt x="257217" y="288660"/>
                    <a:pt x="257217" y="267358"/>
                  </a:cubicBezTo>
                  <a:lnTo>
                    <a:pt x="257217" y="219817"/>
                  </a:lnTo>
                  <a:cubicBezTo>
                    <a:pt x="244734" y="226049"/>
                    <a:pt x="222923" y="233064"/>
                    <a:pt x="191764" y="240844"/>
                  </a:cubicBezTo>
                  <a:cubicBezTo>
                    <a:pt x="166269" y="246586"/>
                    <a:pt x="148338" y="253327"/>
                    <a:pt x="137971" y="261127"/>
                  </a:cubicBezTo>
                  <a:cubicBezTo>
                    <a:pt x="127585" y="268907"/>
                    <a:pt x="122391" y="280096"/>
                    <a:pt x="122391" y="294637"/>
                  </a:cubicBezTo>
                  <a:cubicBezTo>
                    <a:pt x="122391" y="324248"/>
                    <a:pt x="140577" y="339063"/>
                    <a:pt x="17692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3" name="Google Shape;317;p44">
              <a:extLst>
                <a:ext uri="{FF2B5EF4-FFF2-40B4-BE49-F238E27FC236}">
                  <a16:creationId xmlns:a16="http://schemas.microsoft.com/office/drawing/2014/main" id="{39DAA4A0-49EE-4E4B-DA7E-9512DF01B0CA}"/>
                </a:ext>
              </a:extLst>
            </p:cNvPr>
            <p:cNvSpPr/>
            <p:nvPr/>
          </p:nvSpPr>
          <p:spPr>
            <a:xfrm>
              <a:off x="2853083" y="4520507"/>
              <a:ext cx="386604" cy="410767"/>
            </a:xfrm>
            <a:custGeom>
              <a:avLst/>
              <a:gdLst/>
              <a:ahLst/>
              <a:cxnLst/>
              <a:rect l="l" t="t" r="r" b="b"/>
              <a:pathLst>
                <a:path w="386604" h="410767" extrusionOk="0">
                  <a:moveTo>
                    <a:pt x="0" y="410768"/>
                  </a:moveTo>
                  <a:lnTo>
                    <a:pt x="0" y="11699"/>
                  </a:lnTo>
                  <a:lnTo>
                    <a:pt x="122382" y="11699"/>
                  </a:lnTo>
                  <a:lnTo>
                    <a:pt x="122382" y="66257"/>
                  </a:lnTo>
                  <a:lnTo>
                    <a:pt x="124714" y="66257"/>
                  </a:lnTo>
                  <a:cubicBezTo>
                    <a:pt x="155383" y="22086"/>
                    <a:pt x="196438" y="0"/>
                    <a:pt x="247860" y="0"/>
                  </a:cubicBezTo>
                  <a:cubicBezTo>
                    <a:pt x="290992" y="0"/>
                    <a:pt x="324895" y="13914"/>
                    <a:pt x="349606" y="41702"/>
                  </a:cubicBezTo>
                  <a:cubicBezTo>
                    <a:pt x="374278" y="69510"/>
                    <a:pt x="386604" y="105999"/>
                    <a:pt x="386604" y="151209"/>
                  </a:cubicBezTo>
                  <a:lnTo>
                    <a:pt x="386604" y="410768"/>
                  </a:lnTo>
                  <a:lnTo>
                    <a:pt x="259559" y="410768"/>
                  </a:lnTo>
                  <a:lnTo>
                    <a:pt x="259559" y="176939"/>
                  </a:lnTo>
                  <a:cubicBezTo>
                    <a:pt x="259559" y="155108"/>
                    <a:pt x="254248" y="137844"/>
                    <a:pt x="243588" y="125106"/>
                  </a:cubicBezTo>
                  <a:cubicBezTo>
                    <a:pt x="232907" y="112368"/>
                    <a:pt x="217465" y="105999"/>
                    <a:pt x="197222" y="105999"/>
                  </a:cubicBezTo>
                  <a:cubicBezTo>
                    <a:pt x="176410" y="105999"/>
                    <a:pt x="159518" y="113798"/>
                    <a:pt x="146525" y="129397"/>
                  </a:cubicBezTo>
                  <a:cubicBezTo>
                    <a:pt x="133552" y="144977"/>
                    <a:pt x="127065" y="165240"/>
                    <a:pt x="127065" y="190186"/>
                  </a:cubicBezTo>
                  <a:lnTo>
                    <a:pt x="127065"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4" name="Google Shape;318;p44">
              <a:extLst>
                <a:ext uri="{FF2B5EF4-FFF2-40B4-BE49-F238E27FC236}">
                  <a16:creationId xmlns:a16="http://schemas.microsoft.com/office/drawing/2014/main" id="{A41F6CBC-0B2E-FCBA-891B-295D25E54567}"/>
                </a:ext>
              </a:extLst>
            </p:cNvPr>
            <p:cNvSpPr/>
            <p:nvPr/>
          </p:nvSpPr>
          <p:spPr>
            <a:xfrm>
              <a:off x="3278646" y="4521283"/>
              <a:ext cx="392836" cy="420134"/>
            </a:xfrm>
            <a:custGeom>
              <a:avLst/>
              <a:gdLst/>
              <a:ahLst/>
              <a:cxnLst/>
              <a:rect l="l" t="t" r="r" b="b"/>
              <a:pathLst>
                <a:path w="392836" h="420134" extrusionOk="0">
                  <a:moveTo>
                    <a:pt x="13641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55"/>
                    <a:pt x="199534" y="85755"/>
                  </a:cubicBezTo>
                  <a:cubicBezTo>
                    <a:pt x="160576" y="85755"/>
                    <a:pt x="139000" y="102903"/>
                    <a:pt x="134845" y="137197"/>
                  </a:cubicBezTo>
                  <a:lnTo>
                    <a:pt x="17931" y="137197"/>
                  </a:lnTo>
                  <a:cubicBezTo>
                    <a:pt x="19499" y="97709"/>
                    <a:pt x="35725" y="64963"/>
                    <a:pt x="66649" y="38978"/>
                  </a:cubicBezTo>
                  <a:cubicBezTo>
                    <a:pt x="97553" y="13012"/>
                    <a:pt x="141606" y="0"/>
                    <a:pt x="198770" y="0"/>
                  </a:cubicBezTo>
                  <a:cubicBezTo>
                    <a:pt x="255934" y="0"/>
                    <a:pt x="299046" y="10915"/>
                    <a:pt x="328147" y="32746"/>
                  </a:cubicBezTo>
                  <a:cubicBezTo>
                    <a:pt x="361913" y="57164"/>
                    <a:pt x="378805" y="95103"/>
                    <a:pt x="378805" y="146544"/>
                  </a:cubicBezTo>
                  <a:lnTo>
                    <a:pt x="378805" y="347646"/>
                  </a:lnTo>
                  <a:cubicBezTo>
                    <a:pt x="378805" y="379334"/>
                    <a:pt x="383489" y="398304"/>
                    <a:pt x="392837" y="404536"/>
                  </a:cubicBezTo>
                  <a:lnTo>
                    <a:pt x="392837" y="409984"/>
                  </a:lnTo>
                  <a:lnTo>
                    <a:pt x="269690" y="409984"/>
                  </a:lnTo>
                  <a:cubicBezTo>
                    <a:pt x="264497" y="402713"/>
                    <a:pt x="260068" y="387918"/>
                    <a:pt x="256443" y="365558"/>
                  </a:cubicBezTo>
                  <a:lnTo>
                    <a:pt x="254875" y="365558"/>
                  </a:lnTo>
                  <a:cubicBezTo>
                    <a:pt x="229419" y="401949"/>
                    <a:pt x="189932" y="420135"/>
                    <a:pt x="136413" y="420135"/>
                  </a:cubicBezTo>
                  <a:moveTo>
                    <a:pt x="176939" y="339063"/>
                  </a:moveTo>
                  <a:cubicBezTo>
                    <a:pt x="200828" y="339063"/>
                    <a:pt x="220209" y="332439"/>
                    <a:pt x="235004" y="319192"/>
                  </a:cubicBezTo>
                  <a:cubicBezTo>
                    <a:pt x="249819" y="305944"/>
                    <a:pt x="257227" y="288660"/>
                    <a:pt x="257227" y="267358"/>
                  </a:cubicBezTo>
                  <a:lnTo>
                    <a:pt x="257227" y="219817"/>
                  </a:lnTo>
                  <a:cubicBezTo>
                    <a:pt x="244744" y="226049"/>
                    <a:pt x="222933" y="233064"/>
                    <a:pt x="191754" y="240844"/>
                  </a:cubicBezTo>
                  <a:cubicBezTo>
                    <a:pt x="166278" y="246586"/>
                    <a:pt x="148348"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5" name="Google Shape;319;p44">
              <a:extLst>
                <a:ext uri="{FF2B5EF4-FFF2-40B4-BE49-F238E27FC236}">
                  <a16:creationId xmlns:a16="http://schemas.microsoft.com/office/drawing/2014/main" id="{5886CE7E-E13C-4027-4BE3-A38C29406570}"/>
                </a:ext>
              </a:extLst>
            </p:cNvPr>
            <p:cNvSpPr/>
            <p:nvPr/>
          </p:nvSpPr>
          <p:spPr>
            <a:xfrm>
              <a:off x="3719024" y="452050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4" y="13914"/>
                    <a:pt x="349587" y="41702"/>
                  </a:cubicBezTo>
                  <a:cubicBezTo>
                    <a:pt x="374259" y="69510"/>
                    <a:pt x="386605" y="105999"/>
                    <a:pt x="386605" y="151209"/>
                  </a:cubicBezTo>
                  <a:lnTo>
                    <a:pt x="386605" y="410768"/>
                  </a:lnTo>
                  <a:lnTo>
                    <a:pt x="259559" y="410768"/>
                  </a:lnTo>
                  <a:lnTo>
                    <a:pt x="259559" y="176939"/>
                  </a:lnTo>
                  <a:cubicBezTo>
                    <a:pt x="259559" y="155108"/>
                    <a:pt x="254229" y="137844"/>
                    <a:pt x="243568" y="125106"/>
                  </a:cubicBezTo>
                  <a:cubicBezTo>
                    <a:pt x="232927" y="112368"/>
                    <a:pt x="217465" y="105999"/>
                    <a:pt x="197202" y="105999"/>
                  </a:cubicBezTo>
                  <a:cubicBezTo>
                    <a:pt x="176410" y="105999"/>
                    <a:pt x="159518" y="113798"/>
                    <a:pt x="146525" y="129397"/>
                  </a:cubicBezTo>
                  <a:cubicBezTo>
                    <a:pt x="133532" y="144977"/>
                    <a:pt x="127046" y="165240"/>
                    <a:pt x="127046" y="190186"/>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6" name="Google Shape;320;p44">
              <a:extLst>
                <a:ext uri="{FF2B5EF4-FFF2-40B4-BE49-F238E27FC236}">
                  <a16:creationId xmlns:a16="http://schemas.microsoft.com/office/drawing/2014/main" id="{5DDE4719-03DF-F1A0-14E1-63CF25340EB7}"/>
                </a:ext>
              </a:extLst>
            </p:cNvPr>
            <p:cNvSpPr/>
            <p:nvPr/>
          </p:nvSpPr>
          <p:spPr>
            <a:xfrm>
              <a:off x="4133692" y="4405937"/>
              <a:ext cx="249427" cy="530013"/>
            </a:xfrm>
            <a:custGeom>
              <a:avLst/>
              <a:gdLst/>
              <a:ahLst/>
              <a:cxnLst/>
              <a:rect l="l" t="t" r="r" b="b"/>
              <a:pathLst>
                <a:path w="249427" h="530013" extrusionOk="0">
                  <a:moveTo>
                    <a:pt x="180055" y="530014"/>
                  </a:moveTo>
                  <a:cubicBezTo>
                    <a:pt x="139529" y="530014"/>
                    <a:pt x="108213" y="521822"/>
                    <a:pt x="86128" y="505459"/>
                  </a:cubicBezTo>
                  <a:cubicBezTo>
                    <a:pt x="64042" y="489096"/>
                    <a:pt x="53009" y="460641"/>
                    <a:pt x="53009" y="420115"/>
                  </a:cubicBezTo>
                  <a:lnTo>
                    <a:pt x="53009" y="205766"/>
                  </a:lnTo>
                  <a:lnTo>
                    <a:pt x="0" y="205766"/>
                  </a:lnTo>
                  <a:lnTo>
                    <a:pt x="0" y="126262"/>
                  </a:lnTo>
                  <a:lnTo>
                    <a:pt x="53009" y="126262"/>
                  </a:lnTo>
                  <a:lnTo>
                    <a:pt x="53009" y="0"/>
                  </a:lnTo>
                  <a:lnTo>
                    <a:pt x="176939" y="0"/>
                  </a:lnTo>
                  <a:lnTo>
                    <a:pt x="176939" y="126262"/>
                  </a:lnTo>
                  <a:lnTo>
                    <a:pt x="249427" y="126262"/>
                  </a:lnTo>
                  <a:lnTo>
                    <a:pt x="249427" y="205766"/>
                  </a:lnTo>
                  <a:lnTo>
                    <a:pt x="176939" y="205766"/>
                  </a:lnTo>
                  <a:lnTo>
                    <a:pt x="176939" y="392836"/>
                  </a:lnTo>
                  <a:cubicBezTo>
                    <a:pt x="176939" y="407397"/>
                    <a:pt x="180702" y="417528"/>
                    <a:pt x="188246" y="423231"/>
                  </a:cubicBezTo>
                  <a:cubicBezTo>
                    <a:pt x="195771" y="428953"/>
                    <a:pt x="206804" y="431795"/>
                    <a:pt x="221365" y="431795"/>
                  </a:cubicBezTo>
                  <a:cubicBezTo>
                    <a:pt x="225519" y="431795"/>
                    <a:pt x="230967" y="431677"/>
                    <a:pt x="237728" y="431422"/>
                  </a:cubicBezTo>
                  <a:cubicBezTo>
                    <a:pt x="244469" y="431168"/>
                    <a:pt x="248389" y="431031"/>
                    <a:pt x="249427" y="431031"/>
                  </a:cubicBezTo>
                  <a:lnTo>
                    <a:pt x="249427" y="523782"/>
                  </a:lnTo>
                  <a:cubicBezTo>
                    <a:pt x="234867" y="527936"/>
                    <a:pt x="211743" y="530014"/>
                    <a:pt x="180055" y="530014"/>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7" name="Google Shape;321;p44">
              <a:extLst>
                <a:ext uri="{FF2B5EF4-FFF2-40B4-BE49-F238E27FC236}">
                  <a16:creationId xmlns:a16="http://schemas.microsoft.com/office/drawing/2014/main" id="{F28522F9-732C-F8DA-8C05-8486B0509482}"/>
                </a:ext>
              </a:extLst>
            </p:cNvPr>
            <p:cNvSpPr/>
            <p:nvPr/>
          </p:nvSpPr>
          <p:spPr>
            <a:xfrm>
              <a:off x="4418178" y="4521283"/>
              <a:ext cx="392836" cy="420134"/>
            </a:xfrm>
            <a:custGeom>
              <a:avLst/>
              <a:gdLst/>
              <a:ahLst/>
              <a:cxnLst/>
              <a:rect l="l" t="t" r="r" b="b"/>
              <a:pathLst>
                <a:path w="392836" h="420134" extrusionOk="0">
                  <a:moveTo>
                    <a:pt x="136413" y="420135"/>
                  </a:moveTo>
                  <a:cubicBezTo>
                    <a:pt x="95358" y="42013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55"/>
                    <a:pt x="199534" y="85755"/>
                  </a:cubicBezTo>
                  <a:cubicBezTo>
                    <a:pt x="160576" y="85755"/>
                    <a:pt x="139000" y="102903"/>
                    <a:pt x="134845" y="137197"/>
                  </a:cubicBezTo>
                  <a:lnTo>
                    <a:pt x="17931" y="137197"/>
                  </a:lnTo>
                  <a:cubicBezTo>
                    <a:pt x="19499" y="97709"/>
                    <a:pt x="35725" y="64963"/>
                    <a:pt x="66649" y="38978"/>
                  </a:cubicBezTo>
                  <a:cubicBezTo>
                    <a:pt x="97553" y="13012"/>
                    <a:pt x="141606" y="0"/>
                    <a:pt x="198770" y="0"/>
                  </a:cubicBezTo>
                  <a:cubicBezTo>
                    <a:pt x="255934" y="0"/>
                    <a:pt x="299046" y="10915"/>
                    <a:pt x="328147" y="32746"/>
                  </a:cubicBezTo>
                  <a:cubicBezTo>
                    <a:pt x="361913" y="57164"/>
                    <a:pt x="378805" y="95103"/>
                    <a:pt x="378805" y="146544"/>
                  </a:cubicBezTo>
                  <a:lnTo>
                    <a:pt x="378805" y="347646"/>
                  </a:lnTo>
                  <a:cubicBezTo>
                    <a:pt x="378805" y="379334"/>
                    <a:pt x="383489" y="398304"/>
                    <a:pt x="392837" y="404536"/>
                  </a:cubicBezTo>
                  <a:lnTo>
                    <a:pt x="392837" y="409984"/>
                  </a:lnTo>
                  <a:lnTo>
                    <a:pt x="269690" y="409984"/>
                  </a:lnTo>
                  <a:cubicBezTo>
                    <a:pt x="264497" y="402713"/>
                    <a:pt x="260068" y="387918"/>
                    <a:pt x="256443" y="365558"/>
                  </a:cubicBezTo>
                  <a:lnTo>
                    <a:pt x="254875" y="365558"/>
                  </a:lnTo>
                  <a:cubicBezTo>
                    <a:pt x="229419" y="401949"/>
                    <a:pt x="189932" y="420135"/>
                    <a:pt x="136413" y="420135"/>
                  </a:cubicBezTo>
                  <a:moveTo>
                    <a:pt x="176939" y="339063"/>
                  </a:moveTo>
                  <a:cubicBezTo>
                    <a:pt x="200828" y="339063"/>
                    <a:pt x="220189" y="332439"/>
                    <a:pt x="235004" y="319192"/>
                  </a:cubicBezTo>
                  <a:cubicBezTo>
                    <a:pt x="249819" y="305944"/>
                    <a:pt x="257227" y="288660"/>
                    <a:pt x="257227" y="267358"/>
                  </a:cubicBezTo>
                  <a:lnTo>
                    <a:pt x="257227" y="219817"/>
                  </a:lnTo>
                  <a:cubicBezTo>
                    <a:pt x="244744" y="226049"/>
                    <a:pt x="222932" y="233064"/>
                    <a:pt x="191754" y="240844"/>
                  </a:cubicBezTo>
                  <a:cubicBezTo>
                    <a:pt x="166278" y="246586"/>
                    <a:pt x="148367"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8" name="Google Shape;322;p44">
              <a:extLst>
                <a:ext uri="{FF2B5EF4-FFF2-40B4-BE49-F238E27FC236}">
                  <a16:creationId xmlns:a16="http://schemas.microsoft.com/office/drawing/2014/main" id="{B2782069-9343-228D-0DB8-6CD345F1131C}"/>
                </a:ext>
              </a:extLst>
            </p:cNvPr>
            <p:cNvSpPr/>
            <p:nvPr/>
          </p:nvSpPr>
          <p:spPr>
            <a:xfrm>
              <a:off x="4858556" y="4525975"/>
              <a:ext cx="257991" cy="405299"/>
            </a:xfrm>
            <a:custGeom>
              <a:avLst/>
              <a:gdLst/>
              <a:ahLst/>
              <a:cxnLst/>
              <a:rect l="l" t="t" r="r" b="b"/>
              <a:pathLst>
                <a:path w="257991" h="405299" extrusionOk="0">
                  <a:moveTo>
                    <a:pt x="0" y="405300"/>
                  </a:moveTo>
                  <a:lnTo>
                    <a:pt x="0" y="6232"/>
                  </a:lnTo>
                  <a:lnTo>
                    <a:pt x="121598" y="6232"/>
                  </a:lnTo>
                  <a:lnTo>
                    <a:pt x="121598" y="68589"/>
                  </a:lnTo>
                  <a:lnTo>
                    <a:pt x="123930" y="68589"/>
                  </a:lnTo>
                  <a:cubicBezTo>
                    <a:pt x="150934" y="22869"/>
                    <a:pt x="187325" y="0"/>
                    <a:pt x="233045" y="0"/>
                  </a:cubicBezTo>
                  <a:cubicBezTo>
                    <a:pt x="244999" y="0"/>
                    <a:pt x="253327" y="1039"/>
                    <a:pt x="257991" y="3116"/>
                  </a:cubicBezTo>
                  <a:lnTo>
                    <a:pt x="257991" y="112231"/>
                  </a:lnTo>
                  <a:lnTo>
                    <a:pt x="254875" y="112231"/>
                  </a:lnTo>
                  <a:cubicBezTo>
                    <a:pt x="215388" y="106528"/>
                    <a:pt x="184209" y="113406"/>
                    <a:pt x="161340" y="132886"/>
                  </a:cubicBezTo>
                  <a:cubicBezTo>
                    <a:pt x="138471" y="152365"/>
                    <a:pt x="127046" y="183426"/>
                    <a:pt x="127046" y="226029"/>
                  </a:cubicBezTo>
                  <a:lnTo>
                    <a:pt x="127046" y="405300"/>
                  </a:lnTo>
                  <a:lnTo>
                    <a:pt x="0" y="40530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19" name="Google Shape;323;p44">
              <a:extLst>
                <a:ext uri="{FF2B5EF4-FFF2-40B4-BE49-F238E27FC236}">
                  <a16:creationId xmlns:a16="http://schemas.microsoft.com/office/drawing/2014/main" id="{2ECEE281-8B46-42D1-56D9-1CAE3A7C3827}"/>
                </a:ext>
              </a:extLst>
            </p:cNvPr>
            <p:cNvSpPr/>
            <p:nvPr/>
          </p:nvSpPr>
          <p:spPr>
            <a:xfrm>
              <a:off x="5126678" y="4521283"/>
              <a:ext cx="392817" cy="420134"/>
            </a:xfrm>
            <a:custGeom>
              <a:avLst/>
              <a:gdLst/>
              <a:ahLst/>
              <a:cxnLst/>
              <a:rect l="l" t="t" r="r" b="b"/>
              <a:pathLst>
                <a:path w="392817" h="420134" extrusionOk="0">
                  <a:moveTo>
                    <a:pt x="136413" y="420135"/>
                  </a:moveTo>
                  <a:cubicBezTo>
                    <a:pt x="95358" y="420135"/>
                    <a:pt x="62337" y="409474"/>
                    <a:pt x="37410" y="388172"/>
                  </a:cubicBezTo>
                  <a:cubicBezTo>
                    <a:pt x="12464" y="366871"/>
                    <a:pt x="0" y="336986"/>
                    <a:pt x="0" y="298537"/>
                  </a:cubicBezTo>
                  <a:cubicBezTo>
                    <a:pt x="0" y="258011"/>
                    <a:pt x="13502" y="228518"/>
                    <a:pt x="40546" y="210058"/>
                  </a:cubicBezTo>
                  <a:cubicBezTo>
                    <a:pt x="67531" y="191617"/>
                    <a:pt x="104960" y="179271"/>
                    <a:pt x="152757" y="173039"/>
                  </a:cubicBezTo>
                  <a:cubicBezTo>
                    <a:pt x="191735" y="168375"/>
                    <a:pt x="218347" y="163045"/>
                    <a:pt x="232672" y="157068"/>
                  </a:cubicBezTo>
                  <a:cubicBezTo>
                    <a:pt x="246939" y="151091"/>
                    <a:pt x="254092" y="141606"/>
                    <a:pt x="254092" y="128613"/>
                  </a:cubicBezTo>
                  <a:cubicBezTo>
                    <a:pt x="254092" y="100041"/>
                    <a:pt x="235886" y="85755"/>
                    <a:pt x="199515" y="85755"/>
                  </a:cubicBezTo>
                  <a:cubicBezTo>
                    <a:pt x="160576" y="85755"/>
                    <a:pt x="139000" y="102903"/>
                    <a:pt x="134845" y="137197"/>
                  </a:cubicBezTo>
                  <a:lnTo>
                    <a:pt x="17911" y="137197"/>
                  </a:lnTo>
                  <a:cubicBezTo>
                    <a:pt x="19479" y="97709"/>
                    <a:pt x="35725" y="64963"/>
                    <a:pt x="66649" y="38978"/>
                  </a:cubicBezTo>
                  <a:cubicBezTo>
                    <a:pt x="97553" y="13012"/>
                    <a:pt x="141606" y="0"/>
                    <a:pt x="198751" y="0"/>
                  </a:cubicBezTo>
                  <a:cubicBezTo>
                    <a:pt x="255934" y="0"/>
                    <a:pt x="299027" y="10915"/>
                    <a:pt x="328128" y="32746"/>
                  </a:cubicBezTo>
                  <a:cubicBezTo>
                    <a:pt x="361913" y="57164"/>
                    <a:pt x="378805" y="95103"/>
                    <a:pt x="378805" y="146544"/>
                  </a:cubicBezTo>
                  <a:lnTo>
                    <a:pt x="378805" y="347646"/>
                  </a:lnTo>
                  <a:cubicBezTo>
                    <a:pt x="378805" y="379334"/>
                    <a:pt x="383489" y="398304"/>
                    <a:pt x="392817" y="404536"/>
                  </a:cubicBezTo>
                  <a:lnTo>
                    <a:pt x="392817" y="409984"/>
                  </a:lnTo>
                  <a:lnTo>
                    <a:pt x="269671" y="409984"/>
                  </a:lnTo>
                  <a:cubicBezTo>
                    <a:pt x="264478" y="402713"/>
                    <a:pt x="260069" y="387918"/>
                    <a:pt x="256443" y="365558"/>
                  </a:cubicBezTo>
                  <a:lnTo>
                    <a:pt x="254876" y="365558"/>
                  </a:lnTo>
                  <a:cubicBezTo>
                    <a:pt x="229419" y="401949"/>
                    <a:pt x="189932" y="420135"/>
                    <a:pt x="136413" y="420135"/>
                  </a:cubicBezTo>
                  <a:moveTo>
                    <a:pt x="176919" y="339063"/>
                  </a:moveTo>
                  <a:cubicBezTo>
                    <a:pt x="200828" y="339063"/>
                    <a:pt x="220170" y="332439"/>
                    <a:pt x="234985" y="319192"/>
                  </a:cubicBezTo>
                  <a:cubicBezTo>
                    <a:pt x="249819" y="305944"/>
                    <a:pt x="257207" y="288660"/>
                    <a:pt x="257207" y="267358"/>
                  </a:cubicBezTo>
                  <a:lnTo>
                    <a:pt x="257207" y="219817"/>
                  </a:lnTo>
                  <a:cubicBezTo>
                    <a:pt x="244744" y="226049"/>
                    <a:pt x="222913" y="233064"/>
                    <a:pt x="191735" y="240844"/>
                  </a:cubicBezTo>
                  <a:cubicBezTo>
                    <a:pt x="166278" y="246586"/>
                    <a:pt x="148367" y="253327"/>
                    <a:pt x="137942" y="261127"/>
                  </a:cubicBezTo>
                  <a:cubicBezTo>
                    <a:pt x="127555" y="268907"/>
                    <a:pt x="122362" y="280096"/>
                    <a:pt x="122362" y="294637"/>
                  </a:cubicBezTo>
                  <a:cubicBezTo>
                    <a:pt x="122362" y="324248"/>
                    <a:pt x="140548" y="339063"/>
                    <a:pt x="17691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0" name="Google Shape;324;p44">
              <a:extLst>
                <a:ext uri="{FF2B5EF4-FFF2-40B4-BE49-F238E27FC236}">
                  <a16:creationId xmlns:a16="http://schemas.microsoft.com/office/drawing/2014/main" id="{B8AC8E1F-D064-259B-986B-4DB558DF0A2A}"/>
                </a:ext>
              </a:extLst>
            </p:cNvPr>
            <p:cNvSpPr/>
            <p:nvPr/>
          </p:nvSpPr>
          <p:spPr>
            <a:xfrm>
              <a:off x="1889362" y="5050454"/>
              <a:ext cx="137961" cy="557292"/>
            </a:xfrm>
            <a:custGeom>
              <a:avLst/>
              <a:gdLst/>
              <a:ahLst/>
              <a:cxnLst/>
              <a:rect l="l" t="t" r="r" b="b"/>
              <a:pathLst>
                <a:path w="137961" h="557292" extrusionOk="0">
                  <a:moveTo>
                    <a:pt x="0" y="0"/>
                  </a:moveTo>
                  <a:lnTo>
                    <a:pt x="137961" y="0"/>
                  </a:lnTo>
                  <a:lnTo>
                    <a:pt x="137961" y="557292"/>
                  </a:lnTo>
                  <a:lnTo>
                    <a:pt x="0" y="55729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1" name="Google Shape;325;p44">
              <a:extLst>
                <a:ext uri="{FF2B5EF4-FFF2-40B4-BE49-F238E27FC236}">
                  <a16:creationId xmlns:a16="http://schemas.microsoft.com/office/drawing/2014/main" id="{B379156C-A10A-5C7C-5135-84CDD1DD28BF}"/>
                </a:ext>
              </a:extLst>
            </p:cNvPr>
            <p:cNvSpPr/>
            <p:nvPr/>
          </p:nvSpPr>
          <p:spPr>
            <a:xfrm>
              <a:off x="2095912" y="519698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5" y="13914"/>
                    <a:pt x="349586" y="41702"/>
                  </a:cubicBezTo>
                  <a:cubicBezTo>
                    <a:pt x="374259" y="69510"/>
                    <a:pt x="386605" y="105999"/>
                    <a:pt x="386605" y="151209"/>
                  </a:cubicBezTo>
                  <a:lnTo>
                    <a:pt x="386605" y="410768"/>
                  </a:lnTo>
                  <a:lnTo>
                    <a:pt x="259559" y="410768"/>
                  </a:lnTo>
                  <a:lnTo>
                    <a:pt x="259559" y="176939"/>
                  </a:lnTo>
                  <a:cubicBezTo>
                    <a:pt x="259559" y="155108"/>
                    <a:pt x="254229" y="137844"/>
                    <a:pt x="243568" y="125106"/>
                  </a:cubicBezTo>
                  <a:cubicBezTo>
                    <a:pt x="232907" y="112368"/>
                    <a:pt x="217465" y="105999"/>
                    <a:pt x="197202" y="105999"/>
                  </a:cubicBezTo>
                  <a:cubicBezTo>
                    <a:pt x="176410" y="105999"/>
                    <a:pt x="159518" y="113798"/>
                    <a:pt x="146525" y="129397"/>
                  </a:cubicBezTo>
                  <a:cubicBezTo>
                    <a:pt x="133532" y="144977"/>
                    <a:pt x="127046" y="165240"/>
                    <a:pt x="127046" y="190187"/>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2" name="Google Shape;326;p44">
              <a:extLst>
                <a:ext uri="{FF2B5EF4-FFF2-40B4-BE49-F238E27FC236}">
                  <a16:creationId xmlns:a16="http://schemas.microsoft.com/office/drawing/2014/main" id="{BF69E56F-006B-0C8A-39EA-63D1023B2969}"/>
                </a:ext>
              </a:extLst>
            </p:cNvPr>
            <p:cNvSpPr/>
            <p:nvPr/>
          </p:nvSpPr>
          <p:spPr>
            <a:xfrm>
              <a:off x="2522255" y="5050454"/>
              <a:ext cx="415447" cy="569775"/>
            </a:xfrm>
            <a:custGeom>
              <a:avLst/>
              <a:gdLst/>
              <a:ahLst/>
              <a:cxnLst/>
              <a:rect l="l" t="t" r="r" b="b"/>
              <a:pathLst>
                <a:path w="415447" h="569775" extrusionOk="0">
                  <a:moveTo>
                    <a:pt x="174584" y="569776"/>
                  </a:moveTo>
                  <a:cubicBezTo>
                    <a:pt x="122633" y="569776"/>
                    <a:pt x="80539" y="550806"/>
                    <a:pt x="48322" y="512886"/>
                  </a:cubicBezTo>
                  <a:cubicBezTo>
                    <a:pt x="16105" y="474947"/>
                    <a:pt x="0" y="423231"/>
                    <a:pt x="0" y="357758"/>
                  </a:cubicBezTo>
                  <a:cubicBezTo>
                    <a:pt x="0" y="295401"/>
                    <a:pt x="16242" y="244626"/>
                    <a:pt x="48714" y="205394"/>
                  </a:cubicBezTo>
                  <a:cubicBezTo>
                    <a:pt x="81185" y="166161"/>
                    <a:pt x="123142" y="146545"/>
                    <a:pt x="174584" y="146545"/>
                  </a:cubicBezTo>
                  <a:cubicBezTo>
                    <a:pt x="222400" y="146545"/>
                    <a:pt x="259555" y="165514"/>
                    <a:pt x="286050" y="203434"/>
                  </a:cubicBezTo>
                  <a:lnTo>
                    <a:pt x="288382" y="203434"/>
                  </a:lnTo>
                  <a:lnTo>
                    <a:pt x="288382" y="0"/>
                  </a:lnTo>
                  <a:lnTo>
                    <a:pt x="415447" y="0"/>
                  </a:lnTo>
                  <a:lnTo>
                    <a:pt x="415447" y="557292"/>
                  </a:lnTo>
                  <a:lnTo>
                    <a:pt x="293849" y="557292"/>
                  </a:lnTo>
                  <a:lnTo>
                    <a:pt x="293849" y="503519"/>
                  </a:lnTo>
                  <a:lnTo>
                    <a:pt x="292282" y="503519"/>
                  </a:lnTo>
                  <a:cubicBezTo>
                    <a:pt x="266296" y="547690"/>
                    <a:pt x="227064" y="569776"/>
                    <a:pt x="174584" y="569776"/>
                  </a:cubicBezTo>
                  <a:moveTo>
                    <a:pt x="207330" y="469225"/>
                  </a:moveTo>
                  <a:cubicBezTo>
                    <a:pt x="233315" y="469225"/>
                    <a:pt x="253833" y="458976"/>
                    <a:pt x="268903" y="438438"/>
                  </a:cubicBezTo>
                  <a:cubicBezTo>
                    <a:pt x="283973" y="417920"/>
                    <a:pt x="291517" y="391034"/>
                    <a:pt x="291517" y="357758"/>
                  </a:cubicBezTo>
                  <a:cubicBezTo>
                    <a:pt x="291517" y="322954"/>
                    <a:pt x="284502" y="295029"/>
                    <a:pt x="270471" y="273982"/>
                  </a:cubicBezTo>
                  <a:cubicBezTo>
                    <a:pt x="256439" y="252935"/>
                    <a:pt x="235902" y="242412"/>
                    <a:pt x="208898" y="242412"/>
                  </a:cubicBezTo>
                  <a:cubicBezTo>
                    <a:pt x="183951" y="242412"/>
                    <a:pt x="164334" y="252818"/>
                    <a:pt x="150048" y="273590"/>
                  </a:cubicBezTo>
                  <a:cubicBezTo>
                    <a:pt x="135743" y="294382"/>
                    <a:pt x="128610" y="321916"/>
                    <a:pt x="128610" y="356210"/>
                  </a:cubicBezTo>
                  <a:cubicBezTo>
                    <a:pt x="128610" y="391034"/>
                    <a:pt x="135625" y="418567"/>
                    <a:pt x="149657" y="438830"/>
                  </a:cubicBezTo>
                  <a:cubicBezTo>
                    <a:pt x="163688" y="459093"/>
                    <a:pt x="182893" y="469225"/>
                    <a:pt x="207330" y="469225"/>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3" name="Google Shape;327;p44">
              <a:extLst>
                <a:ext uri="{FF2B5EF4-FFF2-40B4-BE49-F238E27FC236}">
                  <a16:creationId xmlns:a16="http://schemas.microsoft.com/office/drawing/2014/main" id="{A88E45F2-FA5F-FFB6-9E9F-B06B2338F896}"/>
                </a:ext>
              </a:extLst>
            </p:cNvPr>
            <p:cNvSpPr/>
            <p:nvPr/>
          </p:nvSpPr>
          <p:spPr>
            <a:xfrm>
              <a:off x="2980580" y="5197775"/>
              <a:ext cx="426346" cy="422447"/>
            </a:xfrm>
            <a:custGeom>
              <a:avLst/>
              <a:gdLst/>
              <a:ahLst/>
              <a:cxnLst/>
              <a:rect l="l" t="t" r="r" b="b"/>
              <a:pathLst>
                <a:path w="426346" h="422447" extrusionOk="0">
                  <a:moveTo>
                    <a:pt x="367498" y="362422"/>
                  </a:moveTo>
                  <a:cubicBezTo>
                    <a:pt x="328265" y="402458"/>
                    <a:pt x="276961" y="422447"/>
                    <a:pt x="213565" y="422447"/>
                  </a:cubicBezTo>
                  <a:cubicBezTo>
                    <a:pt x="150170" y="422447"/>
                    <a:pt x="98709" y="402458"/>
                    <a:pt x="59221" y="362422"/>
                  </a:cubicBezTo>
                  <a:cubicBezTo>
                    <a:pt x="19734" y="322425"/>
                    <a:pt x="0" y="272022"/>
                    <a:pt x="0" y="211233"/>
                  </a:cubicBezTo>
                  <a:cubicBezTo>
                    <a:pt x="0" y="150444"/>
                    <a:pt x="19734" y="100022"/>
                    <a:pt x="59221" y="60005"/>
                  </a:cubicBezTo>
                  <a:cubicBezTo>
                    <a:pt x="98709" y="20008"/>
                    <a:pt x="150150" y="0"/>
                    <a:pt x="213565" y="0"/>
                  </a:cubicBezTo>
                  <a:cubicBezTo>
                    <a:pt x="276980" y="0"/>
                    <a:pt x="328265" y="20008"/>
                    <a:pt x="367498" y="60005"/>
                  </a:cubicBezTo>
                  <a:cubicBezTo>
                    <a:pt x="406731" y="100022"/>
                    <a:pt x="426347" y="150425"/>
                    <a:pt x="426347" y="211233"/>
                  </a:cubicBezTo>
                  <a:cubicBezTo>
                    <a:pt x="426347" y="272042"/>
                    <a:pt x="406731" y="322425"/>
                    <a:pt x="367498" y="362422"/>
                  </a:cubicBezTo>
                  <a:moveTo>
                    <a:pt x="150425" y="299301"/>
                  </a:moveTo>
                  <a:cubicBezTo>
                    <a:pt x="164966" y="321112"/>
                    <a:pt x="185758" y="332028"/>
                    <a:pt x="212781" y="332028"/>
                  </a:cubicBezTo>
                  <a:cubicBezTo>
                    <a:pt x="239786" y="332028"/>
                    <a:pt x="260715" y="321112"/>
                    <a:pt x="275530" y="299301"/>
                  </a:cubicBezTo>
                  <a:cubicBezTo>
                    <a:pt x="290326" y="277470"/>
                    <a:pt x="297733" y="248134"/>
                    <a:pt x="297733" y="211233"/>
                  </a:cubicBezTo>
                  <a:cubicBezTo>
                    <a:pt x="297733" y="174333"/>
                    <a:pt x="290326" y="144840"/>
                    <a:pt x="275530" y="122754"/>
                  </a:cubicBezTo>
                  <a:cubicBezTo>
                    <a:pt x="260715" y="100668"/>
                    <a:pt x="239786" y="89635"/>
                    <a:pt x="212781" y="89635"/>
                  </a:cubicBezTo>
                  <a:cubicBezTo>
                    <a:pt x="185758" y="89635"/>
                    <a:pt x="164966" y="100551"/>
                    <a:pt x="150425" y="122362"/>
                  </a:cubicBezTo>
                  <a:cubicBezTo>
                    <a:pt x="135864" y="144193"/>
                    <a:pt x="128594" y="173804"/>
                    <a:pt x="128594" y="211233"/>
                  </a:cubicBezTo>
                  <a:cubicBezTo>
                    <a:pt x="128594" y="248134"/>
                    <a:pt x="135864" y="277470"/>
                    <a:pt x="150425" y="299301"/>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4" name="Google Shape;328;p44">
              <a:extLst>
                <a:ext uri="{FF2B5EF4-FFF2-40B4-BE49-F238E27FC236}">
                  <a16:creationId xmlns:a16="http://schemas.microsoft.com/office/drawing/2014/main" id="{DE39185D-E21F-6B7F-A22E-854341905081}"/>
                </a:ext>
              </a:extLst>
            </p:cNvPr>
            <p:cNvSpPr/>
            <p:nvPr/>
          </p:nvSpPr>
          <p:spPr>
            <a:xfrm>
              <a:off x="3449785" y="5196987"/>
              <a:ext cx="386604" cy="410767"/>
            </a:xfrm>
            <a:custGeom>
              <a:avLst/>
              <a:gdLst/>
              <a:ahLst/>
              <a:cxnLst/>
              <a:rect l="l" t="t" r="r" b="b"/>
              <a:pathLst>
                <a:path w="386604" h="410767" extrusionOk="0">
                  <a:moveTo>
                    <a:pt x="0" y="410768"/>
                  </a:moveTo>
                  <a:lnTo>
                    <a:pt x="0" y="11699"/>
                  </a:lnTo>
                  <a:lnTo>
                    <a:pt x="122362" y="11699"/>
                  </a:lnTo>
                  <a:lnTo>
                    <a:pt x="122362" y="66257"/>
                  </a:lnTo>
                  <a:lnTo>
                    <a:pt x="124714" y="66257"/>
                  </a:lnTo>
                  <a:cubicBezTo>
                    <a:pt x="155363" y="22086"/>
                    <a:pt x="196418" y="0"/>
                    <a:pt x="247860" y="0"/>
                  </a:cubicBezTo>
                  <a:cubicBezTo>
                    <a:pt x="290992" y="0"/>
                    <a:pt x="324894" y="13914"/>
                    <a:pt x="349587" y="41702"/>
                  </a:cubicBezTo>
                  <a:cubicBezTo>
                    <a:pt x="374259" y="69510"/>
                    <a:pt x="386605" y="105999"/>
                    <a:pt x="386605" y="151209"/>
                  </a:cubicBezTo>
                  <a:lnTo>
                    <a:pt x="386605" y="410768"/>
                  </a:lnTo>
                  <a:lnTo>
                    <a:pt x="259559" y="410768"/>
                  </a:lnTo>
                  <a:lnTo>
                    <a:pt x="259559" y="176939"/>
                  </a:lnTo>
                  <a:cubicBezTo>
                    <a:pt x="259559" y="155108"/>
                    <a:pt x="254228" y="137844"/>
                    <a:pt x="243568" y="125106"/>
                  </a:cubicBezTo>
                  <a:cubicBezTo>
                    <a:pt x="232907" y="112368"/>
                    <a:pt x="217465" y="105999"/>
                    <a:pt x="197202" y="105999"/>
                  </a:cubicBezTo>
                  <a:cubicBezTo>
                    <a:pt x="176410" y="105999"/>
                    <a:pt x="159518" y="113798"/>
                    <a:pt x="146525" y="129397"/>
                  </a:cubicBezTo>
                  <a:cubicBezTo>
                    <a:pt x="133532" y="144977"/>
                    <a:pt x="127046" y="165240"/>
                    <a:pt x="127046" y="190187"/>
                  </a:cubicBezTo>
                  <a:lnTo>
                    <a:pt x="127046" y="410768"/>
                  </a:lnTo>
                  <a:lnTo>
                    <a:pt x="0" y="41076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5" name="Google Shape;329;p44">
              <a:extLst>
                <a:ext uri="{FF2B5EF4-FFF2-40B4-BE49-F238E27FC236}">
                  <a16:creationId xmlns:a16="http://schemas.microsoft.com/office/drawing/2014/main" id="{F2C94CF2-597D-BEF1-D866-4FEB1AC82A3B}"/>
                </a:ext>
              </a:extLst>
            </p:cNvPr>
            <p:cNvSpPr/>
            <p:nvPr/>
          </p:nvSpPr>
          <p:spPr>
            <a:xfrm>
              <a:off x="3876151" y="5196995"/>
              <a:ext cx="411563" cy="422447"/>
            </a:xfrm>
            <a:custGeom>
              <a:avLst/>
              <a:gdLst/>
              <a:ahLst/>
              <a:cxnLst/>
              <a:rect l="l" t="t" r="r" b="b"/>
              <a:pathLst>
                <a:path w="411563" h="422447" extrusionOk="0">
                  <a:moveTo>
                    <a:pt x="212782" y="422447"/>
                  </a:moveTo>
                  <a:cubicBezTo>
                    <a:pt x="148328" y="422447"/>
                    <a:pt x="96769" y="402576"/>
                    <a:pt x="58045" y="362834"/>
                  </a:cubicBezTo>
                  <a:cubicBezTo>
                    <a:pt x="19342" y="323072"/>
                    <a:pt x="0" y="272297"/>
                    <a:pt x="0" y="210450"/>
                  </a:cubicBezTo>
                  <a:cubicBezTo>
                    <a:pt x="0" y="150170"/>
                    <a:pt x="19087" y="100022"/>
                    <a:pt x="57281" y="60005"/>
                  </a:cubicBezTo>
                  <a:cubicBezTo>
                    <a:pt x="95456" y="20008"/>
                    <a:pt x="144702" y="0"/>
                    <a:pt x="204962" y="0"/>
                  </a:cubicBezTo>
                  <a:cubicBezTo>
                    <a:pt x="259539" y="0"/>
                    <a:pt x="304984" y="16638"/>
                    <a:pt x="341356" y="49874"/>
                  </a:cubicBezTo>
                  <a:cubicBezTo>
                    <a:pt x="389191" y="93535"/>
                    <a:pt x="412551" y="158224"/>
                    <a:pt x="411532" y="243960"/>
                  </a:cubicBezTo>
                  <a:lnTo>
                    <a:pt x="124675" y="243960"/>
                  </a:lnTo>
                  <a:cubicBezTo>
                    <a:pt x="128829" y="271513"/>
                    <a:pt x="138451" y="292952"/>
                    <a:pt x="153521" y="308257"/>
                  </a:cubicBezTo>
                  <a:cubicBezTo>
                    <a:pt x="168610" y="323601"/>
                    <a:pt x="188873" y="331263"/>
                    <a:pt x="214310" y="331263"/>
                  </a:cubicBezTo>
                  <a:cubicBezTo>
                    <a:pt x="247076" y="331263"/>
                    <a:pt x="269122" y="318016"/>
                    <a:pt x="280567" y="291502"/>
                  </a:cubicBezTo>
                  <a:lnTo>
                    <a:pt x="404496" y="291502"/>
                  </a:lnTo>
                  <a:cubicBezTo>
                    <a:pt x="395149" y="329970"/>
                    <a:pt x="372809" y="361403"/>
                    <a:pt x="337456" y="385821"/>
                  </a:cubicBezTo>
                  <a:cubicBezTo>
                    <a:pt x="302652" y="410258"/>
                    <a:pt x="261107" y="422447"/>
                    <a:pt x="212782" y="422447"/>
                  </a:cubicBezTo>
                  <a:moveTo>
                    <a:pt x="125478" y="168356"/>
                  </a:moveTo>
                  <a:lnTo>
                    <a:pt x="282898" y="168356"/>
                  </a:lnTo>
                  <a:cubicBezTo>
                    <a:pt x="280821" y="144467"/>
                    <a:pt x="272924" y="125478"/>
                    <a:pt x="259147" y="111466"/>
                  </a:cubicBezTo>
                  <a:cubicBezTo>
                    <a:pt x="245351" y="97435"/>
                    <a:pt x="228106" y="90419"/>
                    <a:pt x="207294" y="90419"/>
                  </a:cubicBezTo>
                  <a:cubicBezTo>
                    <a:pt x="162104" y="90419"/>
                    <a:pt x="134825" y="116405"/>
                    <a:pt x="125478" y="168356"/>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6" name="Google Shape;330;p44">
              <a:extLst>
                <a:ext uri="{FF2B5EF4-FFF2-40B4-BE49-F238E27FC236}">
                  <a16:creationId xmlns:a16="http://schemas.microsoft.com/office/drawing/2014/main" id="{C883765E-4B4A-71C1-8A71-4EB8AD111C0B}"/>
                </a:ext>
              </a:extLst>
            </p:cNvPr>
            <p:cNvSpPr/>
            <p:nvPr/>
          </p:nvSpPr>
          <p:spPr>
            <a:xfrm>
              <a:off x="4306378" y="5196997"/>
              <a:ext cx="375689" cy="423231"/>
            </a:xfrm>
            <a:custGeom>
              <a:avLst/>
              <a:gdLst/>
              <a:ahLst/>
              <a:cxnLst/>
              <a:rect l="l" t="t" r="r" b="b"/>
              <a:pathLst>
                <a:path w="375689" h="423231" extrusionOk="0">
                  <a:moveTo>
                    <a:pt x="194086" y="423231"/>
                  </a:moveTo>
                  <a:cubicBezTo>
                    <a:pt x="135884" y="423231"/>
                    <a:pt x="89498" y="410630"/>
                    <a:pt x="54949" y="385429"/>
                  </a:cubicBezTo>
                  <a:cubicBezTo>
                    <a:pt x="20400" y="360228"/>
                    <a:pt x="2077" y="325541"/>
                    <a:pt x="0" y="281370"/>
                  </a:cubicBezTo>
                  <a:lnTo>
                    <a:pt x="120030" y="281370"/>
                  </a:lnTo>
                  <a:cubicBezTo>
                    <a:pt x="124714" y="320877"/>
                    <a:pt x="149131" y="340611"/>
                    <a:pt x="193302" y="340611"/>
                  </a:cubicBezTo>
                  <a:cubicBezTo>
                    <a:pt x="212527" y="340611"/>
                    <a:pt x="227734" y="337103"/>
                    <a:pt x="238904" y="330088"/>
                  </a:cubicBezTo>
                  <a:cubicBezTo>
                    <a:pt x="250074" y="323072"/>
                    <a:pt x="255659" y="313332"/>
                    <a:pt x="255659" y="300849"/>
                  </a:cubicBezTo>
                  <a:cubicBezTo>
                    <a:pt x="255659" y="296695"/>
                    <a:pt x="255130" y="293069"/>
                    <a:pt x="254111" y="289954"/>
                  </a:cubicBezTo>
                  <a:cubicBezTo>
                    <a:pt x="253053" y="286818"/>
                    <a:pt x="251250" y="283977"/>
                    <a:pt x="248644" y="281370"/>
                  </a:cubicBezTo>
                  <a:cubicBezTo>
                    <a:pt x="246037" y="278783"/>
                    <a:pt x="243588" y="276432"/>
                    <a:pt x="241236" y="274355"/>
                  </a:cubicBezTo>
                  <a:cubicBezTo>
                    <a:pt x="238904" y="272277"/>
                    <a:pt x="235396" y="270337"/>
                    <a:pt x="230712" y="268515"/>
                  </a:cubicBezTo>
                  <a:cubicBezTo>
                    <a:pt x="226049" y="266692"/>
                    <a:pt x="222011" y="265262"/>
                    <a:pt x="218641" y="264223"/>
                  </a:cubicBezTo>
                  <a:cubicBezTo>
                    <a:pt x="215251" y="263184"/>
                    <a:pt x="210312" y="262028"/>
                    <a:pt x="203826" y="260715"/>
                  </a:cubicBezTo>
                  <a:cubicBezTo>
                    <a:pt x="197320" y="259422"/>
                    <a:pt x="192264" y="258383"/>
                    <a:pt x="188638" y="257599"/>
                  </a:cubicBezTo>
                  <a:cubicBezTo>
                    <a:pt x="184993" y="256815"/>
                    <a:pt x="179271" y="255777"/>
                    <a:pt x="171491" y="254483"/>
                  </a:cubicBezTo>
                  <a:cubicBezTo>
                    <a:pt x="163692" y="253190"/>
                    <a:pt x="157970" y="252269"/>
                    <a:pt x="154344" y="251759"/>
                  </a:cubicBezTo>
                  <a:cubicBezTo>
                    <a:pt x="137707" y="249153"/>
                    <a:pt x="123675" y="246429"/>
                    <a:pt x="112250" y="243568"/>
                  </a:cubicBezTo>
                  <a:cubicBezTo>
                    <a:pt x="100806" y="240726"/>
                    <a:pt x="88205" y="236160"/>
                    <a:pt x="74448" y="229929"/>
                  </a:cubicBezTo>
                  <a:cubicBezTo>
                    <a:pt x="60671" y="223697"/>
                    <a:pt x="49501" y="216564"/>
                    <a:pt x="40918" y="208490"/>
                  </a:cubicBezTo>
                  <a:cubicBezTo>
                    <a:pt x="32354" y="200455"/>
                    <a:pt x="25201" y="189540"/>
                    <a:pt x="19499" y="175763"/>
                  </a:cubicBezTo>
                  <a:cubicBezTo>
                    <a:pt x="13777" y="161987"/>
                    <a:pt x="10916" y="146015"/>
                    <a:pt x="10916" y="127830"/>
                  </a:cubicBezTo>
                  <a:cubicBezTo>
                    <a:pt x="10916" y="87284"/>
                    <a:pt x="27279" y="55870"/>
                    <a:pt x="60025" y="33511"/>
                  </a:cubicBezTo>
                  <a:cubicBezTo>
                    <a:pt x="92751" y="11170"/>
                    <a:pt x="133807" y="0"/>
                    <a:pt x="183171" y="0"/>
                  </a:cubicBezTo>
                  <a:cubicBezTo>
                    <a:pt x="238767" y="0"/>
                    <a:pt x="281899" y="11288"/>
                    <a:pt x="312568" y="33902"/>
                  </a:cubicBezTo>
                  <a:cubicBezTo>
                    <a:pt x="343218" y="56497"/>
                    <a:pt x="360110" y="87813"/>
                    <a:pt x="363226" y="127830"/>
                  </a:cubicBezTo>
                  <a:lnTo>
                    <a:pt x="246312" y="127830"/>
                  </a:lnTo>
                  <a:cubicBezTo>
                    <a:pt x="242138" y="96651"/>
                    <a:pt x="220836" y="81052"/>
                    <a:pt x="182387" y="81052"/>
                  </a:cubicBezTo>
                  <a:cubicBezTo>
                    <a:pt x="165749" y="81052"/>
                    <a:pt x="152384" y="84168"/>
                    <a:pt x="142253" y="90419"/>
                  </a:cubicBezTo>
                  <a:cubicBezTo>
                    <a:pt x="132121" y="96651"/>
                    <a:pt x="127046" y="105744"/>
                    <a:pt x="127046" y="117679"/>
                  </a:cubicBezTo>
                  <a:cubicBezTo>
                    <a:pt x="127046" y="120814"/>
                    <a:pt x="127575" y="123675"/>
                    <a:pt x="128614" y="126262"/>
                  </a:cubicBezTo>
                  <a:cubicBezTo>
                    <a:pt x="129652" y="128868"/>
                    <a:pt x="131337" y="131200"/>
                    <a:pt x="133689" y="133278"/>
                  </a:cubicBezTo>
                  <a:cubicBezTo>
                    <a:pt x="136021" y="135355"/>
                    <a:pt x="138353" y="137177"/>
                    <a:pt x="140685" y="138745"/>
                  </a:cubicBezTo>
                  <a:cubicBezTo>
                    <a:pt x="143037" y="140293"/>
                    <a:pt x="146270" y="141861"/>
                    <a:pt x="150425" y="143409"/>
                  </a:cubicBezTo>
                  <a:cubicBezTo>
                    <a:pt x="154599" y="144977"/>
                    <a:pt x="158342" y="146270"/>
                    <a:pt x="161732" y="147309"/>
                  </a:cubicBezTo>
                  <a:cubicBezTo>
                    <a:pt x="165103" y="148347"/>
                    <a:pt x="169786" y="149386"/>
                    <a:pt x="175763" y="150425"/>
                  </a:cubicBezTo>
                  <a:cubicBezTo>
                    <a:pt x="181740" y="151483"/>
                    <a:pt x="186679" y="152384"/>
                    <a:pt x="190579" y="153149"/>
                  </a:cubicBezTo>
                  <a:cubicBezTo>
                    <a:pt x="194478" y="153933"/>
                    <a:pt x="199789" y="154971"/>
                    <a:pt x="206550" y="156265"/>
                  </a:cubicBezTo>
                  <a:cubicBezTo>
                    <a:pt x="213311" y="157577"/>
                    <a:pt x="218758" y="158479"/>
                    <a:pt x="222933" y="158988"/>
                  </a:cubicBezTo>
                  <a:cubicBezTo>
                    <a:pt x="240589" y="162124"/>
                    <a:pt x="255130" y="164985"/>
                    <a:pt x="266575" y="167572"/>
                  </a:cubicBezTo>
                  <a:cubicBezTo>
                    <a:pt x="278000" y="170178"/>
                    <a:pt x="291384" y="174725"/>
                    <a:pt x="306709" y="181211"/>
                  </a:cubicBezTo>
                  <a:cubicBezTo>
                    <a:pt x="322033" y="187717"/>
                    <a:pt x="334125" y="195242"/>
                    <a:pt x="342963" y="203826"/>
                  </a:cubicBezTo>
                  <a:cubicBezTo>
                    <a:pt x="351781" y="212390"/>
                    <a:pt x="359444" y="224089"/>
                    <a:pt x="365950" y="238884"/>
                  </a:cubicBezTo>
                  <a:cubicBezTo>
                    <a:pt x="372456" y="253700"/>
                    <a:pt x="375689" y="270984"/>
                    <a:pt x="375689" y="290718"/>
                  </a:cubicBezTo>
                  <a:cubicBezTo>
                    <a:pt x="375689" y="333341"/>
                    <a:pt x="358934" y="366067"/>
                    <a:pt x="325424" y="388937"/>
                  </a:cubicBezTo>
                  <a:cubicBezTo>
                    <a:pt x="291913" y="411787"/>
                    <a:pt x="248114" y="423231"/>
                    <a:pt x="194086" y="423231"/>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7" name="Google Shape;331;p44">
              <a:extLst>
                <a:ext uri="{FF2B5EF4-FFF2-40B4-BE49-F238E27FC236}">
                  <a16:creationId xmlns:a16="http://schemas.microsoft.com/office/drawing/2014/main" id="{3C0C5AC8-7341-269B-F2E2-342BF6FDE451}"/>
                </a:ext>
              </a:extLst>
            </p:cNvPr>
            <p:cNvSpPr/>
            <p:nvPr/>
          </p:nvSpPr>
          <p:spPr>
            <a:xfrm>
              <a:off x="4723377" y="5050454"/>
              <a:ext cx="127045" cy="557292"/>
            </a:xfrm>
            <a:custGeom>
              <a:avLst/>
              <a:gdLst/>
              <a:ahLst/>
              <a:cxnLst/>
              <a:rect l="l" t="t" r="r" b="b"/>
              <a:pathLst>
                <a:path w="127045" h="557292" extrusionOk="0">
                  <a:moveTo>
                    <a:pt x="0" y="0"/>
                  </a:moveTo>
                  <a:lnTo>
                    <a:pt x="127045" y="0"/>
                  </a:lnTo>
                  <a:lnTo>
                    <a:pt x="127045" y="102883"/>
                  </a:lnTo>
                  <a:lnTo>
                    <a:pt x="0" y="102883"/>
                  </a:lnTo>
                  <a:lnTo>
                    <a:pt x="0" y="0"/>
                  </a:lnTo>
                  <a:close/>
                  <a:moveTo>
                    <a:pt x="0" y="158224"/>
                  </a:moveTo>
                  <a:lnTo>
                    <a:pt x="127045" y="158224"/>
                  </a:lnTo>
                  <a:lnTo>
                    <a:pt x="127045" y="557292"/>
                  </a:lnTo>
                  <a:lnTo>
                    <a:pt x="0" y="557292"/>
                  </a:lnTo>
                  <a:lnTo>
                    <a:pt x="0" y="158224"/>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8" name="Google Shape;332;p44">
              <a:extLst>
                <a:ext uri="{FF2B5EF4-FFF2-40B4-BE49-F238E27FC236}">
                  <a16:creationId xmlns:a16="http://schemas.microsoft.com/office/drawing/2014/main" id="{4B54CD0D-EDB6-D52D-6284-CB52332343C5}"/>
                </a:ext>
              </a:extLst>
            </p:cNvPr>
            <p:cNvSpPr/>
            <p:nvPr/>
          </p:nvSpPr>
          <p:spPr>
            <a:xfrm>
              <a:off x="4892497" y="5197763"/>
              <a:ext cx="392836" cy="420115"/>
            </a:xfrm>
            <a:custGeom>
              <a:avLst/>
              <a:gdLst/>
              <a:ahLst/>
              <a:cxnLst/>
              <a:rect l="l" t="t" r="r" b="b"/>
              <a:pathLst>
                <a:path w="392836" h="420115" extrusionOk="0">
                  <a:moveTo>
                    <a:pt x="136413" y="420115"/>
                  </a:moveTo>
                  <a:cubicBezTo>
                    <a:pt x="95358" y="420115"/>
                    <a:pt x="62357" y="409474"/>
                    <a:pt x="37410" y="388172"/>
                  </a:cubicBezTo>
                  <a:cubicBezTo>
                    <a:pt x="12483" y="366871"/>
                    <a:pt x="0" y="336986"/>
                    <a:pt x="0" y="298537"/>
                  </a:cubicBezTo>
                  <a:cubicBezTo>
                    <a:pt x="0" y="258011"/>
                    <a:pt x="13502" y="228518"/>
                    <a:pt x="40546" y="210058"/>
                  </a:cubicBezTo>
                  <a:cubicBezTo>
                    <a:pt x="67550" y="191617"/>
                    <a:pt x="104960" y="179271"/>
                    <a:pt x="152776" y="173039"/>
                  </a:cubicBezTo>
                  <a:cubicBezTo>
                    <a:pt x="191754" y="168375"/>
                    <a:pt x="218367" y="163045"/>
                    <a:pt x="232672" y="157068"/>
                  </a:cubicBezTo>
                  <a:cubicBezTo>
                    <a:pt x="246958" y="151091"/>
                    <a:pt x="254111" y="141606"/>
                    <a:pt x="254111" y="128613"/>
                  </a:cubicBezTo>
                  <a:cubicBezTo>
                    <a:pt x="254111" y="100041"/>
                    <a:pt x="235906" y="85736"/>
                    <a:pt x="199534" y="85736"/>
                  </a:cubicBezTo>
                  <a:cubicBezTo>
                    <a:pt x="160576" y="85736"/>
                    <a:pt x="139000" y="102903"/>
                    <a:pt x="134845" y="137197"/>
                  </a:cubicBezTo>
                  <a:lnTo>
                    <a:pt x="17931" y="137197"/>
                  </a:lnTo>
                  <a:cubicBezTo>
                    <a:pt x="19499" y="97709"/>
                    <a:pt x="35725" y="64963"/>
                    <a:pt x="66649" y="38978"/>
                  </a:cubicBezTo>
                  <a:cubicBezTo>
                    <a:pt x="97553" y="13012"/>
                    <a:pt x="141606" y="0"/>
                    <a:pt x="198770" y="0"/>
                  </a:cubicBezTo>
                  <a:cubicBezTo>
                    <a:pt x="255934" y="0"/>
                    <a:pt x="299047" y="10915"/>
                    <a:pt x="328148" y="32746"/>
                  </a:cubicBezTo>
                  <a:cubicBezTo>
                    <a:pt x="361913" y="57164"/>
                    <a:pt x="378805" y="95103"/>
                    <a:pt x="378805" y="146545"/>
                  </a:cubicBezTo>
                  <a:lnTo>
                    <a:pt x="378805" y="347646"/>
                  </a:lnTo>
                  <a:cubicBezTo>
                    <a:pt x="378805" y="379334"/>
                    <a:pt x="383489" y="398304"/>
                    <a:pt x="392837" y="404536"/>
                  </a:cubicBezTo>
                  <a:lnTo>
                    <a:pt x="392837" y="409984"/>
                  </a:lnTo>
                  <a:lnTo>
                    <a:pt x="269691" y="409984"/>
                  </a:lnTo>
                  <a:cubicBezTo>
                    <a:pt x="264498" y="402713"/>
                    <a:pt x="260069" y="387918"/>
                    <a:pt x="256443" y="365558"/>
                  </a:cubicBezTo>
                  <a:lnTo>
                    <a:pt x="254875" y="365558"/>
                  </a:lnTo>
                  <a:cubicBezTo>
                    <a:pt x="229419" y="401949"/>
                    <a:pt x="189932" y="420115"/>
                    <a:pt x="136413" y="420115"/>
                  </a:cubicBezTo>
                  <a:moveTo>
                    <a:pt x="176939" y="339063"/>
                  </a:moveTo>
                  <a:cubicBezTo>
                    <a:pt x="200828" y="339063"/>
                    <a:pt x="220189" y="332439"/>
                    <a:pt x="235004" y="319192"/>
                  </a:cubicBezTo>
                  <a:cubicBezTo>
                    <a:pt x="249819" y="305944"/>
                    <a:pt x="257227" y="288660"/>
                    <a:pt x="257227" y="267359"/>
                  </a:cubicBezTo>
                  <a:lnTo>
                    <a:pt x="257227" y="219817"/>
                  </a:lnTo>
                  <a:cubicBezTo>
                    <a:pt x="244744" y="226049"/>
                    <a:pt x="222933" y="233064"/>
                    <a:pt x="191754" y="240844"/>
                  </a:cubicBezTo>
                  <a:cubicBezTo>
                    <a:pt x="166278" y="246566"/>
                    <a:pt x="148367" y="253327"/>
                    <a:pt x="137961" y="261127"/>
                  </a:cubicBezTo>
                  <a:cubicBezTo>
                    <a:pt x="127575" y="268907"/>
                    <a:pt x="122382" y="280096"/>
                    <a:pt x="122382" y="294637"/>
                  </a:cubicBezTo>
                  <a:cubicBezTo>
                    <a:pt x="122382" y="324248"/>
                    <a:pt x="140568" y="339063"/>
                    <a:pt x="176939" y="339063"/>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29" name="Google Shape;333;p44">
              <a:extLst>
                <a:ext uri="{FF2B5EF4-FFF2-40B4-BE49-F238E27FC236}">
                  <a16:creationId xmlns:a16="http://schemas.microsoft.com/office/drawing/2014/main" id="{DE478091-C85E-228B-CC2F-D1E4AA7A8E2F}"/>
                </a:ext>
              </a:extLst>
            </p:cNvPr>
            <p:cNvSpPr/>
            <p:nvPr/>
          </p:nvSpPr>
          <p:spPr>
            <a:xfrm>
              <a:off x="5415358" y="5174539"/>
              <a:ext cx="145486" cy="189285"/>
            </a:xfrm>
            <a:custGeom>
              <a:avLst/>
              <a:gdLst/>
              <a:ahLst/>
              <a:cxnLst/>
              <a:rect l="l" t="t" r="r" b="b"/>
              <a:pathLst>
                <a:path w="145486" h="189285" extrusionOk="0">
                  <a:moveTo>
                    <a:pt x="34882" y="133748"/>
                  </a:moveTo>
                  <a:cubicBezTo>
                    <a:pt x="39350" y="153462"/>
                    <a:pt x="53245" y="162888"/>
                    <a:pt x="76388" y="162888"/>
                  </a:cubicBezTo>
                  <a:cubicBezTo>
                    <a:pt x="100218" y="162888"/>
                    <a:pt x="110095" y="152757"/>
                    <a:pt x="110095" y="137922"/>
                  </a:cubicBezTo>
                  <a:cubicBezTo>
                    <a:pt x="110095" y="121755"/>
                    <a:pt x="101139" y="113936"/>
                    <a:pt x="67785" y="106058"/>
                  </a:cubicBezTo>
                  <a:cubicBezTo>
                    <a:pt x="19969" y="94711"/>
                    <a:pt x="6663" y="77642"/>
                    <a:pt x="6663" y="52421"/>
                  </a:cubicBezTo>
                  <a:cubicBezTo>
                    <a:pt x="6663" y="21948"/>
                    <a:pt x="29376" y="0"/>
                    <a:pt x="72116" y="0"/>
                  </a:cubicBezTo>
                  <a:cubicBezTo>
                    <a:pt x="119266" y="0"/>
                    <a:pt x="138255" y="25946"/>
                    <a:pt x="140842" y="51951"/>
                  </a:cubicBezTo>
                  <a:lnTo>
                    <a:pt x="105960" y="51951"/>
                  </a:lnTo>
                  <a:cubicBezTo>
                    <a:pt x="103549" y="38880"/>
                    <a:pt x="95906" y="26181"/>
                    <a:pt x="71117" y="26181"/>
                  </a:cubicBezTo>
                  <a:cubicBezTo>
                    <a:pt x="52794" y="26181"/>
                    <a:pt x="42094" y="34040"/>
                    <a:pt x="42094" y="48639"/>
                  </a:cubicBezTo>
                  <a:cubicBezTo>
                    <a:pt x="42094" y="62984"/>
                    <a:pt x="50795" y="68726"/>
                    <a:pt x="81385" y="75937"/>
                  </a:cubicBezTo>
                  <a:cubicBezTo>
                    <a:pt x="134591" y="88617"/>
                    <a:pt x="145486" y="108723"/>
                    <a:pt x="145486" y="133885"/>
                  </a:cubicBezTo>
                  <a:cubicBezTo>
                    <a:pt x="145486" y="166161"/>
                    <a:pt x="121245" y="189285"/>
                    <a:pt x="73821" y="189285"/>
                  </a:cubicBezTo>
                  <a:cubicBezTo>
                    <a:pt x="27200" y="189285"/>
                    <a:pt x="4214" y="165495"/>
                    <a:pt x="0" y="133748"/>
                  </a:cubicBezTo>
                  <a:lnTo>
                    <a:pt x="34882" y="13374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0" name="Google Shape;334;p44">
              <a:extLst>
                <a:ext uri="{FF2B5EF4-FFF2-40B4-BE49-F238E27FC236}">
                  <a16:creationId xmlns:a16="http://schemas.microsoft.com/office/drawing/2014/main" id="{3F6C3E2B-656F-431A-3BBE-66D4094D3AAD}"/>
                </a:ext>
              </a:extLst>
            </p:cNvPr>
            <p:cNvSpPr/>
            <p:nvPr/>
          </p:nvSpPr>
          <p:spPr>
            <a:xfrm>
              <a:off x="5582793" y="5221275"/>
              <a:ext cx="132650" cy="143252"/>
            </a:xfrm>
            <a:custGeom>
              <a:avLst/>
              <a:gdLst/>
              <a:ahLst/>
              <a:cxnLst/>
              <a:rect l="l" t="t" r="r" b="b"/>
              <a:pathLst>
                <a:path w="132650" h="143252" extrusionOk="0">
                  <a:moveTo>
                    <a:pt x="132651" y="71352"/>
                  </a:moveTo>
                  <a:cubicBezTo>
                    <a:pt x="132651" y="112093"/>
                    <a:pt x="108606" y="143252"/>
                    <a:pt x="65767" y="143252"/>
                  </a:cubicBezTo>
                  <a:cubicBezTo>
                    <a:pt x="24418" y="143252"/>
                    <a:pt x="0" y="112956"/>
                    <a:pt x="0" y="71998"/>
                  </a:cubicBezTo>
                  <a:cubicBezTo>
                    <a:pt x="0" y="30375"/>
                    <a:pt x="24770" y="0"/>
                    <a:pt x="67472" y="0"/>
                  </a:cubicBezTo>
                  <a:cubicBezTo>
                    <a:pt x="106999" y="0"/>
                    <a:pt x="132651" y="28435"/>
                    <a:pt x="132651" y="71352"/>
                  </a:cubicBezTo>
                  <a:moveTo>
                    <a:pt x="33706" y="71626"/>
                  </a:moveTo>
                  <a:cubicBezTo>
                    <a:pt x="33706" y="99199"/>
                    <a:pt x="46268" y="116914"/>
                    <a:pt x="66649" y="116914"/>
                  </a:cubicBezTo>
                  <a:cubicBezTo>
                    <a:pt x="87382" y="116914"/>
                    <a:pt x="98944" y="99571"/>
                    <a:pt x="98944" y="71802"/>
                  </a:cubicBezTo>
                  <a:cubicBezTo>
                    <a:pt x="98944" y="42447"/>
                    <a:pt x="87264" y="26338"/>
                    <a:pt x="66120" y="26338"/>
                  </a:cubicBezTo>
                  <a:cubicBezTo>
                    <a:pt x="45837" y="26338"/>
                    <a:pt x="33706" y="41917"/>
                    <a:pt x="33706" y="71626"/>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1" name="Google Shape;335;p44">
              <a:extLst>
                <a:ext uri="{FF2B5EF4-FFF2-40B4-BE49-F238E27FC236}">
                  <a16:creationId xmlns:a16="http://schemas.microsoft.com/office/drawing/2014/main" id="{302828EC-CA21-7359-FC01-58D8C3993270}"/>
                </a:ext>
              </a:extLst>
            </p:cNvPr>
            <p:cNvSpPr/>
            <p:nvPr/>
          </p:nvSpPr>
          <p:spPr>
            <a:xfrm>
              <a:off x="5726202" y="5224471"/>
              <a:ext cx="131023" cy="136863"/>
            </a:xfrm>
            <a:custGeom>
              <a:avLst/>
              <a:gdLst/>
              <a:ahLst/>
              <a:cxnLst/>
              <a:rect l="l" t="t" r="r" b="b"/>
              <a:pathLst>
                <a:path w="131023" h="136863" extrusionOk="0">
                  <a:moveTo>
                    <a:pt x="35568" y="0"/>
                  </a:moveTo>
                  <a:cubicBezTo>
                    <a:pt x="50422" y="49580"/>
                    <a:pt x="62141" y="90557"/>
                    <a:pt x="65335" y="107233"/>
                  </a:cubicBezTo>
                  <a:lnTo>
                    <a:pt x="65610" y="107233"/>
                  </a:lnTo>
                  <a:cubicBezTo>
                    <a:pt x="69275" y="87108"/>
                    <a:pt x="83070" y="45935"/>
                    <a:pt x="97886" y="0"/>
                  </a:cubicBezTo>
                  <a:lnTo>
                    <a:pt x="131024" y="0"/>
                  </a:lnTo>
                  <a:lnTo>
                    <a:pt x="82012" y="136864"/>
                  </a:lnTo>
                  <a:lnTo>
                    <a:pt x="46816" y="136864"/>
                  </a:lnTo>
                  <a:lnTo>
                    <a:pt x="0" y="0"/>
                  </a:lnTo>
                  <a:lnTo>
                    <a:pt x="35568"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2" name="Google Shape;336;p44">
              <a:extLst>
                <a:ext uri="{FF2B5EF4-FFF2-40B4-BE49-F238E27FC236}">
                  <a16:creationId xmlns:a16="http://schemas.microsoft.com/office/drawing/2014/main" id="{A7547B19-9B2F-B6DA-DD3C-CDF5CF0ABAA2}"/>
                </a:ext>
              </a:extLst>
            </p:cNvPr>
            <p:cNvSpPr/>
            <p:nvPr/>
          </p:nvSpPr>
          <p:spPr>
            <a:xfrm>
              <a:off x="5867142" y="5221277"/>
              <a:ext cx="126203" cy="143252"/>
            </a:xfrm>
            <a:custGeom>
              <a:avLst/>
              <a:gdLst/>
              <a:ahLst/>
              <a:cxnLst/>
              <a:rect l="l" t="t" r="r" b="b"/>
              <a:pathLst>
                <a:path w="126203" h="143252" extrusionOk="0">
                  <a:moveTo>
                    <a:pt x="33373" y="78446"/>
                  </a:moveTo>
                  <a:cubicBezTo>
                    <a:pt x="33452" y="99160"/>
                    <a:pt x="43858" y="116914"/>
                    <a:pt x="64179" y="116914"/>
                  </a:cubicBezTo>
                  <a:cubicBezTo>
                    <a:pt x="81934" y="116914"/>
                    <a:pt x="87264" y="108958"/>
                    <a:pt x="91145" y="100100"/>
                  </a:cubicBezTo>
                  <a:lnTo>
                    <a:pt x="124322" y="100100"/>
                  </a:lnTo>
                  <a:cubicBezTo>
                    <a:pt x="119286" y="117110"/>
                    <a:pt x="104412" y="143252"/>
                    <a:pt x="63278" y="143252"/>
                  </a:cubicBezTo>
                  <a:cubicBezTo>
                    <a:pt x="18872" y="143252"/>
                    <a:pt x="0" y="109115"/>
                    <a:pt x="0" y="73429"/>
                  </a:cubicBezTo>
                  <a:cubicBezTo>
                    <a:pt x="0" y="31257"/>
                    <a:pt x="21517" y="0"/>
                    <a:pt x="64689" y="0"/>
                  </a:cubicBezTo>
                  <a:cubicBezTo>
                    <a:pt x="110722" y="0"/>
                    <a:pt x="126203" y="34471"/>
                    <a:pt x="126203" y="66962"/>
                  </a:cubicBezTo>
                  <a:cubicBezTo>
                    <a:pt x="126203" y="71450"/>
                    <a:pt x="126203" y="74605"/>
                    <a:pt x="125752" y="78446"/>
                  </a:cubicBezTo>
                  <a:lnTo>
                    <a:pt x="33373" y="78446"/>
                  </a:lnTo>
                  <a:close/>
                  <a:moveTo>
                    <a:pt x="92928" y="57399"/>
                  </a:moveTo>
                  <a:cubicBezTo>
                    <a:pt x="92673" y="39252"/>
                    <a:pt x="84638" y="24280"/>
                    <a:pt x="64532" y="24280"/>
                  </a:cubicBezTo>
                  <a:cubicBezTo>
                    <a:pt x="44367" y="24280"/>
                    <a:pt x="35980" y="38214"/>
                    <a:pt x="34157" y="57399"/>
                  </a:cubicBezTo>
                  <a:lnTo>
                    <a:pt x="92928" y="5739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3" name="Google Shape;337;p44">
              <a:extLst>
                <a:ext uri="{FF2B5EF4-FFF2-40B4-BE49-F238E27FC236}">
                  <a16:creationId xmlns:a16="http://schemas.microsoft.com/office/drawing/2014/main" id="{F4C89870-6AFC-44B7-42E7-E104456DC74F}"/>
                </a:ext>
              </a:extLst>
            </p:cNvPr>
            <p:cNvSpPr/>
            <p:nvPr/>
          </p:nvSpPr>
          <p:spPr>
            <a:xfrm>
              <a:off x="6020820" y="5221285"/>
              <a:ext cx="78014" cy="140038"/>
            </a:xfrm>
            <a:custGeom>
              <a:avLst/>
              <a:gdLst/>
              <a:ahLst/>
              <a:cxnLst/>
              <a:rect l="l" t="t" r="r" b="b"/>
              <a:pathLst>
                <a:path w="78014" h="140038" extrusionOk="0">
                  <a:moveTo>
                    <a:pt x="275" y="40330"/>
                  </a:moveTo>
                  <a:cubicBezTo>
                    <a:pt x="275" y="24868"/>
                    <a:pt x="196" y="13228"/>
                    <a:pt x="0" y="3194"/>
                  </a:cubicBezTo>
                  <a:lnTo>
                    <a:pt x="32471" y="3194"/>
                  </a:lnTo>
                  <a:cubicBezTo>
                    <a:pt x="32922" y="6506"/>
                    <a:pt x="33373" y="19146"/>
                    <a:pt x="33373" y="28533"/>
                  </a:cubicBezTo>
                  <a:cubicBezTo>
                    <a:pt x="39781" y="11915"/>
                    <a:pt x="54949" y="314"/>
                    <a:pt x="78014" y="0"/>
                  </a:cubicBezTo>
                  <a:lnTo>
                    <a:pt x="78014" y="31923"/>
                  </a:lnTo>
                  <a:cubicBezTo>
                    <a:pt x="50324" y="31727"/>
                    <a:pt x="33373" y="41565"/>
                    <a:pt x="33373" y="78093"/>
                  </a:cubicBezTo>
                  <a:lnTo>
                    <a:pt x="33373" y="140038"/>
                  </a:lnTo>
                  <a:lnTo>
                    <a:pt x="275" y="140038"/>
                  </a:lnTo>
                  <a:lnTo>
                    <a:pt x="275" y="4033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4" name="Google Shape;338;p44">
              <a:extLst>
                <a:ext uri="{FF2B5EF4-FFF2-40B4-BE49-F238E27FC236}">
                  <a16:creationId xmlns:a16="http://schemas.microsoft.com/office/drawing/2014/main" id="{C58C73C2-6C9B-5FE3-6EFF-B44378A36F89}"/>
                </a:ext>
              </a:extLst>
            </p:cNvPr>
            <p:cNvSpPr/>
            <p:nvPr/>
          </p:nvSpPr>
          <p:spPr>
            <a:xfrm>
              <a:off x="6111278" y="5221277"/>
              <a:ext cx="126203" cy="143252"/>
            </a:xfrm>
            <a:custGeom>
              <a:avLst/>
              <a:gdLst/>
              <a:ahLst/>
              <a:cxnLst/>
              <a:rect l="l" t="t" r="r" b="b"/>
              <a:pathLst>
                <a:path w="126203" h="143252" extrusionOk="0">
                  <a:moveTo>
                    <a:pt x="33373" y="78446"/>
                  </a:moveTo>
                  <a:cubicBezTo>
                    <a:pt x="33452" y="99160"/>
                    <a:pt x="43858" y="116914"/>
                    <a:pt x="64179" y="116914"/>
                  </a:cubicBezTo>
                  <a:cubicBezTo>
                    <a:pt x="81934" y="116914"/>
                    <a:pt x="87284" y="108958"/>
                    <a:pt x="91145" y="100100"/>
                  </a:cubicBezTo>
                  <a:lnTo>
                    <a:pt x="124322" y="100100"/>
                  </a:lnTo>
                  <a:cubicBezTo>
                    <a:pt x="119286" y="117110"/>
                    <a:pt x="104431" y="143252"/>
                    <a:pt x="63278" y="143252"/>
                  </a:cubicBezTo>
                  <a:cubicBezTo>
                    <a:pt x="18891" y="143252"/>
                    <a:pt x="0" y="109115"/>
                    <a:pt x="0" y="73429"/>
                  </a:cubicBezTo>
                  <a:cubicBezTo>
                    <a:pt x="0" y="31257"/>
                    <a:pt x="21517" y="0"/>
                    <a:pt x="64689" y="0"/>
                  </a:cubicBezTo>
                  <a:cubicBezTo>
                    <a:pt x="110722" y="0"/>
                    <a:pt x="126203" y="34471"/>
                    <a:pt x="126203" y="66962"/>
                  </a:cubicBezTo>
                  <a:cubicBezTo>
                    <a:pt x="126203" y="71450"/>
                    <a:pt x="126203" y="74605"/>
                    <a:pt x="125752" y="78446"/>
                  </a:cubicBezTo>
                  <a:lnTo>
                    <a:pt x="33373" y="78446"/>
                  </a:lnTo>
                  <a:close/>
                  <a:moveTo>
                    <a:pt x="92947" y="57399"/>
                  </a:moveTo>
                  <a:cubicBezTo>
                    <a:pt x="92673" y="39252"/>
                    <a:pt x="84658" y="24280"/>
                    <a:pt x="64532" y="24280"/>
                  </a:cubicBezTo>
                  <a:cubicBezTo>
                    <a:pt x="44386" y="24280"/>
                    <a:pt x="35980" y="38214"/>
                    <a:pt x="34176" y="57399"/>
                  </a:cubicBezTo>
                  <a:lnTo>
                    <a:pt x="92947" y="5739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5" name="Google Shape;339;p44">
              <a:extLst>
                <a:ext uri="{FF2B5EF4-FFF2-40B4-BE49-F238E27FC236}">
                  <a16:creationId xmlns:a16="http://schemas.microsoft.com/office/drawing/2014/main" id="{ECD74E8A-C39E-FF5B-4C1A-F40AA3D5A6A7}"/>
                </a:ext>
              </a:extLst>
            </p:cNvPr>
            <p:cNvSpPr/>
            <p:nvPr/>
          </p:nvSpPr>
          <p:spPr>
            <a:xfrm>
              <a:off x="6265759" y="5166604"/>
              <a:ext cx="33098" cy="194732"/>
            </a:xfrm>
            <a:custGeom>
              <a:avLst/>
              <a:gdLst/>
              <a:ahLst/>
              <a:cxnLst/>
              <a:rect l="l" t="t" r="r" b="b"/>
              <a:pathLst>
                <a:path w="33098" h="194732" extrusionOk="0">
                  <a:moveTo>
                    <a:pt x="0" y="0"/>
                  </a:moveTo>
                  <a:lnTo>
                    <a:pt x="33099" y="0"/>
                  </a:lnTo>
                  <a:lnTo>
                    <a:pt x="33099" y="32354"/>
                  </a:lnTo>
                  <a:lnTo>
                    <a:pt x="0" y="32354"/>
                  </a:lnTo>
                  <a:lnTo>
                    <a:pt x="0" y="0"/>
                  </a:lnTo>
                  <a:close/>
                  <a:moveTo>
                    <a:pt x="0" y="57869"/>
                  </a:moveTo>
                  <a:lnTo>
                    <a:pt x="33099" y="57869"/>
                  </a:lnTo>
                  <a:lnTo>
                    <a:pt x="33099" y="194733"/>
                  </a:lnTo>
                  <a:lnTo>
                    <a:pt x="0" y="194733"/>
                  </a:lnTo>
                  <a:lnTo>
                    <a:pt x="0" y="5786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6" name="Google Shape;340;p44">
              <a:extLst>
                <a:ext uri="{FF2B5EF4-FFF2-40B4-BE49-F238E27FC236}">
                  <a16:creationId xmlns:a16="http://schemas.microsoft.com/office/drawing/2014/main" id="{97DF6E9B-F0B7-F84B-60D2-BFD56AD52A88}"/>
                </a:ext>
              </a:extLst>
            </p:cNvPr>
            <p:cNvSpPr/>
            <p:nvPr/>
          </p:nvSpPr>
          <p:spPr>
            <a:xfrm>
              <a:off x="6326588" y="5221281"/>
              <a:ext cx="129299" cy="195595"/>
            </a:xfrm>
            <a:custGeom>
              <a:avLst/>
              <a:gdLst/>
              <a:ahLst/>
              <a:cxnLst/>
              <a:rect l="l" t="t" r="r" b="b"/>
              <a:pathLst>
                <a:path w="129299" h="195595" extrusionOk="0">
                  <a:moveTo>
                    <a:pt x="128966" y="124831"/>
                  </a:moveTo>
                  <a:cubicBezTo>
                    <a:pt x="128966" y="168748"/>
                    <a:pt x="112113" y="195595"/>
                    <a:pt x="62690" y="195595"/>
                  </a:cubicBezTo>
                  <a:cubicBezTo>
                    <a:pt x="15560" y="195595"/>
                    <a:pt x="4742" y="169238"/>
                    <a:pt x="3037" y="152737"/>
                  </a:cubicBezTo>
                  <a:lnTo>
                    <a:pt x="36764" y="152737"/>
                  </a:lnTo>
                  <a:cubicBezTo>
                    <a:pt x="39879" y="164025"/>
                    <a:pt x="48521" y="170942"/>
                    <a:pt x="64140" y="170942"/>
                  </a:cubicBezTo>
                  <a:cubicBezTo>
                    <a:pt x="90929" y="170942"/>
                    <a:pt x="96592" y="154364"/>
                    <a:pt x="96592" y="125968"/>
                  </a:cubicBezTo>
                  <a:lnTo>
                    <a:pt x="96592" y="117894"/>
                  </a:lnTo>
                  <a:cubicBezTo>
                    <a:pt x="89400" y="130926"/>
                    <a:pt x="77662" y="138745"/>
                    <a:pt x="56595" y="138745"/>
                  </a:cubicBezTo>
                  <a:cubicBezTo>
                    <a:pt x="21341" y="138745"/>
                    <a:pt x="0" y="109899"/>
                    <a:pt x="0" y="71998"/>
                  </a:cubicBezTo>
                  <a:cubicBezTo>
                    <a:pt x="0" y="28572"/>
                    <a:pt x="25750" y="0"/>
                    <a:pt x="59593" y="0"/>
                  </a:cubicBezTo>
                  <a:cubicBezTo>
                    <a:pt x="83952" y="0"/>
                    <a:pt x="94162" y="11464"/>
                    <a:pt x="96592" y="18754"/>
                  </a:cubicBezTo>
                  <a:cubicBezTo>
                    <a:pt x="96847" y="14208"/>
                    <a:pt x="97670" y="5644"/>
                    <a:pt x="97944" y="3194"/>
                  </a:cubicBezTo>
                  <a:lnTo>
                    <a:pt x="129299" y="3194"/>
                  </a:lnTo>
                  <a:cubicBezTo>
                    <a:pt x="129123" y="13953"/>
                    <a:pt x="128966" y="29395"/>
                    <a:pt x="128966" y="42545"/>
                  </a:cubicBezTo>
                  <a:lnTo>
                    <a:pt x="128966" y="124831"/>
                  </a:lnTo>
                  <a:close/>
                  <a:moveTo>
                    <a:pt x="34078" y="70529"/>
                  </a:moveTo>
                  <a:cubicBezTo>
                    <a:pt x="34078" y="95867"/>
                    <a:pt x="46934" y="111662"/>
                    <a:pt x="65590" y="111662"/>
                  </a:cubicBezTo>
                  <a:cubicBezTo>
                    <a:pt x="90655" y="111662"/>
                    <a:pt x="97592" y="94613"/>
                    <a:pt x="97592" y="69157"/>
                  </a:cubicBezTo>
                  <a:cubicBezTo>
                    <a:pt x="97592" y="43524"/>
                    <a:pt x="92183" y="26887"/>
                    <a:pt x="66394" y="26887"/>
                  </a:cubicBezTo>
                  <a:cubicBezTo>
                    <a:pt x="46973" y="26887"/>
                    <a:pt x="34078" y="42407"/>
                    <a:pt x="34078" y="70529"/>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7" name="Google Shape;341;p44">
              <a:extLst>
                <a:ext uri="{FF2B5EF4-FFF2-40B4-BE49-F238E27FC236}">
                  <a16:creationId xmlns:a16="http://schemas.microsoft.com/office/drawing/2014/main" id="{8C56F7FC-2D80-BE2A-7206-30D56B5334DC}"/>
                </a:ext>
              </a:extLst>
            </p:cNvPr>
            <p:cNvSpPr/>
            <p:nvPr/>
          </p:nvSpPr>
          <p:spPr>
            <a:xfrm>
              <a:off x="6491200" y="5221269"/>
              <a:ext cx="119677" cy="140057"/>
            </a:xfrm>
            <a:custGeom>
              <a:avLst/>
              <a:gdLst/>
              <a:ahLst/>
              <a:cxnLst/>
              <a:rect l="l" t="t" r="r" b="b"/>
              <a:pathLst>
                <a:path w="119677" h="140057" extrusionOk="0">
                  <a:moveTo>
                    <a:pt x="275" y="37685"/>
                  </a:moveTo>
                  <a:cubicBezTo>
                    <a:pt x="275" y="25966"/>
                    <a:pt x="275" y="13483"/>
                    <a:pt x="0" y="3194"/>
                  </a:cubicBezTo>
                  <a:lnTo>
                    <a:pt x="32099" y="3194"/>
                  </a:lnTo>
                  <a:cubicBezTo>
                    <a:pt x="32805" y="6898"/>
                    <a:pt x="33256" y="18049"/>
                    <a:pt x="33373" y="22340"/>
                  </a:cubicBezTo>
                  <a:cubicBezTo>
                    <a:pt x="38292" y="12679"/>
                    <a:pt x="49403" y="0"/>
                    <a:pt x="74213" y="0"/>
                  </a:cubicBezTo>
                  <a:cubicBezTo>
                    <a:pt x="101080" y="0"/>
                    <a:pt x="119677" y="17618"/>
                    <a:pt x="119677" y="52676"/>
                  </a:cubicBezTo>
                  <a:lnTo>
                    <a:pt x="119677" y="140058"/>
                  </a:lnTo>
                  <a:lnTo>
                    <a:pt x="86578" y="140058"/>
                  </a:lnTo>
                  <a:lnTo>
                    <a:pt x="86578" y="56478"/>
                  </a:lnTo>
                  <a:cubicBezTo>
                    <a:pt x="86578" y="39331"/>
                    <a:pt x="80464" y="27239"/>
                    <a:pt x="62337" y="27239"/>
                  </a:cubicBezTo>
                  <a:cubicBezTo>
                    <a:pt x="42976" y="27239"/>
                    <a:pt x="33373" y="39781"/>
                    <a:pt x="33373" y="65081"/>
                  </a:cubicBezTo>
                  <a:lnTo>
                    <a:pt x="33373" y="140058"/>
                  </a:lnTo>
                  <a:lnTo>
                    <a:pt x="275" y="140058"/>
                  </a:lnTo>
                  <a:lnTo>
                    <a:pt x="275" y="3768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8" name="Google Shape;342;p44">
              <a:extLst>
                <a:ext uri="{FF2B5EF4-FFF2-40B4-BE49-F238E27FC236}">
                  <a16:creationId xmlns:a16="http://schemas.microsoft.com/office/drawing/2014/main" id="{C1704029-BE41-39E5-C971-27C1E936EFE2}"/>
                </a:ext>
              </a:extLst>
            </p:cNvPr>
            <p:cNvSpPr/>
            <p:nvPr/>
          </p:nvSpPr>
          <p:spPr>
            <a:xfrm>
              <a:off x="5428547" y="5424147"/>
              <a:ext cx="125027" cy="184131"/>
            </a:xfrm>
            <a:custGeom>
              <a:avLst/>
              <a:gdLst/>
              <a:ahLst/>
              <a:cxnLst/>
              <a:rect l="l" t="t" r="r" b="b"/>
              <a:pathLst>
                <a:path w="125027" h="184131" extrusionOk="0">
                  <a:moveTo>
                    <a:pt x="0" y="0"/>
                  </a:moveTo>
                  <a:lnTo>
                    <a:pt x="125027" y="0"/>
                  </a:lnTo>
                  <a:lnTo>
                    <a:pt x="125027" y="28611"/>
                  </a:lnTo>
                  <a:lnTo>
                    <a:pt x="33785" y="28611"/>
                  </a:lnTo>
                  <a:lnTo>
                    <a:pt x="33785" y="78740"/>
                  </a:lnTo>
                  <a:lnTo>
                    <a:pt x="119266" y="78740"/>
                  </a:lnTo>
                  <a:lnTo>
                    <a:pt x="119266" y="107371"/>
                  </a:lnTo>
                  <a:lnTo>
                    <a:pt x="33785" y="107371"/>
                  </a:lnTo>
                  <a:lnTo>
                    <a:pt x="33785" y="184131"/>
                  </a:lnTo>
                  <a:lnTo>
                    <a:pt x="0" y="184131"/>
                  </a:lnTo>
                  <a:lnTo>
                    <a:pt x="0"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39" name="Google Shape;343;p44">
              <a:extLst>
                <a:ext uri="{FF2B5EF4-FFF2-40B4-BE49-F238E27FC236}">
                  <a16:creationId xmlns:a16="http://schemas.microsoft.com/office/drawing/2014/main" id="{FBD9CA6B-1B01-E7A5-280F-22BFCC310A57}"/>
                </a:ext>
              </a:extLst>
            </p:cNvPr>
            <p:cNvSpPr/>
            <p:nvPr/>
          </p:nvSpPr>
          <p:spPr>
            <a:xfrm>
              <a:off x="5573974" y="5471434"/>
              <a:ext cx="117855" cy="140038"/>
            </a:xfrm>
            <a:custGeom>
              <a:avLst/>
              <a:gdLst/>
              <a:ahLst/>
              <a:cxnLst/>
              <a:rect l="l" t="t" r="r" b="b"/>
              <a:pathLst>
                <a:path w="117855" h="140038" extrusionOk="0">
                  <a:moveTo>
                    <a:pt x="117581" y="97043"/>
                  </a:moveTo>
                  <a:cubicBezTo>
                    <a:pt x="117581" y="110271"/>
                    <a:pt x="117659" y="126007"/>
                    <a:pt x="117855" y="136844"/>
                  </a:cubicBezTo>
                  <a:lnTo>
                    <a:pt x="85461" y="136844"/>
                  </a:lnTo>
                  <a:cubicBezTo>
                    <a:pt x="84932" y="133199"/>
                    <a:pt x="84677" y="125537"/>
                    <a:pt x="84482" y="119462"/>
                  </a:cubicBezTo>
                  <a:cubicBezTo>
                    <a:pt x="76839" y="133689"/>
                    <a:pt x="64375" y="140038"/>
                    <a:pt x="45543" y="140038"/>
                  </a:cubicBezTo>
                  <a:cubicBezTo>
                    <a:pt x="19283" y="140038"/>
                    <a:pt x="0" y="124929"/>
                    <a:pt x="0" y="89420"/>
                  </a:cubicBezTo>
                  <a:lnTo>
                    <a:pt x="0" y="0"/>
                  </a:lnTo>
                  <a:lnTo>
                    <a:pt x="33020" y="0"/>
                  </a:lnTo>
                  <a:lnTo>
                    <a:pt x="33020" y="82679"/>
                  </a:lnTo>
                  <a:cubicBezTo>
                    <a:pt x="33020" y="98748"/>
                    <a:pt x="38037" y="112622"/>
                    <a:pt x="56556" y="112622"/>
                  </a:cubicBezTo>
                  <a:cubicBezTo>
                    <a:pt x="76467" y="112622"/>
                    <a:pt x="84482" y="101825"/>
                    <a:pt x="84482" y="72332"/>
                  </a:cubicBezTo>
                  <a:lnTo>
                    <a:pt x="84482" y="0"/>
                  </a:lnTo>
                  <a:lnTo>
                    <a:pt x="117581" y="0"/>
                  </a:lnTo>
                  <a:lnTo>
                    <a:pt x="117581" y="9704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0" name="Google Shape;344;p44">
              <a:extLst>
                <a:ext uri="{FF2B5EF4-FFF2-40B4-BE49-F238E27FC236}">
                  <a16:creationId xmlns:a16="http://schemas.microsoft.com/office/drawing/2014/main" id="{7FE8F30F-0B5C-7E43-8935-EF94BCFF6DE1}"/>
                </a:ext>
              </a:extLst>
            </p:cNvPr>
            <p:cNvSpPr/>
            <p:nvPr/>
          </p:nvSpPr>
          <p:spPr>
            <a:xfrm>
              <a:off x="5727613" y="5468222"/>
              <a:ext cx="119677" cy="140057"/>
            </a:xfrm>
            <a:custGeom>
              <a:avLst/>
              <a:gdLst/>
              <a:ahLst/>
              <a:cxnLst/>
              <a:rect l="l" t="t" r="r" b="b"/>
              <a:pathLst>
                <a:path w="119677" h="140057" extrusionOk="0">
                  <a:moveTo>
                    <a:pt x="275" y="37685"/>
                  </a:moveTo>
                  <a:cubicBezTo>
                    <a:pt x="275" y="25966"/>
                    <a:pt x="275" y="13483"/>
                    <a:pt x="0" y="3194"/>
                  </a:cubicBezTo>
                  <a:lnTo>
                    <a:pt x="32099" y="3194"/>
                  </a:lnTo>
                  <a:cubicBezTo>
                    <a:pt x="32805" y="6898"/>
                    <a:pt x="33256" y="18049"/>
                    <a:pt x="33373" y="22340"/>
                  </a:cubicBezTo>
                  <a:cubicBezTo>
                    <a:pt x="38292" y="12679"/>
                    <a:pt x="49403" y="0"/>
                    <a:pt x="74213" y="0"/>
                  </a:cubicBezTo>
                  <a:cubicBezTo>
                    <a:pt x="101080" y="0"/>
                    <a:pt x="119677" y="17618"/>
                    <a:pt x="119677" y="52676"/>
                  </a:cubicBezTo>
                  <a:lnTo>
                    <a:pt x="119677" y="140058"/>
                  </a:lnTo>
                  <a:lnTo>
                    <a:pt x="86578" y="140058"/>
                  </a:lnTo>
                  <a:lnTo>
                    <a:pt x="86578" y="56478"/>
                  </a:lnTo>
                  <a:cubicBezTo>
                    <a:pt x="86578" y="39331"/>
                    <a:pt x="80464" y="27239"/>
                    <a:pt x="62337" y="27239"/>
                  </a:cubicBezTo>
                  <a:cubicBezTo>
                    <a:pt x="42976" y="27239"/>
                    <a:pt x="33373" y="39781"/>
                    <a:pt x="33373" y="65081"/>
                  </a:cubicBezTo>
                  <a:lnTo>
                    <a:pt x="33373" y="140058"/>
                  </a:lnTo>
                  <a:lnTo>
                    <a:pt x="275" y="140058"/>
                  </a:lnTo>
                  <a:lnTo>
                    <a:pt x="275" y="3768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1" name="Google Shape;345;p44">
              <a:extLst>
                <a:ext uri="{FF2B5EF4-FFF2-40B4-BE49-F238E27FC236}">
                  <a16:creationId xmlns:a16="http://schemas.microsoft.com/office/drawing/2014/main" id="{ADD8FB3E-E159-A3C6-B6A3-3B34B02F3B36}"/>
                </a:ext>
              </a:extLst>
            </p:cNvPr>
            <p:cNvSpPr/>
            <p:nvPr/>
          </p:nvSpPr>
          <p:spPr>
            <a:xfrm>
              <a:off x="5874785" y="5413555"/>
              <a:ext cx="130298" cy="197927"/>
            </a:xfrm>
            <a:custGeom>
              <a:avLst/>
              <a:gdLst/>
              <a:ahLst/>
              <a:cxnLst/>
              <a:rect l="l" t="t" r="r" b="b"/>
              <a:pathLst>
                <a:path w="130298" h="197927" extrusionOk="0">
                  <a:moveTo>
                    <a:pt x="130024" y="0"/>
                  </a:moveTo>
                  <a:lnTo>
                    <a:pt x="130024" y="156754"/>
                  </a:lnTo>
                  <a:cubicBezTo>
                    <a:pt x="130024" y="169355"/>
                    <a:pt x="130024" y="181975"/>
                    <a:pt x="130299" y="194713"/>
                  </a:cubicBezTo>
                  <a:lnTo>
                    <a:pt x="98474" y="194713"/>
                  </a:lnTo>
                  <a:cubicBezTo>
                    <a:pt x="97748" y="190774"/>
                    <a:pt x="97121" y="182563"/>
                    <a:pt x="96925" y="178703"/>
                  </a:cubicBezTo>
                  <a:cubicBezTo>
                    <a:pt x="90282" y="190657"/>
                    <a:pt x="77799" y="197927"/>
                    <a:pt x="56674" y="197927"/>
                  </a:cubicBezTo>
                  <a:cubicBezTo>
                    <a:pt x="21889" y="197927"/>
                    <a:pt x="0" y="169884"/>
                    <a:pt x="0" y="127516"/>
                  </a:cubicBezTo>
                  <a:cubicBezTo>
                    <a:pt x="0" y="85403"/>
                    <a:pt x="23379" y="54675"/>
                    <a:pt x="61828" y="54675"/>
                  </a:cubicBezTo>
                  <a:cubicBezTo>
                    <a:pt x="83031" y="54675"/>
                    <a:pt x="93692" y="62572"/>
                    <a:pt x="96925" y="69235"/>
                  </a:cubicBezTo>
                  <a:lnTo>
                    <a:pt x="96925" y="0"/>
                  </a:lnTo>
                  <a:lnTo>
                    <a:pt x="130024" y="0"/>
                  </a:lnTo>
                  <a:close/>
                  <a:moveTo>
                    <a:pt x="34078" y="126615"/>
                  </a:moveTo>
                  <a:cubicBezTo>
                    <a:pt x="34078" y="155441"/>
                    <a:pt x="46268" y="171040"/>
                    <a:pt x="65806" y="171040"/>
                  </a:cubicBezTo>
                  <a:cubicBezTo>
                    <a:pt x="93849" y="171040"/>
                    <a:pt x="98199" y="148681"/>
                    <a:pt x="98199" y="125537"/>
                  </a:cubicBezTo>
                  <a:cubicBezTo>
                    <a:pt x="98199" y="99767"/>
                    <a:pt x="93868" y="81562"/>
                    <a:pt x="67079" y="81562"/>
                  </a:cubicBezTo>
                  <a:cubicBezTo>
                    <a:pt x="45758" y="81562"/>
                    <a:pt x="34078" y="98297"/>
                    <a:pt x="34078" y="126615"/>
                  </a:cubicBezTo>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grpSp>
      <p:grpSp>
        <p:nvGrpSpPr>
          <p:cNvPr id="42" name="Google Shape;347;p44">
            <a:extLst>
              <a:ext uri="{FF2B5EF4-FFF2-40B4-BE49-F238E27FC236}">
                <a16:creationId xmlns:a16="http://schemas.microsoft.com/office/drawing/2014/main" id="{5F028DEB-F5B7-AC52-2835-9742FDADF5BC}"/>
              </a:ext>
            </a:extLst>
          </p:cNvPr>
          <p:cNvGrpSpPr/>
          <p:nvPr userDrawn="1"/>
        </p:nvGrpSpPr>
        <p:grpSpPr>
          <a:xfrm>
            <a:off x="7116763" y="2892172"/>
            <a:ext cx="5075236" cy="1073656"/>
            <a:chOff x="7116763" y="3237861"/>
            <a:chExt cx="5075236" cy="1073656"/>
          </a:xfrm>
        </p:grpSpPr>
        <p:sp>
          <p:nvSpPr>
            <p:cNvPr id="43" name="Google Shape;348;p44">
              <a:extLst>
                <a:ext uri="{FF2B5EF4-FFF2-40B4-BE49-F238E27FC236}">
                  <a16:creationId xmlns:a16="http://schemas.microsoft.com/office/drawing/2014/main" id="{F9179288-795A-99BE-52C2-2A13BF52B8B3}"/>
                </a:ext>
              </a:extLst>
            </p:cNvPr>
            <p:cNvSpPr/>
            <p:nvPr/>
          </p:nvSpPr>
          <p:spPr>
            <a:xfrm>
              <a:off x="7116763" y="3237861"/>
              <a:ext cx="4413174" cy="1073656"/>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4" name="Google Shape;349;p44">
              <a:extLst>
                <a:ext uri="{FF2B5EF4-FFF2-40B4-BE49-F238E27FC236}">
                  <a16:creationId xmlns:a16="http://schemas.microsoft.com/office/drawing/2014/main" id="{23F61F26-167F-D595-6F3E-D9467A4EC189}"/>
                </a:ext>
              </a:extLst>
            </p:cNvPr>
            <p:cNvSpPr/>
            <p:nvPr/>
          </p:nvSpPr>
          <p:spPr>
            <a:xfrm>
              <a:off x="10652114" y="3237861"/>
              <a:ext cx="1539885" cy="107365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45" name="Google Shape;350;p44">
              <a:extLst>
                <a:ext uri="{FF2B5EF4-FFF2-40B4-BE49-F238E27FC236}">
                  <a16:creationId xmlns:a16="http://schemas.microsoft.com/office/drawing/2014/main" id="{8D75A7B0-6148-505C-743E-5B4F7EBA20E0}"/>
                </a:ext>
              </a:extLst>
            </p:cNvPr>
            <p:cNvSpPr/>
            <p:nvPr/>
          </p:nvSpPr>
          <p:spPr>
            <a:xfrm>
              <a:off x="9909494" y="3237861"/>
              <a:ext cx="790948" cy="107365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pitchFamily="34" charset="0"/>
                <a:ea typeface="Arial"/>
                <a:cs typeface="Arial" panose="020B0604020202020204" pitchFamily="34" charset="0"/>
                <a:sym typeface="Arial" panose="020B0604020202020204" pitchFamily="34" charset="0"/>
              </a:endParaRPr>
            </a:p>
          </p:txBody>
        </p:sp>
      </p:grpSp>
      <p:sp>
        <p:nvSpPr>
          <p:cNvPr id="46" name="TextBox 45">
            <a:extLst>
              <a:ext uri="{FF2B5EF4-FFF2-40B4-BE49-F238E27FC236}">
                <a16:creationId xmlns:a16="http://schemas.microsoft.com/office/drawing/2014/main" id="{742586D9-666D-EC01-F939-C7215AB50221}"/>
              </a:ext>
            </a:extLst>
          </p:cNvPr>
          <p:cNvSpPr txBox="1"/>
          <p:nvPr userDrawn="1"/>
        </p:nvSpPr>
        <p:spPr>
          <a:xfrm>
            <a:off x="0" y="6522757"/>
            <a:ext cx="12191999" cy="246221"/>
          </a:xfrm>
          <a:prstGeom prst="rect">
            <a:avLst/>
          </a:prstGeom>
          <a:noFill/>
        </p:spPr>
        <p:txBody>
          <a:bodyPr wrap="square" rtlCol="0">
            <a:spAutoFit/>
          </a:bodyPr>
          <a:lstStyle/>
          <a:p>
            <a:pPr algn="ctr"/>
            <a:r>
              <a:rPr lang="en-ID" sz="1000" b="1">
                <a:solidFill>
                  <a:schemeClr val="accent2"/>
                </a:solidFill>
                <a:latin typeface="Arial" panose="020B0604020202020204" pitchFamily="34" charset="0"/>
                <a:cs typeface="Arial" panose="020B0604020202020204" pitchFamily="34" charset="0"/>
                <a:sym typeface="Arial" panose="020B0604020202020204" pitchFamily="34" charset="0"/>
              </a:rPr>
              <a:t>Strictly Confidential • This document contains sensitive information and is intended only for authorized personnel; any unauthorized sharing or disclosure is strictly prohibited</a:t>
            </a:r>
            <a:endParaRPr lang="en-US" sz="1000" b="1">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4" name="Rectangle 3">
            <a:extLst>
              <a:ext uri="{FF2B5EF4-FFF2-40B4-BE49-F238E27FC236}">
                <a16:creationId xmlns:a16="http://schemas.microsoft.com/office/drawing/2014/main" id="{1C524D3D-7C4B-004F-EB91-522FECABEFA9}"/>
              </a:ext>
            </a:extLst>
          </p:cNvPr>
          <p:cNvSpPr/>
          <p:nvPr userDrawn="1"/>
        </p:nvSpPr>
        <p:spPr>
          <a:xfrm>
            <a:off x="3720537" y="3510674"/>
            <a:ext cx="1480113" cy="92797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nvGrpSpPr>
          <p:cNvPr id="3" name="Google Shape;309;p44">
            <a:extLst>
              <a:ext uri="{FF2B5EF4-FFF2-40B4-BE49-F238E27FC236}">
                <a16:creationId xmlns:a16="http://schemas.microsoft.com/office/drawing/2014/main" id="{7C488BB5-E680-BA75-E28B-B49142AEEE4F}"/>
              </a:ext>
            </a:extLst>
          </p:cNvPr>
          <p:cNvGrpSpPr/>
          <p:nvPr userDrawn="1"/>
        </p:nvGrpSpPr>
        <p:grpSpPr>
          <a:xfrm>
            <a:off x="4449515" y="2870940"/>
            <a:ext cx="1059929" cy="1116121"/>
            <a:chOff x="565555" y="4377823"/>
            <a:chExt cx="1163282" cy="1224953"/>
          </a:xfrm>
        </p:grpSpPr>
        <p:sp>
          <p:nvSpPr>
            <p:cNvPr id="5" name="Google Shape;310;p44">
              <a:extLst>
                <a:ext uri="{FF2B5EF4-FFF2-40B4-BE49-F238E27FC236}">
                  <a16:creationId xmlns:a16="http://schemas.microsoft.com/office/drawing/2014/main" id="{2802B82F-E218-226B-A2EE-27D654ACC2B7}"/>
                </a:ext>
              </a:extLst>
            </p:cNvPr>
            <p:cNvSpPr/>
            <p:nvPr/>
          </p:nvSpPr>
          <p:spPr>
            <a:xfrm>
              <a:off x="811306" y="4572470"/>
              <a:ext cx="563955" cy="793531"/>
            </a:xfrm>
            <a:custGeom>
              <a:avLst/>
              <a:gdLst/>
              <a:ahLst/>
              <a:cxnLst/>
              <a:rect l="l" t="t" r="r" b="b"/>
              <a:pathLst>
                <a:path w="563955" h="793531" extrusionOk="0">
                  <a:moveTo>
                    <a:pt x="0" y="0"/>
                  </a:moveTo>
                  <a:lnTo>
                    <a:pt x="563955" y="0"/>
                  </a:lnTo>
                  <a:lnTo>
                    <a:pt x="563955" y="793531"/>
                  </a:lnTo>
                  <a:lnTo>
                    <a:pt x="0" y="793531"/>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6" name="Google Shape;311;p44">
              <a:extLst>
                <a:ext uri="{FF2B5EF4-FFF2-40B4-BE49-F238E27FC236}">
                  <a16:creationId xmlns:a16="http://schemas.microsoft.com/office/drawing/2014/main" id="{38CAADCE-307E-947A-36EF-68024A1964F4}"/>
                </a:ext>
              </a:extLst>
            </p:cNvPr>
            <p:cNvSpPr/>
            <p:nvPr/>
          </p:nvSpPr>
          <p:spPr>
            <a:xfrm>
              <a:off x="565555" y="4377823"/>
              <a:ext cx="1163282" cy="1224953"/>
            </a:xfrm>
            <a:custGeom>
              <a:avLst/>
              <a:gdLst/>
              <a:ahLst/>
              <a:cxnLst/>
              <a:rect l="l" t="t" r="r" b="b"/>
              <a:pathLst>
                <a:path w="1163282" h="1224953" extrusionOk="0">
                  <a:moveTo>
                    <a:pt x="0" y="1224954"/>
                  </a:moveTo>
                  <a:lnTo>
                    <a:pt x="0" y="0"/>
                  </a:lnTo>
                  <a:lnTo>
                    <a:pt x="565366" y="0"/>
                  </a:lnTo>
                  <a:cubicBezTo>
                    <a:pt x="744677" y="0"/>
                    <a:pt x="889163" y="54557"/>
                    <a:pt x="998827" y="163613"/>
                  </a:cubicBezTo>
                  <a:cubicBezTo>
                    <a:pt x="1108471" y="272708"/>
                    <a:pt x="1163283" y="423172"/>
                    <a:pt x="1163283" y="615044"/>
                  </a:cubicBezTo>
                  <a:cubicBezTo>
                    <a:pt x="1163283" y="809228"/>
                    <a:pt x="1109019" y="959398"/>
                    <a:pt x="1000532" y="1065632"/>
                  </a:cubicBezTo>
                  <a:cubicBezTo>
                    <a:pt x="892005" y="1171847"/>
                    <a:pt x="741835" y="1224954"/>
                    <a:pt x="549944" y="1224954"/>
                  </a:cubicBezTo>
                  <a:lnTo>
                    <a:pt x="0" y="1224954"/>
                  </a:lnTo>
                  <a:close/>
                  <a:moveTo>
                    <a:pt x="358072" y="928572"/>
                  </a:moveTo>
                  <a:lnTo>
                    <a:pt x="520823" y="928572"/>
                  </a:lnTo>
                  <a:cubicBezTo>
                    <a:pt x="605344" y="928572"/>
                    <a:pt x="673011" y="901451"/>
                    <a:pt x="723845" y="847187"/>
                  </a:cubicBezTo>
                  <a:cubicBezTo>
                    <a:pt x="774660" y="792963"/>
                    <a:pt x="800077" y="715575"/>
                    <a:pt x="800077" y="615044"/>
                  </a:cubicBezTo>
                  <a:cubicBezTo>
                    <a:pt x="800077" y="514513"/>
                    <a:pt x="775247" y="436322"/>
                    <a:pt x="725550" y="380334"/>
                  </a:cubicBezTo>
                  <a:cubicBezTo>
                    <a:pt x="675872" y="324385"/>
                    <a:pt x="607617" y="296401"/>
                    <a:pt x="520823" y="296401"/>
                  </a:cubicBezTo>
                  <a:lnTo>
                    <a:pt x="358072" y="296401"/>
                  </a:lnTo>
                  <a:lnTo>
                    <a:pt x="358072" y="92857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7" name="Google Shape;312;p44">
              <a:extLst>
                <a:ext uri="{FF2B5EF4-FFF2-40B4-BE49-F238E27FC236}">
                  <a16:creationId xmlns:a16="http://schemas.microsoft.com/office/drawing/2014/main" id="{25A3D00D-5E74-67C6-756E-9360A235A949}"/>
                </a:ext>
              </a:extLst>
            </p:cNvPr>
            <p:cNvSpPr/>
            <p:nvPr/>
          </p:nvSpPr>
          <p:spPr>
            <a:xfrm>
              <a:off x="649333" y="4716177"/>
              <a:ext cx="886733" cy="363760"/>
            </a:xfrm>
            <a:custGeom>
              <a:avLst/>
              <a:gdLst/>
              <a:ahLst/>
              <a:cxnLst/>
              <a:rect l="l" t="t" r="r" b="b"/>
              <a:pathLst>
                <a:path w="886733" h="363760" extrusionOk="0">
                  <a:moveTo>
                    <a:pt x="886733" y="156819"/>
                  </a:moveTo>
                  <a:cubicBezTo>
                    <a:pt x="695861" y="138633"/>
                    <a:pt x="483256" y="162992"/>
                    <a:pt x="323523" y="276006"/>
                  </a:cubicBezTo>
                  <a:cubicBezTo>
                    <a:pt x="293755" y="297073"/>
                    <a:pt x="249839" y="328741"/>
                    <a:pt x="238884" y="363761"/>
                  </a:cubicBezTo>
                  <a:lnTo>
                    <a:pt x="0" y="144532"/>
                  </a:lnTo>
                  <a:cubicBezTo>
                    <a:pt x="78" y="136007"/>
                    <a:pt x="132043" y="84331"/>
                    <a:pt x="150092" y="77922"/>
                  </a:cubicBezTo>
                  <a:cubicBezTo>
                    <a:pt x="322935" y="16624"/>
                    <a:pt x="607930" y="-41755"/>
                    <a:pt x="778579" y="40845"/>
                  </a:cubicBezTo>
                  <a:cubicBezTo>
                    <a:pt x="824670" y="63166"/>
                    <a:pt x="873486" y="106377"/>
                    <a:pt x="886733" y="156819"/>
                  </a:cubicBezTo>
                </a:path>
              </a:pathLst>
            </a:custGeom>
            <a:solidFill>
              <a:srgbClr val="D51A2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sp>
          <p:nvSpPr>
            <p:cNvPr id="9" name="Google Shape;313;p44">
              <a:extLst>
                <a:ext uri="{FF2B5EF4-FFF2-40B4-BE49-F238E27FC236}">
                  <a16:creationId xmlns:a16="http://schemas.microsoft.com/office/drawing/2014/main" id="{04E644AE-7472-7DC1-36B1-4C6FFE011A7A}"/>
                </a:ext>
              </a:extLst>
            </p:cNvPr>
            <p:cNvSpPr/>
            <p:nvPr/>
          </p:nvSpPr>
          <p:spPr>
            <a:xfrm>
              <a:off x="914565" y="4894231"/>
              <a:ext cx="715007" cy="397945"/>
            </a:xfrm>
            <a:custGeom>
              <a:avLst/>
              <a:gdLst/>
              <a:ahLst/>
              <a:cxnLst/>
              <a:rect l="l" t="t" r="r" b="b"/>
              <a:pathLst>
                <a:path w="715007" h="397945" extrusionOk="0">
                  <a:moveTo>
                    <a:pt x="689120" y="39078"/>
                  </a:moveTo>
                  <a:cubicBezTo>
                    <a:pt x="722062" y="73391"/>
                    <a:pt x="723708" y="132221"/>
                    <a:pt x="693235" y="168730"/>
                  </a:cubicBezTo>
                  <a:cubicBezTo>
                    <a:pt x="652591" y="100749"/>
                    <a:pt x="557096" y="124461"/>
                    <a:pt x="493583" y="144410"/>
                  </a:cubicBezTo>
                  <a:cubicBezTo>
                    <a:pt x="372025" y="182585"/>
                    <a:pt x="275354" y="275199"/>
                    <a:pt x="238101" y="397600"/>
                  </a:cubicBezTo>
                  <a:cubicBezTo>
                    <a:pt x="232457" y="402715"/>
                    <a:pt x="169531" y="349451"/>
                    <a:pt x="160184" y="341691"/>
                  </a:cubicBezTo>
                  <a:cubicBezTo>
                    <a:pt x="140176" y="325092"/>
                    <a:pt x="1881" y="205630"/>
                    <a:pt x="0" y="194931"/>
                  </a:cubicBezTo>
                  <a:cubicBezTo>
                    <a:pt x="99551" y="76115"/>
                    <a:pt x="283408" y="13582"/>
                    <a:pt x="435322" y="3392"/>
                  </a:cubicBezTo>
                  <a:cubicBezTo>
                    <a:pt x="500423" y="-978"/>
                    <a:pt x="642891" y="-9072"/>
                    <a:pt x="689120" y="39078"/>
                  </a:cubicBezTo>
                </a:path>
              </a:pathLst>
            </a:custGeom>
            <a:solidFill>
              <a:srgbClr val="FEF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pitchFamily="34" charset="0"/>
                <a:ea typeface="Arial"/>
                <a:cs typeface="Arial" panose="020B0604020202020204" pitchFamily="34" charset="0"/>
                <a:sym typeface="Arial" panose="020B0604020202020204" pitchFamily="34" charset="0"/>
              </a:endParaRPr>
            </a:p>
          </p:txBody>
        </p:sp>
      </p:grpSp>
    </p:spTree>
    <p:extLst>
      <p:ext uri="{BB962C8B-B14F-4D97-AF65-F5344CB8AC3E}">
        <p14:creationId xmlns:p14="http://schemas.microsoft.com/office/powerpoint/2010/main" val="40399062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2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42139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0" y="5887557"/>
            <a:ext cx="5339573"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4983810"/>
            <a:ext cx="5339573"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b="1"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3508547"/>
            <a:ext cx="5339573"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defRPr lang="en-US" sz="4400" b="1" dirty="0">
                <a:solidFill>
                  <a:schemeClr val="accent3"/>
                </a:solidFill>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pic>
        <p:nvPicPr>
          <p:cNvPr id="4" name="Graphic 3">
            <a:extLst>
              <a:ext uri="{FF2B5EF4-FFF2-40B4-BE49-F238E27FC236}">
                <a16:creationId xmlns:a16="http://schemas.microsoft.com/office/drawing/2014/main" id="{15D0C4E2-4BD9-AD10-1FE2-AEEE502EEB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551941" y="436176"/>
            <a:ext cx="2508734" cy="518565"/>
          </a:xfrm>
          <a:prstGeom prst="rect">
            <a:avLst/>
          </a:prstGeom>
        </p:spPr>
      </p:pic>
      <p:pic>
        <p:nvPicPr>
          <p:cNvPr id="3" name="Picture 2" descr="A person holding a pen over a computer&#10;&#10;AI-generated content may be incorrect.">
            <a:extLst>
              <a:ext uri="{FF2B5EF4-FFF2-40B4-BE49-F238E27FC236}">
                <a16:creationId xmlns:a16="http://schemas.microsoft.com/office/drawing/2014/main" id="{C7B81D5F-965A-7EE6-0E2D-AF238F092C60}"/>
              </a:ext>
            </a:extLst>
          </p:cNvPr>
          <p:cNvPicPr>
            <a:picLocks noChangeAspect="1"/>
          </p:cNvPicPr>
          <p:nvPr userDrawn="1"/>
        </p:nvPicPr>
        <p:blipFill>
          <a:blip r:embed="rId11" cstate="screen">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a:ext>
            </a:extLst>
          </a:blip>
          <a:srcRect/>
          <a:stretch/>
        </p:blipFill>
        <p:spPr>
          <a:xfrm>
            <a:off x="6420927" y="0"/>
            <a:ext cx="5771073" cy="6858000"/>
          </a:xfrm>
          <a:prstGeom prst="rect">
            <a:avLst/>
          </a:prstGeom>
        </p:spPr>
      </p:pic>
      <p:grpSp>
        <p:nvGrpSpPr>
          <p:cNvPr id="6" name="Group 5">
            <a:extLst>
              <a:ext uri="{FF2B5EF4-FFF2-40B4-BE49-F238E27FC236}">
                <a16:creationId xmlns:a16="http://schemas.microsoft.com/office/drawing/2014/main" id="{6E10C58F-F778-98B2-68F9-9081752509E5}"/>
              </a:ext>
            </a:extLst>
          </p:cNvPr>
          <p:cNvGrpSpPr/>
          <p:nvPr userDrawn="1"/>
        </p:nvGrpSpPr>
        <p:grpSpPr>
          <a:xfrm>
            <a:off x="-1" y="6655080"/>
            <a:ext cx="12192001" cy="210041"/>
            <a:chOff x="-1" y="2352858"/>
            <a:chExt cx="12191999" cy="198318"/>
          </a:xfrm>
        </p:grpSpPr>
        <p:sp>
          <p:nvSpPr>
            <p:cNvPr id="8" name="Rectangle 7">
              <a:extLst>
                <a:ext uri="{FF2B5EF4-FFF2-40B4-BE49-F238E27FC236}">
                  <a16:creationId xmlns:a16="http://schemas.microsoft.com/office/drawing/2014/main" id="{719E7F76-7E88-FD9A-5884-2D0BCDAE3AD0}"/>
                </a:ext>
              </a:extLst>
            </p:cNvPr>
            <p:cNvSpPr/>
            <p:nvPr/>
          </p:nvSpPr>
          <p:spPr>
            <a:xfrm>
              <a:off x="-1" y="2352858"/>
              <a:ext cx="2404873" cy="198318"/>
            </a:xfrm>
            <a:prstGeom prst="rect">
              <a:avLst/>
            </a:prstGeom>
            <a:solidFill>
              <a:srgbClr val="62000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 8">
              <a:extLst>
                <a:ext uri="{FF2B5EF4-FFF2-40B4-BE49-F238E27FC236}">
                  <a16:creationId xmlns:a16="http://schemas.microsoft.com/office/drawing/2014/main" id="{86E9801E-DABD-687B-8C44-7A5C2A5E3D68}"/>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a:extLst>
                <a:ext uri="{FF2B5EF4-FFF2-40B4-BE49-F238E27FC236}">
                  <a16:creationId xmlns:a16="http://schemas.microsoft.com/office/drawing/2014/main" id="{E891960C-0B68-810E-2036-A783F299EB33}"/>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11" name="Rectangle 10">
            <a:extLst>
              <a:ext uri="{FF2B5EF4-FFF2-40B4-BE49-F238E27FC236}">
                <a16:creationId xmlns:a16="http://schemas.microsoft.com/office/drawing/2014/main" id="{6B56846F-F7CD-C29A-2374-2099B4772481}"/>
              </a:ext>
            </a:extLst>
          </p:cNvPr>
          <p:cNvSpPr/>
          <p:nvPr userDrawn="1"/>
        </p:nvSpPr>
        <p:spPr>
          <a:xfrm>
            <a:off x="2538704" y="738333"/>
            <a:ext cx="1240194" cy="768487"/>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 name="Disclaimer-English (United States)">
            <a:extLst>
              <a:ext uri="{FF2B5EF4-FFF2-40B4-BE49-F238E27FC236}">
                <a16:creationId xmlns:a16="http://schemas.microsoft.com/office/drawing/2014/main" id="{7ADE8820-4CC2-45E6-C851-F67ABDF0228B}"/>
              </a:ext>
            </a:extLst>
          </p:cNvPr>
          <p:cNvSpPr>
            <a:spLocks noChangeArrowheads="1"/>
          </p:cNvSpPr>
          <p:nvPr userDrawn="1">
            <p:custDataLst>
              <p:tags r:id="rId6"/>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SG" sz="750">
                <a:solidFill>
                  <a:schemeClr val="tx1"/>
                </a:solidFill>
                <a:latin typeface="+mn-lt"/>
              </a:rPr>
              <a:t>CONFIDENTIAL AND PROPRIETARY | © 2025 </a:t>
            </a:r>
            <a:r>
              <a:rPr lang="en-SG" sz="750" err="1">
                <a:solidFill>
                  <a:schemeClr val="tx1"/>
                </a:solidFill>
                <a:latin typeface="+mn-lt"/>
              </a:rPr>
              <a:t>Danantara</a:t>
            </a:r>
            <a:r>
              <a:rPr lang="en-SG" sz="750">
                <a:solidFill>
                  <a:schemeClr val="tx1"/>
                </a:solidFill>
                <a:latin typeface="+mn-lt"/>
              </a:rPr>
              <a:t>. </a:t>
            </a:r>
          </a:p>
          <a:p>
            <a:pPr defTabSz="804863" eaLnBrk="0" hangingPunct="0"/>
            <a:r>
              <a:rPr lang="en-SG" sz="750">
                <a:solidFill>
                  <a:schemeClr val="tx1"/>
                </a:solidFill>
                <a:latin typeface="+mn-lt"/>
              </a:rPr>
              <a:t>This material is intended solely for your internal use and any use of this material without specific permission of </a:t>
            </a:r>
            <a:r>
              <a:rPr lang="en-SG" sz="750" err="1">
                <a:solidFill>
                  <a:schemeClr val="tx1"/>
                </a:solidFill>
                <a:latin typeface="+mn-lt"/>
              </a:rPr>
              <a:t>Danantara</a:t>
            </a:r>
            <a:r>
              <a:rPr lang="en-SG" sz="750">
                <a:solidFill>
                  <a:schemeClr val="tx1"/>
                </a:solidFill>
                <a:latin typeface="+mn-lt"/>
              </a:rPr>
              <a:t> is strictly prohibited. All rights reserved.</a:t>
            </a:r>
            <a:endParaRPr lang="en-US" sz="750">
              <a:solidFill>
                <a:schemeClr val="tx1"/>
              </a:solidFill>
              <a:latin typeface="+mn-lt"/>
            </a:endParaRPr>
          </a:p>
        </p:txBody>
      </p:sp>
    </p:spTree>
    <p:extLst>
      <p:ext uri="{BB962C8B-B14F-4D97-AF65-F5344CB8AC3E}">
        <p14:creationId xmlns:p14="http://schemas.microsoft.com/office/powerpoint/2010/main" val="165195983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17002796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dirty="0">
                <a:latin typeface="Arial" panose="020B0604020202020204" pitchFamily="34" charset="0"/>
                <a:cs typeface="Arial" panose="020B0604020202020204" pitchFamily="34" charset="0"/>
                <a:sym typeface="Arial" panose="020B0604020202020204" pitchFamily="34" charset="0"/>
              </a:defRPr>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algn="r" defTabSz="610744" rtl="0" fontAlgn="auto">
                <a:spcBef>
                  <a:spcPts val="0"/>
                </a:spcBef>
                <a:spcAft>
                  <a:spcPts val="0"/>
                </a:spcAft>
                <a:defRPr/>
              </a:pPr>
              <a:t>‹#›</a:t>
            </a:fld>
            <a:endParaRPr lang="en-US" sz="90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latin typeface="Arial" panose="020B0604020202020204" pitchFamily="34" charset="0"/>
                <a:cs typeface="Arial" panose="020B0604020202020204" pitchFamily="34" charset="0"/>
                <a:sym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latin typeface="Arial" panose="020B0604020202020204" pitchFamily="34" charset="0"/>
                <a:cs typeface="Arial" panose="020B0604020202020204" pitchFamily="34" charset="0"/>
                <a:sym typeface="Arial" panose="020B0604020202020204" pitchFamily="34" charset="0"/>
              </a:defRPr>
            </a:lvl1pPr>
          </a:lstStyle>
          <a:p>
            <a:pPr lvl="0">
              <a:buNone/>
            </a:pPr>
            <a:r>
              <a:rPr lang="en-US"/>
              <a:t>Add tracker</a:t>
            </a:r>
          </a:p>
        </p:txBody>
      </p:sp>
    </p:spTree>
    <p:extLst>
      <p:ext uri="{BB962C8B-B14F-4D97-AF65-F5344CB8AC3E}">
        <p14:creationId xmlns:p14="http://schemas.microsoft.com/office/powerpoint/2010/main" val="29517958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PAGE Layout 15" userDrawn="1">
  <p:cSld name="PAGE Layout 15">
    <p:spTree>
      <p:nvGrpSpPr>
        <p:cNvPr id="1" name="Shape 207"/>
        <p:cNvGrpSpPr/>
        <p:nvPr/>
      </p:nvGrpSpPr>
      <p:grpSpPr>
        <a:xfrm>
          <a:off x="0" y="0"/>
          <a:ext cx="0" cy="0"/>
          <a:chOff x="0" y="0"/>
          <a:chExt cx="0" cy="0"/>
        </a:xfrm>
      </p:grpSpPr>
      <p:sp>
        <p:nvSpPr>
          <p:cNvPr id="208" name="Google Shape;208;p39"/>
          <p:cNvSpPr>
            <a:spLocks noGrp="1"/>
          </p:cNvSpPr>
          <p:nvPr>
            <p:ph type="pic" idx="2"/>
          </p:nvPr>
        </p:nvSpPr>
        <p:spPr>
          <a:xfrm>
            <a:off x="6016697" y="0"/>
            <a:ext cx="6172323" cy="6858000"/>
          </a:xfrm>
          <a:prstGeom prst="rect">
            <a:avLst/>
          </a:prstGeom>
          <a:noFill/>
          <a:ln>
            <a:noFill/>
          </a:ln>
        </p:spPr>
      </p:sp>
      <p:sp>
        <p:nvSpPr>
          <p:cNvPr id="209" name="Google Shape;209;p39"/>
          <p:cNvSpPr/>
          <p:nvPr/>
        </p:nvSpPr>
        <p:spPr>
          <a:xfrm>
            <a:off x="1" y="0"/>
            <a:ext cx="6096000" cy="6858000"/>
          </a:xfrm>
          <a:prstGeom prst="rect">
            <a:avLst/>
          </a:prstGeom>
          <a:gradFill>
            <a:gsLst>
              <a:gs pos="0">
                <a:schemeClr val="accent1"/>
              </a:gs>
              <a:gs pos="22000">
                <a:srgbClr val="D0150E"/>
              </a:gs>
              <a:gs pos="45000">
                <a:schemeClr val="accent2"/>
              </a:gs>
              <a:gs pos="78000">
                <a:srgbClr val="D6130C"/>
              </a:gs>
              <a:gs pos="100000">
                <a:schemeClr val="accent1"/>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10" name="Google Shape;210;p39"/>
          <p:cNvGrpSpPr/>
          <p:nvPr/>
        </p:nvGrpSpPr>
        <p:grpSpPr>
          <a:xfrm>
            <a:off x="707323" y="582289"/>
            <a:ext cx="899164" cy="946834"/>
            <a:chOff x="707323" y="427053"/>
            <a:chExt cx="393490" cy="414351"/>
          </a:xfrm>
        </p:grpSpPr>
        <p:sp>
          <p:nvSpPr>
            <p:cNvPr id="211" name="Google Shape;211;p39"/>
            <p:cNvSpPr/>
            <p:nvPr/>
          </p:nvSpPr>
          <p:spPr>
            <a:xfrm>
              <a:off x="790450" y="492894"/>
              <a:ext cx="190763" cy="268419"/>
            </a:xfrm>
            <a:custGeom>
              <a:avLst/>
              <a:gdLst/>
              <a:ahLst/>
              <a:cxnLst/>
              <a:rect l="l" t="t" r="r" b="b"/>
              <a:pathLst>
                <a:path w="190763" h="268419" extrusionOk="0">
                  <a:moveTo>
                    <a:pt x="0" y="0"/>
                  </a:moveTo>
                  <a:lnTo>
                    <a:pt x="190763" y="0"/>
                  </a:lnTo>
                  <a:lnTo>
                    <a:pt x="190763" y="268419"/>
                  </a:lnTo>
                  <a:lnTo>
                    <a:pt x="0" y="26841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2" name="Google Shape;212;p39"/>
            <p:cNvSpPr/>
            <p:nvPr/>
          </p:nvSpPr>
          <p:spPr>
            <a:xfrm>
              <a:off x="707323" y="427053"/>
              <a:ext cx="393490" cy="414351"/>
            </a:xfrm>
            <a:custGeom>
              <a:avLst/>
              <a:gdLst/>
              <a:ahLst/>
              <a:cxnLst/>
              <a:rect l="l" t="t" r="r" b="b"/>
              <a:pathLst>
                <a:path w="393490" h="414351" extrusionOk="0">
                  <a:moveTo>
                    <a:pt x="0" y="414352"/>
                  </a:moveTo>
                  <a:lnTo>
                    <a:pt x="0" y="0"/>
                  </a:lnTo>
                  <a:lnTo>
                    <a:pt x="191240" y="0"/>
                  </a:lnTo>
                  <a:cubicBezTo>
                    <a:pt x="251894" y="0"/>
                    <a:pt x="300768" y="18455"/>
                    <a:pt x="337862" y="55344"/>
                  </a:cubicBezTo>
                  <a:cubicBezTo>
                    <a:pt x="374950" y="92246"/>
                    <a:pt x="393491" y="143142"/>
                    <a:pt x="393491" y="208044"/>
                  </a:cubicBezTo>
                  <a:cubicBezTo>
                    <a:pt x="393491" y="273729"/>
                    <a:pt x="375136" y="324525"/>
                    <a:pt x="338439" y="360460"/>
                  </a:cubicBezTo>
                  <a:cubicBezTo>
                    <a:pt x="301729" y="396388"/>
                    <a:pt x="250932" y="414352"/>
                    <a:pt x="186023" y="414352"/>
                  </a:cubicBezTo>
                  <a:lnTo>
                    <a:pt x="0" y="414352"/>
                  </a:lnTo>
                  <a:close/>
                  <a:moveTo>
                    <a:pt x="121121" y="314098"/>
                  </a:moveTo>
                  <a:lnTo>
                    <a:pt x="176173" y="314098"/>
                  </a:lnTo>
                  <a:cubicBezTo>
                    <a:pt x="204763" y="314098"/>
                    <a:pt x="227652" y="304924"/>
                    <a:pt x="244847" y="286569"/>
                  </a:cubicBezTo>
                  <a:cubicBezTo>
                    <a:pt x="262036" y="268227"/>
                    <a:pt x="270633" y="242050"/>
                    <a:pt x="270633" y="208044"/>
                  </a:cubicBezTo>
                  <a:cubicBezTo>
                    <a:pt x="270633" y="174039"/>
                    <a:pt x="262235" y="147590"/>
                    <a:pt x="245424" y="128651"/>
                  </a:cubicBezTo>
                  <a:cubicBezTo>
                    <a:pt x="228620" y="109726"/>
                    <a:pt x="205532" y="100260"/>
                    <a:pt x="176173" y="100260"/>
                  </a:cubicBezTo>
                  <a:lnTo>
                    <a:pt x="121121" y="100260"/>
                  </a:lnTo>
                  <a:lnTo>
                    <a:pt x="121121" y="31409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3" name="Google Shape;213;p39"/>
            <p:cNvSpPr/>
            <p:nvPr/>
          </p:nvSpPr>
          <p:spPr>
            <a:xfrm>
              <a:off x="735661" y="541505"/>
              <a:ext cx="299945" cy="123045"/>
            </a:xfrm>
            <a:custGeom>
              <a:avLst/>
              <a:gdLst/>
              <a:ahLst/>
              <a:cxnLst/>
              <a:rect l="l" t="t" r="r" b="b"/>
              <a:pathLst>
                <a:path w="299945" h="123045" extrusionOk="0">
                  <a:moveTo>
                    <a:pt x="299946" y="53045"/>
                  </a:moveTo>
                  <a:cubicBezTo>
                    <a:pt x="235381" y="46894"/>
                    <a:pt x="163466" y="55134"/>
                    <a:pt x="109435" y="93362"/>
                  </a:cubicBezTo>
                  <a:cubicBezTo>
                    <a:pt x="99365" y="100488"/>
                    <a:pt x="84510" y="111200"/>
                    <a:pt x="80805" y="123045"/>
                  </a:cubicBezTo>
                  <a:lnTo>
                    <a:pt x="0" y="48889"/>
                  </a:lnTo>
                  <a:cubicBezTo>
                    <a:pt x="27" y="46006"/>
                    <a:pt x="44665" y="28526"/>
                    <a:pt x="50770" y="26358"/>
                  </a:cubicBezTo>
                  <a:cubicBezTo>
                    <a:pt x="109236" y="5623"/>
                    <a:pt x="205638" y="-14124"/>
                    <a:pt x="263361" y="13816"/>
                  </a:cubicBezTo>
                  <a:cubicBezTo>
                    <a:pt x="278952" y="21367"/>
                    <a:pt x="295465" y="35983"/>
                    <a:pt x="299946" y="53045"/>
                  </a:cubicBezTo>
                </a:path>
              </a:pathLst>
            </a:custGeom>
            <a:solidFill>
              <a:srgbClr val="D51A2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4" name="Google Shape;214;p39"/>
            <p:cNvSpPr/>
            <p:nvPr/>
          </p:nvSpPr>
          <p:spPr>
            <a:xfrm>
              <a:off x="825378" y="601733"/>
              <a:ext cx="241857" cy="134608"/>
            </a:xfrm>
            <a:custGeom>
              <a:avLst/>
              <a:gdLst/>
              <a:ahLst/>
              <a:cxnLst/>
              <a:rect l="l" t="t" r="r" b="b"/>
              <a:pathLst>
                <a:path w="241857" h="134608" extrusionOk="0">
                  <a:moveTo>
                    <a:pt x="233101" y="13218"/>
                  </a:moveTo>
                  <a:cubicBezTo>
                    <a:pt x="244244" y="24825"/>
                    <a:pt x="244801" y="44725"/>
                    <a:pt x="234493" y="57074"/>
                  </a:cubicBezTo>
                  <a:cubicBezTo>
                    <a:pt x="220745" y="34079"/>
                    <a:pt x="188443" y="42100"/>
                    <a:pt x="166959" y="48848"/>
                  </a:cubicBezTo>
                  <a:cubicBezTo>
                    <a:pt x="125841" y="61761"/>
                    <a:pt x="93141" y="93089"/>
                    <a:pt x="80540" y="134492"/>
                  </a:cubicBezTo>
                  <a:cubicBezTo>
                    <a:pt x="78631" y="136222"/>
                    <a:pt x="57346" y="118205"/>
                    <a:pt x="54184" y="115580"/>
                  </a:cubicBezTo>
                  <a:cubicBezTo>
                    <a:pt x="47416" y="109965"/>
                    <a:pt x="636" y="69556"/>
                    <a:pt x="0" y="65937"/>
                  </a:cubicBezTo>
                  <a:cubicBezTo>
                    <a:pt x="33674" y="25747"/>
                    <a:pt x="95865" y="4594"/>
                    <a:pt x="147252" y="1147"/>
                  </a:cubicBezTo>
                  <a:cubicBezTo>
                    <a:pt x="169273" y="-331"/>
                    <a:pt x="217464" y="-3069"/>
                    <a:pt x="233101" y="13218"/>
                  </a:cubicBezTo>
                </a:path>
              </a:pathLst>
            </a:custGeom>
            <a:solidFill>
              <a:srgbClr val="FEF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15" name="Google Shape;215;p39"/>
          <p:cNvSpPr txBox="1">
            <a:spLocks noGrp="1"/>
          </p:cNvSpPr>
          <p:nvPr>
            <p:ph type="body" idx="1"/>
          </p:nvPr>
        </p:nvSpPr>
        <p:spPr>
          <a:xfrm>
            <a:off x="635001" y="1877660"/>
            <a:ext cx="4746697" cy="3155029"/>
          </a:xfrm>
          <a:prstGeom prst="rect">
            <a:avLst/>
          </a:prstGeom>
          <a:noFill/>
          <a:ln>
            <a:noFill/>
          </a:ln>
        </p:spPr>
        <p:txBody>
          <a:bodyPr spcFirstLastPara="1" wrap="square" lIns="91425" tIns="45700" rIns="91425" bIns="45700" anchor="ctr" anchorCtr="0">
            <a:noAutofit/>
          </a:bodyPr>
          <a:lstStyle>
            <a:lvl1pPr marL="9525" marR="0" lvl="0" indent="0" algn="l" rtl="0">
              <a:lnSpc>
                <a:spcPct val="90000"/>
              </a:lnSpc>
              <a:spcBef>
                <a:spcPts val="1000"/>
              </a:spcBef>
              <a:spcAft>
                <a:spcPts val="0"/>
              </a:spcAft>
              <a:buClr>
                <a:schemeClr val="lt1"/>
              </a:buClr>
              <a:buSzPts val="5400"/>
              <a:buFont typeface="Arial"/>
              <a:buNone/>
              <a:tabLst/>
              <a:defRPr sz="4400" b="1" i="0" u="none" strike="noStrike" cap="none">
                <a:solidFill>
                  <a:schemeClr val="bg1"/>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3" name="TextBox 2">
            <a:extLst>
              <a:ext uri="{FF2B5EF4-FFF2-40B4-BE49-F238E27FC236}">
                <a16:creationId xmlns:a16="http://schemas.microsoft.com/office/drawing/2014/main" id="{D934F290-1B56-2C14-E188-92C1D3E7C6C0}"/>
              </a:ext>
            </a:extLst>
          </p:cNvPr>
          <p:cNvSpPr txBox="1"/>
          <p:nvPr/>
        </p:nvSpPr>
        <p:spPr>
          <a:xfrm>
            <a:off x="2096770" y="6581020"/>
            <a:ext cx="1823158" cy="246221"/>
          </a:xfrm>
          <a:prstGeom prst="rect">
            <a:avLst/>
          </a:prstGeom>
          <a:noFill/>
        </p:spPr>
        <p:txBody>
          <a:bodyPr wrap="square" rtlCol="0">
            <a:spAutoFit/>
          </a:bodyPr>
          <a:lstStyle/>
          <a:p>
            <a:pPr algn="just"/>
            <a:r>
              <a:rPr lang="en-US" sz="1000" b="1">
                <a:solidFill>
                  <a:schemeClr val="bg1"/>
                </a:solidFill>
                <a:latin typeface="Helvetica" pitchFamily="2" charset="0"/>
              </a:rPr>
              <a:t>STRICTLY CONFIDENTIAL</a:t>
            </a:r>
          </a:p>
        </p:txBody>
      </p:sp>
    </p:spTree>
    <p:extLst>
      <p:ext uri="{BB962C8B-B14F-4D97-AF65-F5344CB8AC3E}">
        <p14:creationId xmlns:p14="http://schemas.microsoft.com/office/powerpoint/2010/main" val="25436143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PAGE Layout 5" preserve="1" userDrawn="1">
  <p:cSld name="PAGE Layout 5">
    <p:spTree>
      <p:nvGrpSpPr>
        <p:cNvPr id="1" name="Shape 89"/>
        <p:cNvGrpSpPr/>
        <p:nvPr/>
      </p:nvGrpSpPr>
      <p:grpSpPr>
        <a:xfrm>
          <a:off x="0" y="0"/>
          <a:ext cx="0" cy="0"/>
          <a:chOff x="0" y="0"/>
          <a:chExt cx="0" cy="0"/>
        </a:xfrm>
      </p:grpSpPr>
      <p:pic>
        <p:nvPicPr>
          <p:cNvPr id="91" name="Google Shape;91;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445625" y="6803755"/>
            <a:ext cx="2746375" cy="116237"/>
          </a:xfrm>
          <a:prstGeom prst="rect">
            <a:avLst/>
          </a:prstGeom>
          <a:noFill/>
          <a:ln>
            <a:noFill/>
          </a:ln>
        </p:spPr>
      </p:pic>
      <p:sp>
        <p:nvSpPr>
          <p:cNvPr id="2" name="Google Shape;92;p29">
            <a:extLst>
              <a:ext uri="{FF2B5EF4-FFF2-40B4-BE49-F238E27FC236}">
                <a16:creationId xmlns:a16="http://schemas.microsoft.com/office/drawing/2014/main" id="{4F72B958-B1B9-0CE1-B74C-2488778DB7F7}"/>
              </a:ext>
            </a:extLst>
          </p:cNvPr>
          <p:cNvSpPr txBox="1">
            <a:spLocks noGrp="1"/>
          </p:cNvSpPr>
          <p:nvPr>
            <p:ph type="body" idx="1"/>
          </p:nvPr>
        </p:nvSpPr>
        <p:spPr>
          <a:xfrm>
            <a:off x="314918" y="153178"/>
            <a:ext cx="11562166" cy="587351"/>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3600"/>
              <a:buFont typeface="Arial"/>
              <a:buNone/>
              <a:defRPr sz="3200" b="1" i="0" u="none" strike="noStrike" cap="none">
                <a:solidFill>
                  <a:schemeClr val="accent2"/>
                </a:solidFill>
                <a:latin typeface="Georgia" panose="02040502050405020303" pitchFamily="18" charset="0"/>
                <a:ea typeface="Georgia" panose="02040502050405020303" pitchFamily="18" charset="0"/>
                <a:cs typeface="Georgia" panose="02040502050405020303" pitchFamily="18" charset="0"/>
                <a:sym typeface="Play"/>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8" name="Google Shape;93;p29">
            <a:extLst>
              <a:ext uri="{FF2B5EF4-FFF2-40B4-BE49-F238E27FC236}">
                <a16:creationId xmlns:a16="http://schemas.microsoft.com/office/drawing/2014/main" id="{E23974F2-D18C-F5DE-F7D3-910822D60672}"/>
              </a:ext>
            </a:extLst>
          </p:cNvPr>
          <p:cNvSpPr txBox="1">
            <a:spLocks noGrp="1"/>
          </p:cNvSpPr>
          <p:nvPr>
            <p:ph type="body" idx="2"/>
          </p:nvPr>
        </p:nvSpPr>
        <p:spPr>
          <a:xfrm>
            <a:off x="314917" y="740529"/>
            <a:ext cx="11562166" cy="397869"/>
          </a:xfrm>
          <a:prstGeom prst="rect">
            <a:avLst/>
          </a:prstGeom>
          <a:noFill/>
          <a:ln>
            <a:noFill/>
          </a:ln>
        </p:spPr>
        <p:txBody>
          <a:bodyPr spcFirstLastPara="1" wrap="square" lIns="91425" tIns="45700" rIns="91425" bIns="45700" anchor="ctr" anchorCtr="0">
            <a:noAutofit/>
          </a:bodyPr>
          <a:lstStyle>
            <a:lvl1pPr marL="6350" marR="0" lvl="0" indent="-635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Helvetica" pitchFamily="2" charset="0"/>
                <a:ea typeface="Helvetica" pitchFamily="2" charset="0"/>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6" name="TextBox 5">
            <a:extLst>
              <a:ext uri="{FF2B5EF4-FFF2-40B4-BE49-F238E27FC236}">
                <a16:creationId xmlns:a16="http://schemas.microsoft.com/office/drawing/2014/main" id="{A938C5E7-80AF-C719-BB14-A2536131D0F3}"/>
              </a:ext>
            </a:extLst>
          </p:cNvPr>
          <p:cNvSpPr txBox="1"/>
          <p:nvPr userDrawn="1"/>
        </p:nvSpPr>
        <p:spPr>
          <a:xfrm>
            <a:off x="5171090" y="6611779"/>
            <a:ext cx="1849820" cy="246221"/>
          </a:xfrm>
          <a:prstGeom prst="rect">
            <a:avLst/>
          </a:prstGeom>
          <a:noFill/>
        </p:spPr>
        <p:txBody>
          <a:bodyPr wrap="square" rtlCol="0">
            <a:spAutoFit/>
          </a:bodyPr>
          <a:lstStyle/>
          <a:p>
            <a:pPr algn="just"/>
            <a:r>
              <a:rPr lang="en-US" sz="1000" b="1">
                <a:solidFill>
                  <a:schemeClr val="accent2"/>
                </a:solidFill>
                <a:latin typeface="Helvetica" pitchFamily="2" charset="0"/>
              </a:rPr>
              <a:t>STRICTLY CONFIDENTIAL</a:t>
            </a:r>
          </a:p>
        </p:txBody>
      </p:sp>
      <p:pic>
        <p:nvPicPr>
          <p:cNvPr id="7" name="Picture 6" descr="A white light on a black background&#10;&#10;AI-generated content may be incorrect.">
            <a:extLst>
              <a:ext uri="{FF2B5EF4-FFF2-40B4-BE49-F238E27FC236}">
                <a16:creationId xmlns:a16="http://schemas.microsoft.com/office/drawing/2014/main" id="{98A45FD5-A71D-3F1B-F215-C58C9CC408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47962" y="6365657"/>
            <a:ext cx="1044181" cy="587352"/>
          </a:xfrm>
          <a:prstGeom prst="rect">
            <a:avLst/>
          </a:prstGeom>
        </p:spPr>
      </p:pic>
    </p:spTree>
    <p:extLst>
      <p:ext uri="{BB962C8B-B14F-4D97-AF65-F5344CB8AC3E}">
        <p14:creationId xmlns:p14="http://schemas.microsoft.com/office/powerpoint/2010/main" val="251699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slideLayout" Target="../slideLayouts/slideLayout37.xml"/><Relationship Id="rId26" Type="http://schemas.openxmlformats.org/officeDocument/2006/relationships/slideLayout" Target="../slideLayouts/slideLayout45.xml"/><Relationship Id="rId39" Type="http://schemas.openxmlformats.org/officeDocument/2006/relationships/tags" Target="../tags/tag15.xml"/><Relationship Id="rId21" Type="http://schemas.openxmlformats.org/officeDocument/2006/relationships/slideLayout" Target="../slideLayouts/slideLayout40.xml"/><Relationship Id="rId34" Type="http://schemas.openxmlformats.org/officeDocument/2006/relationships/tags" Target="../tags/tag10.xml"/><Relationship Id="rId42" Type="http://schemas.openxmlformats.org/officeDocument/2006/relationships/tags" Target="../tags/tag18.xml"/><Relationship Id="rId47" Type="http://schemas.openxmlformats.org/officeDocument/2006/relationships/tags" Target="../tags/tag23.xml"/><Relationship Id="rId50" Type="http://schemas.openxmlformats.org/officeDocument/2006/relationships/tags" Target="../tags/tag26.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9" Type="http://schemas.openxmlformats.org/officeDocument/2006/relationships/slideLayout" Target="../slideLayouts/slideLayout48.xml"/><Relationship Id="rId11" Type="http://schemas.openxmlformats.org/officeDocument/2006/relationships/slideLayout" Target="../slideLayouts/slideLayout30.xml"/><Relationship Id="rId24" Type="http://schemas.openxmlformats.org/officeDocument/2006/relationships/slideLayout" Target="../slideLayouts/slideLayout43.xml"/><Relationship Id="rId32" Type="http://schemas.openxmlformats.org/officeDocument/2006/relationships/tags" Target="../tags/tag8.xml"/><Relationship Id="rId37" Type="http://schemas.openxmlformats.org/officeDocument/2006/relationships/tags" Target="../tags/tag13.xml"/><Relationship Id="rId40" Type="http://schemas.openxmlformats.org/officeDocument/2006/relationships/tags" Target="../tags/tag16.xml"/><Relationship Id="rId45" Type="http://schemas.openxmlformats.org/officeDocument/2006/relationships/tags" Target="../tags/tag21.xml"/><Relationship Id="rId53" Type="http://schemas.openxmlformats.org/officeDocument/2006/relationships/image" Target="../media/image14.emf"/><Relationship Id="rId5" Type="http://schemas.openxmlformats.org/officeDocument/2006/relationships/slideLayout" Target="../slideLayouts/slideLayout2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31" Type="http://schemas.openxmlformats.org/officeDocument/2006/relationships/theme" Target="../theme/theme2.xml"/><Relationship Id="rId44" Type="http://schemas.openxmlformats.org/officeDocument/2006/relationships/tags" Target="../tags/tag20.xml"/><Relationship Id="rId52" Type="http://schemas.openxmlformats.org/officeDocument/2006/relationships/oleObject" Target="../embeddings/oleObject3.bin"/><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slideLayout" Target="../slideLayouts/slideLayout41.xml"/><Relationship Id="rId27" Type="http://schemas.openxmlformats.org/officeDocument/2006/relationships/slideLayout" Target="../slideLayouts/slideLayout46.xml"/><Relationship Id="rId30" Type="http://schemas.openxmlformats.org/officeDocument/2006/relationships/slideLayout" Target="../slideLayouts/slideLayout49.xml"/><Relationship Id="rId35" Type="http://schemas.openxmlformats.org/officeDocument/2006/relationships/tags" Target="../tags/tag11.xml"/><Relationship Id="rId43" Type="http://schemas.openxmlformats.org/officeDocument/2006/relationships/tags" Target="../tags/tag19.xml"/><Relationship Id="rId48" Type="http://schemas.openxmlformats.org/officeDocument/2006/relationships/tags" Target="../tags/tag24.xml"/><Relationship Id="rId8" Type="http://schemas.openxmlformats.org/officeDocument/2006/relationships/slideLayout" Target="../slideLayouts/slideLayout27.xml"/><Relationship Id="rId51" Type="http://schemas.openxmlformats.org/officeDocument/2006/relationships/tags" Target="../tags/tag27.xml"/><Relationship Id="rId3" Type="http://schemas.openxmlformats.org/officeDocument/2006/relationships/slideLayout" Target="../slideLayouts/slideLayout22.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5" Type="http://schemas.openxmlformats.org/officeDocument/2006/relationships/slideLayout" Target="../slideLayouts/slideLayout44.xml"/><Relationship Id="rId33" Type="http://schemas.openxmlformats.org/officeDocument/2006/relationships/tags" Target="../tags/tag9.xml"/><Relationship Id="rId38" Type="http://schemas.openxmlformats.org/officeDocument/2006/relationships/tags" Target="../tags/tag14.xml"/><Relationship Id="rId46" Type="http://schemas.openxmlformats.org/officeDocument/2006/relationships/tags" Target="../tags/tag22.xml"/><Relationship Id="rId20" Type="http://schemas.openxmlformats.org/officeDocument/2006/relationships/slideLayout" Target="../slideLayouts/slideLayout39.xml"/><Relationship Id="rId41" Type="http://schemas.openxmlformats.org/officeDocument/2006/relationships/tags" Target="../tags/tag17.xml"/><Relationship Id="rId54" Type="http://schemas.openxmlformats.org/officeDocument/2006/relationships/image" Target="../media/image15.svg"/><Relationship Id="rId1" Type="http://schemas.openxmlformats.org/officeDocument/2006/relationships/slideLayout" Target="../slideLayouts/slideLayout20.xml"/><Relationship Id="rId6" Type="http://schemas.openxmlformats.org/officeDocument/2006/relationships/slideLayout" Target="../slideLayouts/slideLayout25.xml"/><Relationship Id="rId15" Type="http://schemas.openxmlformats.org/officeDocument/2006/relationships/slideLayout" Target="../slideLayouts/slideLayout34.xml"/><Relationship Id="rId23" Type="http://schemas.openxmlformats.org/officeDocument/2006/relationships/slideLayout" Target="../slideLayouts/slideLayout42.xml"/><Relationship Id="rId28" Type="http://schemas.openxmlformats.org/officeDocument/2006/relationships/slideLayout" Target="../slideLayouts/slideLayout47.xml"/><Relationship Id="rId36" Type="http://schemas.openxmlformats.org/officeDocument/2006/relationships/tags" Target="../tags/tag12.xml"/><Relationship Id="rId49" Type="http://schemas.openxmlformats.org/officeDocument/2006/relationships/tags" Target="../tags/tag25.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image" Target="../media/image19.svg"/><Relationship Id="rId3" Type="http://schemas.openxmlformats.org/officeDocument/2006/relationships/tags" Target="../tags/tag217.xml"/><Relationship Id="rId21" Type="http://schemas.openxmlformats.org/officeDocument/2006/relationships/tags" Target="../tags/tag235.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image" Target="../media/image16.emf"/><Relationship Id="rId2" Type="http://schemas.openxmlformats.org/officeDocument/2006/relationships/theme" Target="../theme/theme3.xml"/><Relationship Id="rId16" Type="http://schemas.openxmlformats.org/officeDocument/2006/relationships/tags" Target="../tags/tag230.xml"/><Relationship Id="rId20" Type="http://schemas.openxmlformats.org/officeDocument/2006/relationships/tags" Target="../tags/tag234.xml"/><Relationship Id="rId1" Type="http://schemas.openxmlformats.org/officeDocument/2006/relationships/slideLayout" Target="../slideLayouts/slideLayout50.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oleObject" Target="../embeddings/oleObject17.bin"/><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10" Type="http://schemas.openxmlformats.org/officeDocument/2006/relationships/tags" Target="../tags/tag224.xml"/><Relationship Id="rId19" Type="http://schemas.openxmlformats.org/officeDocument/2006/relationships/tags" Target="../tags/tag233.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tags" Target="../tags/tag250.xml"/><Relationship Id="rId39" Type="http://schemas.openxmlformats.org/officeDocument/2006/relationships/tags" Target="../tags/tag263.xml"/><Relationship Id="rId21" Type="http://schemas.openxmlformats.org/officeDocument/2006/relationships/tags" Target="../tags/tag245.xml"/><Relationship Id="rId34" Type="http://schemas.openxmlformats.org/officeDocument/2006/relationships/tags" Target="../tags/tag258.xml"/><Relationship Id="rId42" Type="http://schemas.openxmlformats.org/officeDocument/2006/relationships/image" Target="../media/image14.emf"/><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theme" Target="../theme/theme4.xml"/><Relationship Id="rId29" Type="http://schemas.openxmlformats.org/officeDocument/2006/relationships/tags" Target="../tags/tag253.xml"/><Relationship Id="rId41" Type="http://schemas.openxmlformats.org/officeDocument/2006/relationships/oleObject" Target="../embeddings/oleObject19.bin"/><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tags" Target="../tags/tag248.xml"/><Relationship Id="rId32" Type="http://schemas.openxmlformats.org/officeDocument/2006/relationships/tags" Target="../tags/tag256.xml"/><Relationship Id="rId37" Type="http://schemas.openxmlformats.org/officeDocument/2006/relationships/tags" Target="../tags/tag261.xml"/><Relationship Id="rId40" Type="http://schemas.openxmlformats.org/officeDocument/2006/relationships/tags" Target="../tags/tag26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tags" Target="../tags/tag247.xml"/><Relationship Id="rId28" Type="http://schemas.openxmlformats.org/officeDocument/2006/relationships/tags" Target="../tags/tag252.xml"/><Relationship Id="rId36" Type="http://schemas.openxmlformats.org/officeDocument/2006/relationships/tags" Target="../tags/tag260.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tags" Target="../tags/tag255.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tags" Target="../tags/tag246.xml"/><Relationship Id="rId27" Type="http://schemas.openxmlformats.org/officeDocument/2006/relationships/tags" Target="../tags/tag251.xml"/><Relationship Id="rId30" Type="http://schemas.openxmlformats.org/officeDocument/2006/relationships/tags" Target="../tags/tag254.xml"/><Relationship Id="rId35" Type="http://schemas.openxmlformats.org/officeDocument/2006/relationships/tags" Target="../tags/tag259.xml"/><Relationship Id="rId43" Type="http://schemas.openxmlformats.org/officeDocument/2006/relationships/image" Target="../media/image15.svg"/><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tags" Target="../tags/tag249.xml"/><Relationship Id="rId33" Type="http://schemas.openxmlformats.org/officeDocument/2006/relationships/tags" Target="../tags/tag257.xml"/><Relationship Id="rId38" Type="http://schemas.openxmlformats.org/officeDocument/2006/relationships/tags" Target="../tags/tag2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492D7EA-B232-F2DD-FFE8-69B8963744A1}"/>
              </a:ext>
            </a:extLst>
          </p:cNvPr>
          <p:cNvGraphicFramePr>
            <a:graphicFrameLocks noChangeAspect="1"/>
          </p:cNvGraphicFramePr>
          <p:nvPr>
            <p:custDataLst>
              <p:tags r:id="rId21"/>
            </p:custDataLst>
            <p:extLst>
              <p:ext uri="{D42A27DB-BD31-4B8C-83A1-F6EECF244321}">
                <p14:modId xmlns:p14="http://schemas.microsoft.com/office/powerpoint/2010/main" val="24583779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2" imgW="7772400" imgH="10058400" progId="TCLayout.ActiveDocument.1">
                  <p:embed/>
                </p:oleObj>
              </mc:Choice>
              <mc:Fallback>
                <p:oleObj name="thinkcell Slide" r:id="rId22" imgW="7772400" imgH="10058400" progId="TCLayout.ActiveDocument.1">
                  <p:embed/>
                  <p:pic>
                    <p:nvPicPr>
                      <p:cNvPr id="2" name="think-cell data - do not delete" hidden="1">
                        <a:extLst>
                          <a:ext uri="{FF2B5EF4-FFF2-40B4-BE49-F238E27FC236}">
                            <a16:creationId xmlns:a16="http://schemas.microsoft.com/office/drawing/2014/main" id="{D492D7EA-B232-F2DD-FFE8-69B8963744A1}"/>
                          </a:ext>
                        </a:extLst>
                      </p:cNvPr>
                      <p:cNvPicPr/>
                      <p:nvPr/>
                    </p:nvPicPr>
                    <p:blipFill>
                      <a:blip r:embed="rId23"/>
                      <a:stretch>
                        <a:fillRect/>
                      </a:stretch>
                    </p:blipFill>
                    <p:spPr>
                      <a:xfrm>
                        <a:off x="1588" y="1588"/>
                        <a:ext cx="1227" cy="1588"/>
                      </a:xfrm>
                      <a:prstGeom prst="rect">
                        <a:avLst/>
                      </a:prstGeom>
                    </p:spPr>
                  </p:pic>
                </p:oleObj>
              </mc:Fallback>
            </mc:AlternateContent>
          </a:graphicData>
        </a:graphic>
      </p:graphicFrame>
      <p:pic>
        <p:nvPicPr>
          <p:cNvPr id="10" name="Google Shape;10;p23"/>
          <p:cNvPicPr preferRelativeResize="0"/>
          <p:nvPr/>
        </p:nvPicPr>
        <p:blipFill rotWithShape="1">
          <a:blip r:embed="rId24" cstate="screen">
            <a:alphaModFix/>
            <a:extLst>
              <a:ext uri="{28A0092B-C50C-407E-A947-70E740481C1C}">
                <a14:useLocalDpi xmlns:a14="http://schemas.microsoft.com/office/drawing/2010/main"/>
              </a:ext>
            </a:extLst>
          </a:blip>
          <a:srcRect/>
          <a:stretch/>
        </p:blipFill>
        <p:spPr>
          <a:xfrm>
            <a:off x="11868150" y="6381680"/>
            <a:ext cx="323850" cy="323850"/>
          </a:xfrm>
          <a:prstGeom prst="rect">
            <a:avLst/>
          </a:prstGeom>
          <a:noFill/>
          <a:ln>
            <a:noFill/>
          </a:ln>
        </p:spPr>
      </p:pic>
      <p:sp>
        <p:nvSpPr>
          <p:cNvPr id="11" name="Google Shape;11;p23"/>
          <p:cNvSpPr txBox="1"/>
          <p:nvPr/>
        </p:nvSpPr>
        <p:spPr>
          <a:xfrm>
            <a:off x="11775882" y="6412800"/>
            <a:ext cx="416118" cy="2616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01017090"/>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2" r:id="rId9"/>
    <p:sldLayoutId id="2147483673" r:id="rId10"/>
    <p:sldLayoutId id="2147483674" r:id="rId11"/>
    <p:sldLayoutId id="2147483675" r:id="rId12"/>
    <p:sldLayoutId id="2147483676" r:id="rId13"/>
    <p:sldLayoutId id="2147483677" r:id="rId14"/>
    <p:sldLayoutId id="2147483679" r:id="rId15"/>
    <p:sldLayoutId id="2147483680" r:id="rId16"/>
    <p:sldLayoutId id="2147483681" r:id="rId17"/>
    <p:sldLayoutId id="2147483682" r:id="rId18"/>
    <p:sldLayoutId id="2147483683"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32"/>
            </p:custDataLst>
            <p:extLst>
              <p:ext uri="{D42A27DB-BD31-4B8C-83A1-F6EECF244321}">
                <p14:modId xmlns:p14="http://schemas.microsoft.com/office/powerpoint/2010/main" val="27273114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13" imgH="416" progId="TCLayout.ActiveDocument.1">
                  <p:embed/>
                </p:oleObj>
              </mc:Choice>
              <mc:Fallback>
                <p:oleObj name="thinkcell Slide" r:id="rId52"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3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34"/>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id-ID">
                <a:latin typeface="Arial" panose="020B0604020202020204" pitchFamily="34" charset="0"/>
                <a:cs typeface="Arial" panose="020B0604020202020204" pitchFamily="34" charset="0"/>
                <a:sym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35"/>
            </p:custDataLst>
          </p:nvPr>
        </p:nvSpPr>
        <p:spPr>
          <a:xfrm>
            <a:off x="554736" y="172212"/>
            <a:ext cx="11082528" cy="731520"/>
          </a:xfrm>
          <a:prstGeom prst="rect">
            <a:avLst/>
          </a:prstGeom>
        </p:spPr>
        <p:txBody>
          <a:bodyPr vert="horz" wrap="square" lIns="0" tIns="0" rIns="0" bIns="0" rtlCol="0" anchor="b" anchorCtr="0">
            <a:noAutofit/>
          </a:bodyPr>
          <a:lstStyle/>
          <a:p>
            <a:pPr lvl="0"/>
            <a:r>
              <a:rPr lang="id-ID"/>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d-ID">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id-ID">
                <a:latin typeface="Arial" panose="020B0604020202020204" pitchFamily="34" charset="0"/>
                <a:cs typeface="Arial" panose="020B0604020202020204" pitchFamily="34" charset="0"/>
                <a:sym typeface="Arial" panose="020B0604020202020204" pitchFamily="34" charset="0"/>
              </a:rPr>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36"/>
            </p:custDataLst>
          </p:nvPr>
        </p:nvSpPr>
        <p:spPr>
          <a:xfrm>
            <a:off x="5987738" y="2170800"/>
            <a:ext cx="3049253" cy="53860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d-ID">
                <a:latin typeface="Arial" panose="020B0604020202020204" pitchFamily="34" charset="0"/>
                <a:cs typeface="Arial" panose="020B0604020202020204" pitchFamily="34" charset="0"/>
                <a:sym typeface="Arial" panose="020B0604020202020204" pitchFamily="34" charset="0"/>
              </a:rPr>
              <a:t>Above Chart Exhibit Title</a:t>
            </a:r>
          </a:p>
          <a:p>
            <a:pPr lvl="0" rtl="0"/>
            <a:r>
              <a:rPr lang="id-ID" sz="1400" b="0">
                <a:latin typeface="Arial" panose="020B0604020202020204" pitchFamily="34" charset="0"/>
                <a:cs typeface="Arial" panose="020B0604020202020204" pitchFamily="34" charset="0"/>
                <a:sym typeface="Arial" panose="020B0604020202020204" pitchFamily="34" charset="0"/>
              </a:rPr>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484655" cy="1631216"/>
          </a:xfrm>
          <a:prstGeom prst="rect">
            <a:avLst/>
          </a:prstGeom>
        </p:spPr>
        <p:txBody>
          <a:bodyPr vert="horz" wrap="square" lIns="0" tIns="0" rIns="0" bIns="0" rtlCol="0">
            <a:spAutoFit/>
          </a:bodyPr>
          <a:lstStyle/>
          <a:p>
            <a:pPr lvl="0"/>
            <a:r>
              <a:rPr lang="id-ID"/>
              <a:t>Click to edit Master text styles</a:t>
            </a:r>
          </a:p>
          <a:p>
            <a:pPr lvl="1"/>
            <a:r>
              <a:rPr lang="id-ID"/>
              <a:t>Second level</a:t>
            </a:r>
          </a:p>
          <a:p>
            <a:pPr lvl="2"/>
            <a:r>
              <a:rPr lang="id-ID"/>
              <a:t>Third level</a:t>
            </a:r>
          </a:p>
          <a:p>
            <a:pPr lvl="3"/>
            <a:r>
              <a:rPr lang="id-ID"/>
              <a:t>Fourth level</a:t>
            </a:r>
          </a:p>
          <a:p>
            <a:pPr lvl="4"/>
            <a:r>
              <a:rPr lang="id-ID"/>
              <a:t>Fifth level</a:t>
            </a:r>
          </a:p>
        </p:txBody>
      </p:sp>
      <p:grpSp>
        <p:nvGrpSpPr>
          <p:cNvPr id="7" name="LegendLines" hidden="1">
            <a:extLst>
              <a:ext uri="{FF2B5EF4-FFF2-40B4-BE49-F238E27FC236}">
                <a16:creationId xmlns:a16="http://schemas.microsoft.com/office/drawing/2014/main" id="{82CA72FD-C156-998E-0093-6FC2886471A0}"/>
              </a:ext>
            </a:extLst>
          </p:cNvPr>
          <p:cNvGrpSpPr/>
          <p:nvPr userDrawn="1"/>
        </p:nvGrpSpPr>
        <p:grpSpPr>
          <a:xfrm>
            <a:off x="10317304" y="3150223"/>
            <a:ext cx="1319960" cy="958286"/>
            <a:chOff x="10162879" y="3243772"/>
            <a:chExt cx="1319960" cy="958286"/>
          </a:xfrm>
        </p:grpSpPr>
        <p:sp>
          <p:nvSpPr>
            <p:cNvPr id="8" name="Legend1" hidden="1">
              <a:extLst>
                <a:ext uri="{FF2B5EF4-FFF2-40B4-BE49-F238E27FC236}">
                  <a16:creationId xmlns:a16="http://schemas.microsoft.com/office/drawing/2014/main" id="{6F3E4242-972D-E15E-A445-464189148743}"/>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9" name="Legend2" hidden="1">
              <a:extLst>
                <a:ext uri="{FF2B5EF4-FFF2-40B4-BE49-F238E27FC236}">
                  <a16:creationId xmlns:a16="http://schemas.microsoft.com/office/drawing/2014/main" id="{B16EF465-7DE9-4CE1-97BF-E2C716464298}"/>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0" name="Legend3" hidden="1">
              <a:extLst>
                <a:ext uri="{FF2B5EF4-FFF2-40B4-BE49-F238E27FC236}">
                  <a16:creationId xmlns:a16="http://schemas.microsoft.com/office/drawing/2014/main" id="{DE758C0F-1ADF-F18E-4980-C1F512ED207A}"/>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1" name="LineLegend3" hidden="1">
              <a:extLst>
                <a:ext uri="{FF2B5EF4-FFF2-40B4-BE49-F238E27FC236}">
                  <a16:creationId xmlns:a16="http://schemas.microsoft.com/office/drawing/2014/main" id="{FD72830C-5D0E-329F-AA62-B9983550A382}"/>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id-ID" sz="1400" baseline="0">
                <a:latin typeface="Arial" panose="020B0604020202020204" pitchFamily="34" charset="0"/>
                <a:ea typeface="+mn-ea"/>
                <a:cs typeface="Arial" panose="020B0604020202020204" pitchFamily="34" charset="0"/>
                <a:sym typeface="Arial" panose="020B0604020202020204" pitchFamily="34" charset="0"/>
              </a:endParaRPr>
            </a:p>
          </p:txBody>
        </p:sp>
        <p:sp>
          <p:nvSpPr>
            <p:cNvPr id="12" name="LineLegend2" hidden="1">
              <a:extLst>
                <a:ext uri="{FF2B5EF4-FFF2-40B4-BE49-F238E27FC236}">
                  <a16:creationId xmlns:a16="http://schemas.microsoft.com/office/drawing/2014/main" id="{02A6ECB5-5A34-970E-C995-12B78AD0B7BE}"/>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id-ID" sz="1400" baseline="0">
                <a:latin typeface="Arial" panose="020B0604020202020204" pitchFamily="34" charset="0"/>
                <a:ea typeface="+mn-ea"/>
                <a:cs typeface="Arial" panose="020B0604020202020204" pitchFamily="34" charset="0"/>
                <a:sym typeface="Arial" panose="020B0604020202020204" pitchFamily="34" charset="0"/>
              </a:endParaRPr>
            </a:p>
          </p:txBody>
        </p:sp>
        <p:sp>
          <p:nvSpPr>
            <p:cNvPr id="13" name="LineLegend1" hidden="1">
              <a:extLst>
                <a:ext uri="{FF2B5EF4-FFF2-40B4-BE49-F238E27FC236}">
                  <a16:creationId xmlns:a16="http://schemas.microsoft.com/office/drawing/2014/main" id="{2A92C4E0-C7AB-7610-7AD3-C5F7A8FFCFF2}"/>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id-ID" sz="1400" baseline="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14" name="LegendMoons" hidden="1">
            <a:extLst>
              <a:ext uri="{FF2B5EF4-FFF2-40B4-BE49-F238E27FC236}">
                <a16:creationId xmlns:a16="http://schemas.microsoft.com/office/drawing/2014/main" id="{7312599D-975E-D50D-68FD-422CD5D03A82}"/>
              </a:ext>
            </a:extLst>
          </p:cNvPr>
          <p:cNvGrpSpPr/>
          <p:nvPr userDrawn="1"/>
        </p:nvGrpSpPr>
        <p:grpSpPr>
          <a:xfrm>
            <a:off x="10688315" y="1145373"/>
            <a:ext cx="948949" cy="1731859"/>
            <a:chOff x="7723680" y="1702457"/>
            <a:chExt cx="948949" cy="1731859"/>
          </a:xfrm>
        </p:grpSpPr>
        <p:sp>
          <p:nvSpPr>
            <p:cNvPr id="15" name="Legend1" hidden="1">
              <a:extLst>
                <a:ext uri="{FF2B5EF4-FFF2-40B4-BE49-F238E27FC236}">
                  <a16:creationId xmlns:a16="http://schemas.microsoft.com/office/drawing/2014/main" id="{927AFEAC-F57F-0618-ED39-9F5C3DF23BB7}"/>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7" name="Legend2" hidden="1">
              <a:extLst>
                <a:ext uri="{FF2B5EF4-FFF2-40B4-BE49-F238E27FC236}">
                  <a16:creationId xmlns:a16="http://schemas.microsoft.com/office/drawing/2014/main" id="{1255365B-81F7-2458-3CD3-1E6E81BCCEA5}"/>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8" name="Legend3" hidden="1">
              <a:extLst>
                <a:ext uri="{FF2B5EF4-FFF2-40B4-BE49-F238E27FC236}">
                  <a16:creationId xmlns:a16="http://schemas.microsoft.com/office/drawing/2014/main" id="{264B079A-03D5-4FBA-CD02-CCC247F65DD2}"/>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9" name="Legend4" hidden="1">
              <a:extLst>
                <a:ext uri="{FF2B5EF4-FFF2-40B4-BE49-F238E27FC236}">
                  <a16:creationId xmlns:a16="http://schemas.microsoft.com/office/drawing/2014/main" id="{1FD914B9-8E58-BA4C-965D-87EB78E42C6F}"/>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0" name="Legend5" hidden="1">
              <a:extLst>
                <a:ext uri="{FF2B5EF4-FFF2-40B4-BE49-F238E27FC236}">
                  <a16:creationId xmlns:a16="http://schemas.microsoft.com/office/drawing/2014/main" id="{114947CE-0C8A-B7AF-F903-484DBBA85D39}"/>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grpSp>
          <p:nvGrpSpPr>
            <p:cNvPr id="21" name="MoonLegend1" hidden="1">
              <a:extLst>
                <a:ext uri="{FF2B5EF4-FFF2-40B4-BE49-F238E27FC236}">
                  <a16:creationId xmlns:a16="http://schemas.microsoft.com/office/drawing/2014/main" id="{F308071D-EAB6-E46B-4BC4-A14D763F4B24}"/>
                </a:ext>
              </a:extLst>
            </p:cNvPr>
            <p:cNvGrpSpPr>
              <a:grpSpLocks noChangeAspect="1"/>
            </p:cNvGrpSpPr>
            <p:nvPr>
              <p:custDataLst>
                <p:tags r:id="rId37"/>
              </p:custDataLst>
            </p:nvPr>
          </p:nvGrpSpPr>
          <p:grpSpPr>
            <a:xfrm>
              <a:off x="7723680" y="1702457"/>
              <a:ext cx="228600" cy="228600"/>
              <a:chOff x="762000" y="1270000"/>
              <a:chExt cx="254000" cy="254000"/>
            </a:xfrm>
          </p:grpSpPr>
          <p:sp>
            <p:nvSpPr>
              <p:cNvPr id="34" name="Oval 33" hidden="1">
                <a:extLst>
                  <a:ext uri="{FF2B5EF4-FFF2-40B4-BE49-F238E27FC236}">
                    <a16:creationId xmlns:a16="http://schemas.microsoft.com/office/drawing/2014/main" id="{6C0AE25D-6819-605B-AF54-F5F2DF116C65}"/>
                  </a:ext>
                </a:extLst>
              </p:cNvPr>
              <p:cNvSpPr/>
              <p:nvPr>
                <p:custDataLst>
                  <p:tags r:id="rId5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5" name="Arc 34" hidden="1">
                <a:extLst>
                  <a:ext uri="{FF2B5EF4-FFF2-40B4-BE49-F238E27FC236}">
                    <a16:creationId xmlns:a16="http://schemas.microsoft.com/office/drawing/2014/main" id="{56BC7288-F55D-BA90-57D0-237899FF6D7E}"/>
                  </a:ext>
                </a:extLst>
              </p:cNvPr>
              <p:cNvSpPr/>
              <p:nvPr>
                <p:custDataLst>
                  <p:tags r:id="rId51"/>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22" name="MoonLegend2" hidden="1">
              <a:extLst>
                <a:ext uri="{FF2B5EF4-FFF2-40B4-BE49-F238E27FC236}">
                  <a16:creationId xmlns:a16="http://schemas.microsoft.com/office/drawing/2014/main" id="{F35A6715-6D5F-5C2F-8B54-3BB35AD8DDEF}"/>
                </a:ext>
              </a:extLst>
            </p:cNvPr>
            <p:cNvGrpSpPr>
              <a:grpSpLocks noChangeAspect="1"/>
            </p:cNvGrpSpPr>
            <p:nvPr>
              <p:custDataLst>
                <p:tags r:id="rId38"/>
              </p:custDataLst>
            </p:nvPr>
          </p:nvGrpSpPr>
          <p:grpSpPr>
            <a:xfrm>
              <a:off x="7723680" y="2078270"/>
              <a:ext cx="228600" cy="228600"/>
              <a:chOff x="762000" y="1270000"/>
              <a:chExt cx="254000" cy="254000"/>
            </a:xfrm>
          </p:grpSpPr>
          <p:sp>
            <p:nvSpPr>
              <p:cNvPr id="32" name="Oval 31" hidden="1">
                <a:extLst>
                  <a:ext uri="{FF2B5EF4-FFF2-40B4-BE49-F238E27FC236}">
                    <a16:creationId xmlns:a16="http://schemas.microsoft.com/office/drawing/2014/main" id="{45441A4B-0100-056D-10B4-B1E87869969A}"/>
                  </a:ext>
                </a:extLst>
              </p:cNvPr>
              <p:cNvSpPr/>
              <p:nvPr>
                <p:custDataLst>
                  <p:tags r:id="rId4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3" name="Arc 32" hidden="1">
                <a:extLst>
                  <a:ext uri="{FF2B5EF4-FFF2-40B4-BE49-F238E27FC236}">
                    <a16:creationId xmlns:a16="http://schemas.microsoft.com/office/drawing/2014/main" id="{0F5AE4E6-7793-6DC1-33AC-16CB3C6402F5}"/>
                  </a:ext>
                </a:extLst>
              </p:cNvPr>
              <p:cNvSpPr/>
              <p:nvPr>
                <p:custDataLst>
                  <p:tags r:id="rId49"/>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23" name="MoonLegend3" hidden="1">
              <a:extLst>
                <a:ext uri="{FF2B5EF4-FFF2-40B4-BE49-F238E27FC236}">
                  <a16:creationId xmlns:a16="http://schemas.microsoft.com/office/drawing/2014/main" id="{59E2F257-1FED-2B79-3723-6EFD5AE102FD}"/>
                </a:ext>
              </a:extLst>
            </p:cNvPr>
            <p:cNvGrpSpPr>
              <a:grpSpLocks noChangeAspect="1"/>
            </p:cNvGrpSpPr>
            <p:nvPr>
              <p:custDataLst>
                <p:tags r:id="rId39"/>
              </p:custDataLst>
            </p:nvPr>
          </p:nvGrpSpPr>
          <p:grpSpPr>
            <a:xfrm>
              <a:off x="7723680" y="2454085"/>
              <a:ext cx="228600" cy="228600"/>
              <a:chOff x="762000" y="1270000"/>
              <a:chExt cx="254000" cy="254000"/>
            </a:xfrm>
          </p:grpSpPr>
          <p:sp>
            <p:nvSpPr>
              <p:cNvPr id="30" name="Oval 29" hidden="1">
                <a:extLst>
                  <a:ext uri="{FF2B5EF4-FFF2-40B4-BE49-F238E27FC236}">
                    <a16:creationId xmlns:a16="http://schemas.microsoft.com/office/drawing/2014/main" id="{01F91E43-D0B2-0BF8-B7AB-B0777A98FDB4}"/>
                  </a:ext>
                </a:extLst>
              </p:cNvPr>
              <p:cNvSpPr/>
              <p:nvPr>
                <p:custDataLst>
                  <p:tags r:id="rId4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1" name="Arc 30" hidden="1">
                <a:extLst>
                  <a:ext uri="{FF2B5EF4-FFF2-40B4-BE49-F238E27FC236}">
                    <a16:creationId xmlns:a16="http://schemas.microsoft.com/office/drawing/2014/main" id="{4EB5B109-15DE-FE9F-AADB-DA8C54C511DE}"/>
                  </a:ext>
                </a:extLst>
              </p:cNvPr>
              <p:cNvSpPr/>
              <p:nvPr>
                <p:custDataLst>
                  <p:tags r:id="rId47"/>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24" name="MoonLegend4" hidden="1">
              <a:extLst>
                <a:ext uri="{FF2B5EF4-FFF2-40B4-BE49-F238E27FC236}">
                  <a16:creationId xmlns:a16="http://schemas.microsoft.com/office/drawing/2014/main" id="{203F2358-CB48-1CF2-A24A-9209D85ABB1E}"/>
                </a:ext>
              </a:extLst>
            </p:cNvPr>
            <p:cNvGrpSpPr>
              <a:grpSpLocks noChangeAspect="1"/>
            </p:cNvGrpSpPr>
            <p:nvPr>
              <p:custDataLst>
                <p:tags r:id="rId40"/>
              </p:custDataLst>
            </p:nvPr>
          </p:nvGrpSpPr>
          <p:grpSpPr>
            <a:xfrm>
              <a:off x="7723680" y="2829900"/>
              <a:ext cx="228600" cy="228600"/>
              <a:chOff x="762000" y="1270000"/>
              <a:chExt cx="254000" cy="254000"/>
            </a:xfrm>
          </p:grpSpPr>
          <p:sp>
            <p:nvSpPr>
              <p:cNvPr id="28" name="Oval 27" hidden="1">
                <a:extLst>
                  <a:ext uri="{FF2B5EF4-FFF2-40B4-BE49-F238E27FC236}">
                    <a16:creationId xmlns:a16="http://schemas.microsoft.com/office/drawing/2014/main" id="{73FF15DF-1B3C-38F9-206E-C766E6B415D7}"/>
                  </a:ext>
                </a:extLst>
              </p:cNvPr>
              <p:cNvSpPr/>
              <p:nvPr>
                <p:custDataLst>
                  <p:tags r:id="rId4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9" name="Arc 28" hidden="1">
                <a:extLst>
                  <a:ext uri="{FF2B5EF4-FFF2-40B4-BE49-F238E27FC236}">
                    <a16:creationId xmlns:a16="http://schemas.microsoft.com/office/drawing/2014/main" id="{77DF3351-FEEA-D269-9D15-4A4D755B7FB5}"/>
                  </a:ext>
                </a:extLst>
              </p:cNvPr>
              <p:cNvSpPr/>
              <p:nvPr>
                <p:custDataLst>
                  <p:tags r:id="rId45"/>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25" name="MoonLegend5" hidden="1">
              <a:extLst>
                <a:ext uri="{FF2B5EF4-FFF2-40B4-BE49-F238E27FC236}">
                  <a16:creationId xmlns:a16="http://schemas.microsoft.com/office/drawing/2014/main" id="{7A623FC8-E47D-59C0-5F73-1301CCD89904}"/>
                </a:ext>
              </a:extLst>
            </p:cNvPr>
            <p:cNvGrpSpPr>
              <a:grpSpLocks noChangeAspect="1"/>
            </p:cNvGrpSpPr>
            <p:nvPr>
              <p:custDataLst>
                <p:tags r:id="rId41"/>
              </p:custDataLst>
            </p:nvPr>
          </p:nvGrpSpPr>
          <p:grpSpPr>
            <a:xfrm>
              <a:off x="7723680" y="3205716"/>
              <a:ext cx="228600" cy="228600"/>
              <a:chOff x="762000" y="1270000"/>
              <a:chExt cx="254000" cy="254000"/>
            </a:xfrm>
          </p:grpSpPr>
          <p:sp>
            <p:nvSpPr>
              <p:cNvPr id="26" name="Oval 25" hidden="1">
                <a:extLst>
                  <a:ext uri="{FF2B5EF4-FFF2-40B4-BE49-F238E27FC236}">
                    <a16:creationId xmlns:a16="http://schemas.microsoft.com/office/drawing/2014/main" id="{7F7559BD-DAB6-1866-7553-188FC6EA8DB3}"/>
                  </a:ext>
                </a:extLst>
              </p:cNvPr>
              <p:cNvSpPr/>
              <p:nvPr>
                <p:custDataLst>
                  <p:tags r:id="rId4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7" name="Arc 26" hidden="1">
                <a:extLst>
                  <a:ext uri="{FF2B5EF4-FFF2-40B4-BE49-F238E27FC236}">
                    <a16:creationId xmlns:a16="http://schemas.microsoft.com/office/drawing/2014/main" id="{A4C376C8-D0E4-AAF2-A305-5D7DF17C7A30}"/>
                  </a:ext>
                </a:extLst>
              </p:cNvPr>
              <p:cNvSpPr/>
              <p:nvPr>
                <p:custDataLst>
                  <p:tags r:id="rId43"/>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grpSp>
        <p:nvGrpSpPr>
          <p:cNvPr id="36" name="LegendBoxes" hidden="1">
            <a:extLst>
              <a:ext uri="{FF2B5EF4-FFF2-40B4-BE49-F238E27FC236}">
                <a16:creationId xmlns:a16="http://schemas.microsoft.com/office/drawing/2014/main" id="{D19706E3-0C99-3975-1587-F4FB9FD19138}"/>
              </a:ext>
            </a:extLst>
          </p:cNvPr>
          <p:cNvGrpSpPr/>
          <p:nvPr userDrawn="1"/>
        </p:nvGrpSpPr>
        <p:grpSpPr>
          <a:xfrm>
            <a:off x="10714801" y="4381500"/>
            <a:ext cx="922463" cy="1717282"/>
            <a:chOff x="10652400" y="4322824"/>
            <a:chExt cx="922463" cy="1717282"/>
          </a:xfrm>
        </p:grpSpPr>
        <p:sp>
          <p:nvSpPr>
            <p:cNvPr id="37" name="RectangleLegend1" hidden="1">
              <a:extLst>
                <a:ext uri="{FF2B5EF4-FFF2-40B4-BE49-F238E27FC236}">
                  <a16:creationId xmlns:a16="http://schemas.microsoft.com/office/drawing/2014/main" id="{D138E18A-ED0F-DDB1-B384-228BC12E8A88}"/>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8" name="RectangleLegend2" hidden="1">
              <a:extLst>
                <a:ext uri="{FF2B5EF4-FFF2-40B4-BE49-F238E27FC236}">
                  <a16:creationId xmlns:a16="http://schemas.microsoft.com/office/drawing/2014/main" id="{5439DB09-86F1-8470-4541-4970B1E06CFF}"/>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9" name="RectangleLegend3" hidden="1">
              <a:extLst>
                <a:ext uri="{FF2B5EF4-FFF2-40B4-BE49-F238E27FC236}">
                  <a16:creationId xmlns:a16="http://schemas.microsoft.com/office/drawing/2014/main" id="{1CD2C1F6-ECE6-55D0-A243-673CE15CCC36}"/>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0" name="RectangleLegend4" hidden="1">
              <a:extLst>
                <a:ext uri="{FF2B5EF4-FFF2-40B4-BE49-F238E27FC236}">
                  <a16:creationId xmlns:a16="http://schemas.microsoft.com/office/drawing/2014/main" id="{8DA01114-7FC8-1ED3-28F6-195ED077DB30}"/>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1" name="RectangleLegend5" hidden="1">
              <a:extLst>
                <a:ext uri="{FF2B5EF4-FFF2-40B4-BE49-F238E27FC236}">
                  <a16:creationId xmlns:a16="http://schemas.microsoft.com/office/drawing/2014/main" id="{B7A792EB-2340-E712-78E9-926A521F76E1}"/>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2" name="Legend1" hidden="1">
              <a:extLst>
                <a:ext uri="{FF2B5EF4-FFF2-40B4-BE49-F238E27FC236}">
                  <a16:creationId xmlns:a16="http://schemas.microsoft.com/office/drawing/2014/main" id="{18D14CF4-DE5C-C2A3-251B-A67CC6D15145}"/>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43" name="Legend2" hidden="1">
              <a:extLst>
                <a:ext uri="{FF2B5EF4-FFF2-40B4-BE49-F238E27FC236}">
                  <a16:creationId xmlns:a16="http://schemas.microsoft.com/office/drawing/2014/main" id="{150EDE4B-4223-C86D-17B6-911CC3A4695C}"/>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44" name="Legend3" hidden="1">
              <a:extLst>
                <a:ext uri="{FF2B5EF4-FFF2-40B4-BE49-F238E27FC236}">
                  <a16:creationId xmlns:a16="http://schemas.microsoft.com/office/drawing/2014/main" id="{CDF52D64-3880-E13D-4874-F38ECCD49BD9}"/>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45" name="Legend4" hidden="1">
              <a:extLst>
                <a:ext uri="{FF2B5EF4-FFF2-40B4-BE49-F238E27FC236}">
                  <a16:creationId xmlns:a16="http://schemas.microsoft.com/office/drawing/2014/main" id="{3B60D327-23E9-DE87-F99C-ACC70708B9E4}"/>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46" name="Legend5" hidden="1">
              <a:extLst>
                <a:ext uri="{FF2B5EF4-FFF2-40B4-BE49-F238E27FC236}">
                  <a16:creationId xmlns:a16="http://schemas.microsoft.com/office/drawing/2014/main" id="{D60D5894-2222-C226-193B-9075D4E881AB}"/>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grpSp>
      <p:grpSp>
        <p:nvGrpSpPr>
          <p:cNvPr id="47" name="Group 46">
            <a:extLst>
              <a:ext uri="{FF2B5EF4-FFF2-40B4-BE49-F238E27FC236}">
                <a16:creationId xmlns:a16="http://schemas.microsoft.com/office/drawing/2014/main" id="{BBF4D284-AAC2-4734-A31C-056334CCCFF6}"/>
              </a:ext>
            </a:extLst>
          </p:cNvPr>
          <p:cNvGrpSpPr/>
          <p:nvPr userDrawn="1"/>
        </p:nvGrpSpPr>
        <p:grpSpPr>
          <a:xfrm>
            <a:off x="0" y="6787773"/>
            <a:ext cx="12192000" cy="83657"/>
            <a:chOff x="-1" y="2352858"/>
            <a:chExt cx="12191999" cy="198318"/>
          </a:xfrm>
        </p:grpSpPr>
        <p:sp>
          <p:nvSpPr>
            <p:cNvPr id="48" name="Rectangle 47">
              <a:extLst>
                <a:ext uri="{FF2B5EF4-FFF2-40B4-BE49-F238E27FC236}">
                  <a16:creationId xmlns:a16="http://schemas.microsoft.com/office/drawing/2014/main" id="{D508BB93-CB8D-2826-A6EE-28D38541BE86}"/>
                </a:ext>
              </a:extLst>
            </p:cNvPr>
            <p:cNvSpPr/>
            <p:nvPr/>
          </p:nvSpPr>
          <p:spPr>
            <a:xfrm>
              <a:off x="-1" y="2352858"/>
              <a:ext cx="2404873" cy="198318"/>
            </a:xfrm>
            <a:prstGeom prst="rect">
              <a:avLst/>
            </a:prstGeom>
            <a:solidFill>
              <a:srgbClr val="670F3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49" name="Rectangle 48">
              <a:extLst>
                <a:ext uri="{FF2B5EF4-FFF2-40B4-BE49-F238E27FC236}">
                  <a16:creationId xmlns:a16="http://schemas.microsoft.com/office/drawing/2014/main" id="{4478A25B-0174-B721-1C9B-B0B8072F28B6}"/>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50" name="Rectangle 49">
              <a:extLst>
                <a:ext uri="{FF2B5EF4-FFF2-40B4-BE49-F238E27FC236}">
                  <a16:creationId xmlns:a16="http://schemas.microsoft.com/office/drawing/2014/main" id="{88F7ADDE-E342-1ADC-CB28-B266B87E4064}"/>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51" name="Holder 3">
            <a:extLst>
              <a:ext uri="{FF2B5EF4-FFF2-40B4-BE49-F238E27FC236}">
                <a16:creationId xmlns:a16="http://schemas.microsoft.com/office/drawing/2014/main" id="{967B8A6E-E06D-9E91-4FA7-219A10A83F8B}"/>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2" name="Graphic 51">
            <a:extLst>
              <a:ext uri="{FF2B5EF4-FFF2-40B4-BE49-F238E27FC236}">
                <a16:creationId xmlns:a16="http://schemas.microsoft.com/office/drawing/2014/main" id="{38A207DF-C612-9A2A-05D8-630FDBA1B8A7}"/>
              </a:ext>
            </a:extLst>
          </p:cNvPr>
          <p:cNvPicPr>
            <a:picLocks noChangeAspect="1"/>
          </p:cNvPicPr>
          <p:nvPr userDrawn="1"/>
        </p:nvPicPr>
        <p:blipFill>
          <a:blip>
            <a:extLst>
              <a:ext uri="{96DAC541-7B7A-43D3-8B79-37D633B846F1}">
                <asvg:svgBlip xmlns:asvg="http://schemas.microsoft.com/office/drawing/2016/SVG/main" r:embed="rId54"/>
              </a:ext>
            </a:extLst>
          </a:blip>
          <a:stretch>
            <a:fillRect/>
          </a:stretch>
        </p:blipFill>
        <p:spPr>
          <a:xfrm>
            <a:off x="10072696" y="6367129"/>
            <a:ext cx="1191176" cy="246221"/>
          </a:xfrm>
          <a:prstGeom prst="rect">
            <a:avLst/>
          </a:prstGeom>
        </p:spPr>
      </p:pic>
    </p:spTree>
    <p:extLst>
      <p:ext uri="{BB962C8B-B14F-4D97-AF65-F5344CB8AC3E}">
        <p14:creationId xmlns:p14="http://schemas.microsoft.com/office/powerpoint/2010/main" val="14619256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accent2"/>
          </a:solidFill>
          <a:latin typeface="Arial" panose="020B0604020202020204" pitchFamily="34" charset="0"/>
          <a:ea typeface="+mj-ea"/>
          <a:cs typeface="Arial" panose="020B0604020202020204" pitchFamily="34" charset="0"/>
          <a:sym typeface="Arial" panose="020B0604020202020204" pitchFamily="34" charset="0"/>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399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3"/>
            </p:custDataLst>
            <p:extLst>
              <p:ext uri="{D42A27DB-BD31-4B8C-83A1-F6EECF244321}">
                <p14:modId xmlns:p14="http://schemas.microsoft.com/office/powerpoint/2010/main" val="3048927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592" imgH="591" progId="TCLayout.ActiveDocument.1">
                  <p:embed/>
                </p:oleObj>
              </mc:Choice>
              <mc:Fallback>
                <p:oleObj name="thinkcell Slide" r:id="rId24"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4"/>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id-ID"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5"/>
            </p:custDataLst>
          </p:nvPr>
        </p:nvSpPr>
        <p:spPr>
          <a:xfrm>
            <a:off x="554736" y="172212"/>
            <a:ext cx="11082528" cy="731520"/>
          </a:xfrm>
          <a:prstGeom prst="rect">
            <a:avLst/>
          </a:prstGeom>
        </p:spPr>
        <p:txBody>
          <a:bodyPr vert="horz" wrap="square" lIns="0" tIns="0" rIns="0" bIns="0" rtlCol="0" anchor="b" anchorCtr="0">
            <a:noAutofit/>
          </a:bodyPr>
          <a:lstStyle/>
          <a:p>
            <a:pPr lvl="0"/>
            <a:r>
              <a:rPr lang="id-ID"/>
              <a:t>Click to edit Master title style</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6"/>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id-ID">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id-ID"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7"/>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id-ID">
                <a:latin typeface="Arial" panose="020B0604020202020204" pitchFamily="34" charset="0"/>
                <a:cs typeface="Arial" panose="020B0604020202020204" pitchFamily="34" charset="0"/>
                <a:sym typeface="Arial" panose="020B0604020202020204" pitchFamily="34" charset="0"/>
              </a:rPr>
              <a:t>Footnotes</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id-ID">
                <a:latin typeface="Arial" panose="020B0604020202020204" pitchFamily="34" charset="0"/>
                <a:cs typeface="Arial" panose="020B0604020202020204" pitchFamily="34" charset="0"/>
                <a:sym typeface="Arial" panose="020B0604020202020204" pitchFamily="34" charset="0"/>
              </a:rPr>
              <a:t>STICKER</a:t>
            </a:r>
          </a:p>
        </p:txBody>
      </p:sp>
      <p:sp>
        <p:nvSpPr>
          <p:cNvPr id="207" name="ACET" hidden="1">
            <a:extLst>
              <a:ext uri="{FF2B5EF4-FFF2-40B4-BE49-F238E27FC236}">
                <a16:creationId xmlns:a16="http://schemas.microsoft.com/office/drawing/2014/main" id="{9C1AB688-8E46-4BED-871D-3FE073C183F2}"/>
              </a:ext>
            </a:extLst>
          </p:cNvPr>
          <p:cNvSpPr txBox="1"/>
          <p:nvPr userDrawn="1">
            <p:custDataLst>
              <p:tags r:id="rId8"/>
            </p:custDataLst>
          </p:nvPr>
        </p:nvSpPr>
        <p:spPr>
          <a:xfrm>
            <a:off x="5987738" y="2170800"/>
            <a:ext cx="3049253" cy="53860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id-ID">
                <a:latin typeface="Arial" panose="020B0604020202020204" pitchFamily="34" charset="0"/>
                <a:cs typeface="Arial" panose="020B0604020202020204" pitchFamily="34" charset="0"/>
                <a:sym typeface="Arial" panose="020B0604020202020204" pitchFamily="34" charset="0"/>
              </a:rPr>
              <a:t>Above Chart Exhibit Title</a:t>
            </a:r>
          </a:p>
          <a:p>
            <a:pPr lvl="0" rtl="0"/>
            <a:r>
              <a:rPr lang="id-ID" sz="1400" b="0">
                <a:latin typeface="Arial" panose="020B0604020202020204" pitchFamily="34" charset="0"/>
                <a:cs typeface="Arial" panose="020B0604020202020204" pitchFamily="34" charset="0"/>
                <a:sym typeface="Arial" panose="020B0604020202020204" pitchFamily="34" charset="0"/>
              </a:rPr>
              <a:t>Unit of Measure</a:t>
            </a:r>
          </a:p>
        </p:txBody>
      </p:sp>
      <p:sp>
        <p:nvSpPr>
          <p:cNvPr id="4" name="Text Placeholder 3">
            <a:extLst>
              <a:ext uri="{FF2B5EF4-FFF2-40B4-BE49-F238E27FC236}">
                <a16:creationId xmlns:a16="http://schemas.microsoft.com/office/drawing/2014/main" id="{AEA8BC65-10CC-4404-9B17-2797DDA47747}"/>
              </a:ext>
            </a:extLst>
          </p:cNvPr>
          <p:cNvSpPr>
            <a:spLocks noGrp="1"/>
          </p:cNvSpPr>
          <p:nvPr>
            <p:ph type="body" idx="1"/>
          </p:nvPr>
        </p:nvSpPr>
        <p:spPr>
          <a:xfrm>
            <a:off x="554736" y="2170800"/>
            <a:ext cx="2484655" cy="1384300"/>
          </a:xfrm>
          <a:prstGeom prst="rect">
            <a:avLst/>
          </a:prstGeom>
        </p:spPr>
        <p:txBody>
          <a:bodyPr vert="horz" lIns="0" tIns="0" rIns="0" bIns="0" rtlCol="0">
            <a:noAutofit/>
          </a:bodyPr>
          <a:lstStyle/>
          <a:p>
            <a:pPr lvl="0"/>
            <a:r>
              <a:rPr lang="id-ID"/>
              <a:t>Click to edit Master text styles</a:t>
            </a:r>
          </a:p>
          <a:p>
            <a:pPr lvl="1"/>
            <a:r>
              <a:rPr lang="id-ID"/>
              <a:t>Second level</a:t>
            </a:r>
          </a:p>
          <a:p>
            <a:pPr lvl="2"/>
            <a:r>
              <a:rPr lang="id-ID"/>
              <a:t>Third level</a:t>
            </a:r>
          </a:p>
          <a:p>
            <a:pPr lvl="3"/>
            <a:r>
              <a:rPr lang="id-ID"/>
              <a:t>Fourth level</a:t>
            </a:r>
          </a:p>
          <a:p>
            <a:pPr lvl="4"/>
            <a:r>
              <a:rPr lang="id-ID"/>
              <a:t>Fifth level</a:t>
            </a:r>
          </a:p>
        </p:txBody>
      </p:sp>
      <p:grpSp>
        <p:nvGrpSpPr>
          <p:cNvPr id="6" name="LegendBoxes" hidden="1">
            <a:extLst>
              <a:ext uri="{FF2B5EF4-FFF2-40B4-BE49-F238E27FC236}">
                <a16:creationId xmlns:a16="http://schemas.microsoft.com/office/drawing/2014/main" id="{B594FF02-52CE-7096-7C8A-E60CFEEB2A5B}"/>
              </a:ext>
            </a:extLst>
          </p:cNvPr>
          <p:cNvGrpSpPr/>
          <p:nvPr userDrawn="1"/>
        </p:nvGrpSpPr>
        <p:grpSpPr>
          <a:xfrm>
            <a:off x="10714801" y="4381500"/>
            <a:ext cx="922463" cy="1717282"/>
            <a:chOff x="10554770" y="4322824"/>
            <a:chExt cx="922463" cy="1717282"/>
          </a:xfrm>
        </p:grpSpPr>
        <p:sp>
          <p:nvSpPr>
            <p:cNvPr id="7" name="RectangleLegend1" hidden="1">
              <a:extLst>
                <a:ext uri="{FF2B5EF4-FFF2-40B4-BE49-F238E27FC236}">
                  <a16:creationId xmlns:a16="http://schemas.microsoft.com/office/drawing/2014/main" id="{F9F948EF-0F08-07E8-641B-469A60BD26DD}"/>
                </a:ext>
              </a:extLst>
            </p:cNvPr>
            <p:cNvSpPr/>
            <p:nvPr/>
          </p:nvSpPr>
          <p:spPr>
            <a:xfrm>
              <a:off x="1055477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 name="RectangleLegend2" hidden="1">
              <a:extLst>
                <a:ext uri="{FF2B5EF4-FFF2-40B4-BE49-F238E27FC236}">
                  <a16:creationId xmlns:a16="http://schemas.microsoft.com/office/drawing/2014/main" id="{96D0EF4E-06C7-F3D1-3293-B1E9982D148F}"/>
                </a:ext>
              </a:extLst>
            </p:cNvPr>
            <p:cNvSpPr/>
            <p:nvPr/>
          </p:nvSpPr>
          <p:spPr>
            <a:xfrm>
              <a:off x="1055477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 name="RectangleLegend3" hidden="1">
              <a:extLst>
                <a:ext uri="{FF2B5EF4-FFF2-40B4-BE49-F238E27FC236}">
                  <a16:creationId xmlns:a16="http://schemas.microsoft.com/office/drawing/2014/main" id="{B98CCDE6-22EF-4E6D-15A2-7A1C2C2FE34F}"/>
                </a:ext>
              </a:extLst>
            </p:cNvPr>
            <p:cNvSpPr/>
            <p:nvPr/>
          </p:nvSpPr>
          <p:spPr>
            <a:xfrm>
              <a:off x="1055477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Legend4" hidden="1">
              <a:extLst>
                <a:ext uri="{FF2B5EF4-FFF2-40B4-BE49-F238E27FC236}">
                  <a16:creationId xmlns:a16="http://schemas.microsoft.com/office/drawing/2014/main" id="{EC71C66E-F007-6B2B-6BFF-095BFBE79780}"/>
                </a:ext>
              </a:extLst>
            </p:cNvPr>
            <p:cNvSpPr/>
            <p:nvPr/>
          </p:nvSpPr>
          <p:spPr>
            <a:xfrm>
              <a:off x="1055477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1" name="RectangleLegend5" hidden="1">
              <a:extLst>
                <a:ext uri="{FF2B5EF4-FFF2-40B4-BE49-F238E27FC236}">
                  <a16:creationId xmlns:a16="http://schemas.microsoft.com/office/drawing/2014/main" id="{DDEB82CA-84C7-F3A4-ABB1-375E90082827}"/>
                </a:ext>
              </a:extLst>
            </p:cNvPr>
            <p:cNvSpPr/>
            <p:nvPr/>
          </p:nvSpPr>
          <p:spPr>
            <a:xfrm>
              <a:off x="1055477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2" name="Legend1" hidden="1">
              <a:extLst>
                <a:ext uri="{FF2B5EF4-FFF2-40B4-BE49-F238E27FC236}">
                  <a16:creationId xmlns:a16="http://schemas.microsoft.com/office/drawing/2014/main" id="{EF8D43E1-C97B-86B8-B5BA-D99A87D35730}"/>
                </a:ext>
              </a:extLst>
            </p:cNvPr>
            <p:cNvSpPr txBox="1"/>
            <p:nvPr/>
          </p:nvSpPr>
          <p:spPr>
            <a:xfrm>
              <a:off x="10880916" y="432282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3" name="Legend2" hidden="1">
              <a:extLst>
                <a:ext uri="{FF2B5EF4-FFF2-40B4-BE49-F238E27FC236}">
                  <a16:creationId xmlns:a16="http://schemas.microsoft.com/office/drawing/2014/main" id="{902DBCA5-D629-57F2-B9B9-128F0F0E72C2}"/>
                </a:ext>
              </a:extLst>
            </p:cNvPr>
            <p:cNvSpPr txBox="1"/>
            <p:nvPr/>
          </p:nvSpPr>
          <p:spPr>
            <a:xfrm>
              <a:off x="10880916" y="470232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4" name="Legend3" hidden="1">
              <a:extLst>
                <a:ext uri="{FF2B5EF4-FFF2-40B4-BE49-F238E27FC236}">
                  <a16:creationId xmlns:a16="http://schemas.microsoft.com/office/drawing/2014/main" id="{1D9FD3E5-EA87-43EA-A492-B45098E639ED}"/>
                </a:ext>
              </a:extLst>
            </p:cNvPr>
            <p:cNvSpPr txBox="1"/>
            <p:nvPr/>
          </p:nvSpPr>
          <p:spPr>
            <a:xfrm>
              <a:off x="10880916" y="5081820"/>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5" name="Legend4" hidden="1">
              <a:extLst>
                <a:ext uri="{FF2B5EF4-FFF2-40B4-BE49-F238E27FC236}">
                  <a16:creationId xmlns:a16="http://schemas.microsoft.com/office/drawing/2014/main" id="{EF2CCCE5-7D5B-7B94-A102-73CB6FB4224C}"/>
                </a:ext>
              </a:extLst>
            </p:cNvPr>
            <p:cNvSpPr txBox="1"/>
            <p:nvPr/>
          </p:nvSpPr>
          <p:spPr>
            <a:xfrm>
              <a:off x="10880916" y="5453241"/>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6" name="Legend5" hidden="1">
              <a:extLst>
                <a:ext uri="{FF2B5EF4-FFF2-40B4-BE49-F238E27FC236}">
                  <a16:creationId xmlns:a16="http://schemas.microsoft.com/office/drawing/2014/main" id="{97F8615F-3885-C518-EE82-0C084D4DD0A6}"/>
                </a:ext>
              </a:extLst>
            </p:cNvPr>
            <p:cNvSpPr txBox="1"/>
            <p:nvPr/>
          </p:nvSpPr>
          <p:spPr>
            <a:xfrm>
              <a:off x="10880915" y="582466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grpSp>
      <p:grpSp>
        <p:nvGrpSpPr>
          <p:cNvPr id="17" name="LegendLines" hidden="1">
            <a:extLst>
              <a:ext uri="{FF2B5EF4-FFF2-40B4-BE49-F238E27FC236}">
                <a16:creationId xmlns:a16="http://schemas.microsoft.com/office/drawing/2014/main" id="{B480A93A-0007-D0A5-F230-2033E1627380}"/>
              </a:ext>
            </a:extLst>
          </p:cNvPr>
          <p:cNvGrpSpPr/>
          <p:nvPr userDrawn="1"/>
        </p:nvGrpSpPr>
        <p:grpSpPr>
          <a:xfrm>
            <a:off x="10317304" y="3150831"/>
            <a:ext cx="1319960" cy="958286"/>
            <a:chOff x="10162879" y="3243772"/>
            <a:chExt cx="1319960" cy="958286"/>
          </a:xfrm>
        </p:grpSpPr>
        <p:sp>
          <p:nvSpPr>
            <p:cNvPr id="18" name="Legend1" hidden="1">
              <a:extLst>
                <a:ext uri="{FF2B5EF4-FFF2-40B4-BE49-F238E27FC236}">
                  <a16:creationId xmlns:a16="http://schemas.microsoft.com/office/drawing/2014/main" id="{70B5D666-A0B1-DC3B-330D-49290BA4047A}"/>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19" name="Legend2" hidden="1">
              <a:extLst>
                <a:ext uri="{FF2B5EF4-FFF2-40B4-BE49-F238E27FC236}">
                  <a16:creationId xmlns:a16="http://schemas.microsoft.com/office/drawing/2014/main" id="{6E874FB9-4FD0-8359-CD9E-7CD00B7DB14A}"/>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0" name="Legend3" hidden="1">
              <a:extLst>
                <a:ext uri="{FF2B5EF4-FFF2-40B4-BE49-F238E27FC236}">
                  <a16:creationId xmlns:a16="http://schemas.microsoft.com/office/drawing/2014/main" id="{34282E7F-3CA2-5ED0-B92E-353ED15E82A6}"/>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1" name="LineLegend3" hidden="1">
              <a:extLst>
                <a:ext uri="{FF2B5EF4-FFF2-40B4-BE49-F238E27FC236}">
                  <a16:creationId xmlns:a16="http://schemas.microsoft.com/office/drawing/2014/main" id="{80047004-74F3-120B-3FF3-3BB37ECF7C68}"/>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id-ID" sz="1400" baseline="0">
                <a:latin typeface="Arial" panose="020B0604020202020204" pitchFamily="34" charset="0"/>
                <a:ea typeface="+mn-ea"/>
                <a:cs typeface="Arial" panose="020B0604020202020204" pitchFamily="34" charset="0"/>
                <a:sym typeface="Arial" panose="020B0604020202020204" pitchFamily="34" charset="0"/>
              </a:endParaRPr>
            </a:p>
          </p:txBody>
        </p:sp>
        <p:sp>
          <p:nvSpPr>
            <p:cNvPr id="22" name="LineLegend2" hidden="1">
              <a:extLst>
                <a:ext uri="{FF2B5EF4-FFF2-40B4-BE49-F238E27FC236}">
                  <a16:creationId xmlns:a16="http://schemas.microsoft.com/office/drawing/2014/main" id="{2F735FF0-3FC9-E28A-845C-6B304B399FD6}"/>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id-ID" sz="1400" baseline="0">
                <a:latin typeface="Arial" panose="020B0604020202020204" pitchFamily="34" charset="0"/>
                <a:ea typeface="+mn-ea"/>
                <a:cs typeface="Arial" panose="020B0604020202020204" pitchFamily="34" charset="0"/>
                <a:sym typeface="Arial" panose="020B0604020202020204" pitchFamily="34" charset="0"/>
              </a:endParaRPr>
            </a:p>
          </p:txBody>
        </p:sp>
        <p:sp>
          <p:nvSpPr>
            <p:cNvPr id="23" name="LineLegend1" hidden="1">
              <a:extLst>
                <a:ext uri="{FF2B5EF4-FFF2-40B4-BE49-F238E27FC236}">
                  <a16:creationId xmlns:a16="http://schemas.microsoft.com/office/drawing/2014/main" id="{D78FFC9A-F196-9BC3-8D84-87933D494A87}"/>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id-ID" sz="1400" baseline="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24" name="LegendMoons" hidden="1">
            <a:extLst>
              <a:ext uri="{FF2B5EF4-FFF2-40B4-BE49-F238E27FC236}">
                <a16:creationId xmlns:a16="http://schemas.microsoft.com/office/drawing/2014/main" id="{C0B57875-8D95-B546-FACB-7AED7446F878}"/>
              </a:ext>
            </a:extLst>
          </p:cNvPr>
          <p:cNvGrpSpPr/>
          <p:nvPr userDrawn="1"/>
        </p:nvGrpSpPr>
        <p:grpSpPr>
          <a:xfrm>
            <a:off x="10684859" y="1146588"/>
            <a:ext cx="948949" cy="1731859"/>
            <a:chOff x="7716535" y="2630582"/>
            <a:chExt cx="948949" cy="1731859"/>
          </a:xfrm>
        </p:grpSpPr>
        <p:sp>
          <p:nvSpPr>
            <p:cNvPr id="25" name="Legend1" hidden="1">
              <a:extLst>
                <a:ext uri="{FF2B5EF4-FFF2-40B4-BE49-F238E27FC236}">
                  <a16:creationId xmlns:a16="http://schemas.microsoft.com/office/drawing/2014/main" id="{333F7094-A106-B3E3-D4C9-C88A2F7F78BB}"/>
                </a:ext>
              </a:extLst>
            </p:cNvPr>
            <p:cNvSpPr txBox="1"/>
            <p:nvPr/>
          </p:nvSpPr>
          <p:spPr>
            <a:xfrm>
              <a:off x="8069167" y="2637941"/>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6" name="Legend2" hidden="1">
              <a:extLst>
                <a:ext uri="{FF2B5EF4-FFF2-40B4-BE49-F238E27FC236}">
                  <a16:creationId xmlns:a16="http://schemas.microsoft.com/office/drawing/2014/main" id="{6535F9E4-77F8-A9F0-49AA-72775A06257A}"/>
                </a:ext>
              </a:extLst>
            </p:cNvPr>
            <p:cNvSpPr txBox="1"/>
            <p:nvPr/>
          </p:nvSpPr>
          <p:spPr>
            <a:xfrm>
              <a:off x="8069167" y="3013400"/>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7" name="Legend3" hidden="1">
              <a:extLst>
                <a:ext uri="{FF2B5EF4-FFF2-40B4-BE49-F238E27FC236}">
                  <a16:creationId xmlns:a16="http://schemas.microsoft.com/office/drawing/2014/main" id="{7CF8F620-A585-0332-59CE-3F31CCB3FDC7}"/>
                </a:ext>
              </a:extLst>
            </p:cNvPr>
            <p:cNvSpPr txBox="1"/>
            <p:nvPr/>
          </p:nvSpPr>
          <p:spPr>
            <a:xfrm>
              <a:off x="8069167" y="3388859"/>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8" name="Legend4" hidden="1">
              <a:extLst>
                <a:ext uri="{FF2B5EF4-FFF2-40B4-BE49-F238E27FC236}">
                  <a16:creationId xmlns:a16="http://schemas.microsoft.com/office/drawing/2014/main" id="{92F156D3-3D03-A43C-A19D-0FB706A9C70F}"/>
                </a:ext>
              </a:extLst>
            </p:cNvPr>
            <p:cNvSpPr txBox="1"/>
            <p:nvPr/>
          </p:nvSpPr>
          <p:spPr>
            <a:xfrm>
              <a:off x="8069167" y="3764318"/>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sp>
          <p:nvSpPr>
            <p:cNvPr id="29" name="Legend5" hidden="1">
              <a:extLst>
                <a:ext uri="{FF2B5EF4-FFF2-40B4-BE49-F238E27FC236}">
                  <a16:creationId xmlns:a16="http://schemas.microsoft.com/office/drawing/2014/main" id="{EB70A0A5-BA62-8AC7-2022-01FADB9325B8}"/>
                </a:ext>
              </a:extLst>
            </p:cNvPr>
            <p:cNvSpPr txBox="1"/>
            <p:nvPr/>
          </p:nvSpPr>
          <p:spPr>
            <a:xfrm>
              <a:off x="8069167" y="4139779"/>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id-ID" sz="1400">
                  <a:latin typeface="Arial" panose="020B0604020202020204" pitchFamily="34" charset="0"/>
                  <a:cs typeface="Arial" panose="020B0604020202020204" pitchFamily="34" charset="0"/>
                  <a:sym typeface="Arial" panose="020B0604020202020204" pitchFamily="34" charset="0"/>
                </a:rPr>
                <a:t>Legend</a:t>
              </a:r>
            </a:p>
          </p:txBody>
        </p:sp>
        <p:grpSp>
          <p:nvGrpSpPr>
            <p:cNvPr id="30" name="MoonLegend1" hidden="1">
              <a:extLst>
                <a:ext uri="{FF2B5EF4-FFF2-40B4-BE49-F238E27FC236}">
                  <a16:creationId xmlns:a16="http://schemas.microsoft.com/office/drawing/2014/main" id="{8946B1E0-1D1D-BCCF-B08B-FD39428B53CF}"/>
                </a:ext>
              </a:extLst>
            </p:cNvPr>
            <p:cNvGrpSpPr>
              <a:grpSpLocks noChangeAspect="1"/>
            </p:cNvGrpSpPr>
            <p:nvPr>
              <p:custDataLst>
                <p:tags r:id="rId9"/>
              </p:custDataLst>
            </p:nvPr>
          </p:nvGrpSpPr>
          <p:grpSpPr>
            <a:xfrm>
              <a:off x="7716535" y="2630582"/>
              <a:ext cx="228600" cy="228600"/>
              <a:chOff x="762000" y="1270000"/>
              <a:chExt cx="254000" cy="254000"/>
            </a:xfrm>
          </p:grpSpPr>
          <p:sp>
            <p:nvSpPr>
              <p:cNvPr id="43" name="Oval 42" hidden="1">
                <a:extLst>
                  <a:ext uri="{FF2B5EF4-FFF2-40B4-BE49-F238E27FC236}">
                    <a16:creationId xmlns:a16="http://schemas.microsoft.com/office/drawing/2014/main" id="{89C5FBA7-ECF8-A6C1-ABC5-5CF1180B90B3}"/>
                  </a:ext>
                </a:extLst>
              </p:cNvPr>
              <p:cNvSpPr/>
              <p:nvPr>
                <p:custDataLst>
                  <p:tags r:id="rId2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4" name="Arc 43" hidden="1">
                <a:extLst>
                  <a:ext uri="{FF2B5EF4-FFF2-40B4-BE49-F238E27FC236}">
                    <a16:creationId xmlns:a16="http://schemas.microsoft.com/office/drawing/2014/main" id="{8A436900-DFCA-8A0A-2560-CF0985AA97FD}"/>
                  </a:ext>
                </a:extLst>
              </p:cNvPr>
              <p:cNvSpPr/>
              <p:nvPr>
                <p:custDataLst>
                  <p:tags r:id="rId23"/>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31" name="MoonLegend2" hidden="1">
              <a:extLst>
                <a:ext uri="{FF2B5EF4-FFF2-40B4-BE49-F238E27FC236}">
                  <a16:creationId xmlns:a16="http://schemas.microsoft.com/office/drawing/2014/main" id="{1E53FB2D-A34C-0348-87E3-0554E6D58C04}"/>
                </a:ext>
              </a:extLst>
            </p:cNvPr>
            <p:cNvGrpSpPr>
              <a:grpSpLocks noChangeAspect="1"/>
            </p:cNvGrpSpPr>
            <p:nvPr>
              <p:custDataLst>
                <p:tags r:id="rId10"/>
              </p:custDataLst>
            </p:nvPr>
          </p:nvGrpSpPr>
          <p:grpSpPr>
            <a:xfrm>
              <a:off x="7716535" y="3006395"/>
              <a:ext cx="228600" cy="228600"/>
              <a:chOff x="762000" y="1270000"/>
              <a:chExt cx="254000" cy="254000"/>
            </a:xfrm>
          </p:grpSpPr>
          <p:sp>
            <p:nvSpPr>
              <p:cNvPr id="41" name="Oval 40" hidden="1">
                <a:extLst>
                  <a:ext uri="{FF2B5EF4-FFF2-40B4-BE49-F238E27FC236}">
                    <a16:creationId xmlns:a16="http://schemas.microsoft.com/office/drawing/2014/main" id="{F0C5A345-CC1D-7DE9-C7DA-5C75E2F0DD70}"/>
                  </a:ext>
                </a:extLst>
              </p:cNvPr>
              <p:cNvSpPr/>
              <p:nvPr>
                <p:custDataLst>
                  <p:tags r:id="rId2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2" name="Arc 41" hidden="1">
                <a:extLst>
                  <a:ext uri="{FF2B5EF4-FFF2-40B4-BE49-F238E27FC236}">
                    <a16:creationId xmlns:a16="http://schemas.microsoft.com/office/drawing/2014/main" id="{4D29850D-9911-E7F1-9545-A4A61C9F5C02}"/>
                  </a:ext>
                </a:extLst>
              </p:cNvPr>
              <p:cNvSpPr/>
              <p:nvPr>
                <p:custDataLst>
                  <p:tags r:id="rId21"/>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32" name="MoonLegend3" hidden="1">
              <a:extLst>
                <a:ext uri="{FF2B5EF4-FFF2-40B4-BE49-F238E27FC236}">
                  <a16:creationId xmlns:a16="http://schemas.microsoft.com/office/drawing/2014/main" id="{74E8AB78-696C-5E54-AD35-BD902CCDC1BA}"/>
                </a:ext>
              </a:extLst>
            </p:cNvPr>
            <p:cNvGrpSpPr>
              <a:grpSpLocks noChangeAspect="1"/>
            </p:cNvGrpSpPr>
            <p:nvPr>
              <p:custDataLst>
                <p:tags r:id="rId11"/>
              </p:custDataLst>
            </p:nvPr>
          </p:nvGrpSpPr>
          <p:grpSpPr>
            <a:xfrm>
              <a:off x="7716535" y="3382210"/>
              <a:ext cx="228600" cy="228600"/>
              <a:chOff x="762000" y="1270000"/>
              <a:chExt cx="254000" cy="254000"/>
            </a:xfrm>
          </p:grpSpPr>
          <p:sp>
            <p:nvSpPr>
              <p:cNvPr id="39" name="Oval 38" hidden="1">
                <a:extLst>
                  <a:ext uri="{FF2B5EF4-FFF2-40B4-BE49-F238E27FC236}">
                    <a16:creationId xmlns:a16="http://schemas.microsoft.com/office/drawing/2014/main" id="{998FD09A-B58B-BAED-CA01-BDF9BB5FBFA3}"/>
                  </a:ext>
                </a:extLst>
              </p:cNvPr>
              <p:cNvSpPr/>
              <p:nvPr>
                <p:custDataLst>
                  <p:tags r:id="rId1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0" name="Arc 39" hidden="1">
                <a:extLst>
                  <a:ext uri="{FF2B5EF4-FFF2-40B4-BE49-F238E27FC236}">
                    <a16:creationId xmlns:a16="http://schemas.microsoft.com/office/drawing/2014/main" id="{1F7B1197-B41A-2983-1ED3-25217276343F}"/>
                  </a:ext>
                </a:extLst>
              </p:cNvPr>
              <p:cNvSpPr/>
              <p:nvPr>
                <p:custDataLst>
                  <p:tags r:id="rId19"/>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33" name="MoonLegend4" hidden="1">
              <a:extLst>
                <a:ext uri="{FF2B5EF4-FFF2-40B4-BE49-F238E27FC236}">
                  <a16:creationId xmlns:a16="http://schemas.microsoft.com/office/drawing/2014/main" id="{3373FD1E-A516-B257-EE47-EE7D262DE4BE}"/>
                </a:ext>
              </a:extLst>
            </p:cNvPr>
            <p:cNvGrpSpPr>
              <a:grpSpLocks noChangeAspect="1"/>
            </p:cNvGrpSpPr>
            <p:nvPr>
              <p:custDataLst>
                <p:tags r:id="rId12"/>
              </p:custDataLst>
            </p:nvPr>
          </p:nvGrpSpPr>
          <p:grpSpPr>
            <a:xfrm>
              <a:off x="7716535" y="3758025"/>
              <a:ext cx="228600" cy="228600"/>
              <a:chOff x="762000" y="1270000"/>
              <a:chExt cx="254000" cy="254000"/>
            </a:xfrm>
          </p:grpSpPr>
          <p:sp>
            <p:nvSpPr>
              <p:cNvPr id="37" name="Oval 36" hidden="1">
                <a:extLst>
                  <a:ext uri="{FF2B5EF4-FFF2-40B4-BE49-F238E27FC236}">
                    <a16:creationId xmlns:a16="http://schemas.microsoft.com/office/drawing/2014/main" id="{70DDF348-AB3F-1F18-A665-ADE5D3163500}"/>
                  </a:ext>
                </a:extLst>
              </p:cNvPr>
              <p:cNvSpPr/>
              <p:nvPr>
                <p:custDataLst>
                  <p:tags r:id="rId1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8" name="Arc 37" hidden="1">
                <a:extLst>
                  <a:ext uri="{FF2B5EF4-FFF2-40B4-BE49-F238E27FC236}">
                    <a16:creationId xmlns:a16="http://schemas.microsoft.com/office/drawing/2014/main" id="{E8FEB39C-35C6-78E0-5311-168B74E624DB}"/>
                  </a:ext>
                </a:extLst>
              </p:cNvPr>
              <p:cNvSpPr/>
              <p:nvPr>
                <p:custDataLst>
                  <p:tags r:id="rId17"/>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nvGrpSpPr>
            <p:cNvPr id="34" name="MoonLegend5" hidden="1">
              <a:extLst>
                <a:ext uri="{FF2B5EF4-FFF2-40B4-BE49-F238E27FC236}">
                  <a16:creationId xmlns:a16="http://schemas.microsoft.com/office/drawing/2014/main" id="{435B077C-7932-4008-0023-794B79C3881C}"/>
                </a:ext>
              </a:extLst>
            </p:cNvPr>
            <p:cNvGrpSpPr>
              <a:grpSpLocks noChangeAspect="1"/>
            </p:cNvGrpSpPr>
            <p:nvPr>
              <p:custDataLst>
                <p:tags r:id="rId13"/>
              </p:custDataLst>
            </p:nvPr>
          </p:nvGrpSpPr>
          <p:grpSpPr>
            <a:xfrm>
              <a:off x="7716535" y="4133841"/>
              <a:ext cx="228600" cy="228600"/>
              <a:chOff x="762000" y="1270000"/>
              <a:chExt cx="254000" cy="254000"/>
            </a:xfrm>
          </p:grpSpPr>
          <p:sp>
            <p:nvSpPr>
              <p:cNvPr id="35" name="Oval 34" hidden="1">
                <a:extLst>
                  <a:ext uri="{FF2B5EF4-FFF2-40B4-BE49-F238E27FC236}">
                    <a16:creationId xmlns:a16="http://schemas.microsoft.com/office/drawing/2014/main" id="{55046663-07C2-7B5F-2C94-68D8BF047D04}"/>
                  </a:ext>
                </a:extLst>
              </p:cNvPr>
              <p:cNvSpPr/>
              <p:nvPr>
                <p:custDataLst>
                  <p:tags r:id="rId1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6" name="Arc 35" hidden="1">
                <a:extLst>
                  <a:ext uri="{FF2B5EF4-FFF2-40B4-BE49-F238E27FC236}">
                    <a16:creationId xmlns:a16="http://schemas.microsoft.com/office/drawing/2014/main" id="{AA9491F3-B82A-8DC3-450B-2E4E1E1DCFDE}"/>
                  </a:ext>
                </a:extLst>
              </p:cNvPr>
              <p:cNvSpPr/>
              <p:nvPr>
                <p:custDataLst>
                  <p:tags r:id="rId15"/>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id-ID" sz="1400">
                  <a:latin typeface="Arial" panose="020B0604020202020204" pitchFamily="34" charset="0"/>
                  <a:cs typeface="Arial" panose="020B0604020202020204" pitchFamily="34" charset="0"/>
                  <a:sym typeface="Arial" panose="020B0604020202020204" pitchFamily="34" charset="0"/>
                </a:endParaRPr>
              </a:p>
            </p:txBody>
          </p:sp>
        </p:grpSp>
      </p:grpSp>
      <p:grpSp>
        <p:nvGrpSpPr>
          <p:cNvPr id="5" name="Group 4">
            <a:extLst>
              <a:ext uri="{FF2B5EF4-FFF2-40B4-BE49-F238E27FC236}">
                <a16:creationId xmlns:a16="http://schemas.microsoft.com/office/drawing/2014/main" id="{AA6ED5B2-295D-F6BA-1792-56DC5B693697}"/>
              </a:ext>
            </a:extLst>
          </p:cNvPr>
          <p:cNvGrpSpPr/>
          <p:nvPr userDrawn="1"/>
        </p:nvGrpSpPr>
        <p:grpSpPr>
          <a:xfrm>
            <a:off x="0" y="6787773"/>
            <a:ext cx="12192000" cy="83657"/>
            <a:chOff x="-1" y="2352858"/>
            <a:chExt cx="12191999" cy="198318"/>
          </a:xfrm>
        </p:grpSpPr>
        <p:sp>
          <p:nvSpPr>
            <p:cNvPr id="45" name="Rectangle 44">
              <a:extLst>
                <a:ext uri="{FF2B5EF4-FFF2-40B4-BE49-F238E27FC236}">
                  <a16:creationId xmlns:a16="http://schemas.microsoft.com/office/drawing/2014/main" id="{B1891D6B-D524-5621-2B10-8D1B3922CDBD}"/>
                </a:ext>
              </a:extLst>
            </p:cNvPr>
            <p:cNvSpPr/>
            <p:nvPr/>
          </p:nvSpPr>
          <p:spPr>
            <a:xfrm>
              <a:off x="-1" y="2352858"/>
              <a:ext cx="2404873" cy="198318"/>
            </a:xfrm>
            <a:prstGeom prst="rect">
              <a:avLst/>
            </a:prstGeom>
            <a:solidFill>
              <a:schemeClr val="accent2">
                <a:lumMod val="20000"/>
                <a:lumOff val="80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46" name="Rectangle 45">
              <a:extLst>
                <a:ext uri="{FF2B5EF4-FFF2-40B4-BE49-F238E27FC236}">
                  <a16:creationId xmlns:a16="http://schemas.microsoft.com/office/drawing/2014/main" id="{BCB96133-41CB-6F68-ECBB-F0B5480AEB41}"/>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47" name="Rectangle 46">
              <a:extLst>
                <a:ext uri="{FF2B5EF4-FFF2-40B4-BE49-F238E27FC236}">
                  <a16:creationId xmlns:a16="http://schemas.microsoft.com/office/drawing/2014/main" id="{41695FF9-8F1D-0E34-7BCC-EBB0D39CC714}"/>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id-ID" sz="1200">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48" name="Holder 3">
            <a:extLst>
              <a:ext uri="{FF2B5EF4-FFF2-40B4-BE49-F238E27FC236}">
                <a16:creationId xmlns:a16="http://schemas.microsoft.com/office/drawing/2014/main" id="{D06576C4-912D-2E42-6156-6CE801F37C4E}"/>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id-ID">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49" name="Graphic 48">
            <a:extLst>
              <a:ext uri="{FF2B5EF4-FFF2-40B4-BE49-F238E27FC236}">
                <a16:creationId xmlns:a16="http://schemas.microsoft.com/office/drawing/2014/main" id="{C89DD59C-0ED7-5D10-3DE3-A92550C0B288}"/>
              </a:ext>
            </a:extLst>
          </p:cNvPr>
          <p:cNvPicPr>
            <a:picLocks/>
          </p:cNvPicPr>
          <p:nvPr userDrawn="1"/>
        </p:nvPicPr>
        <p:blipFill>
          <a:blip>
            <a:extLst>
              <a:ext uri="{96DAC541-7B7A-43D3-8B79-37D633B846F1}">
                <asvg:svgBlip xmlns:asvg="http://schemas.microsoft.com/office/drawing/2016/SVG/main" r:embed="rId26"/>
              </a:ext>
            </a:extLst>
          </a:blip>
          <a:stretch>
            <a:fillRect/>
          </a:stretch>
        </p:blipFill>
        <p:spPr>
          <a:xfrm>
            <a:off x="10072696" y="6367129"/>
            <a:ext cx="1191176" cy="246221"/>
          </a:xfrm>
          <a:prstGeom prst="rect">
            <a:avLst/>
          </a:prstGeom>
        </p:spPr>
      </p:pic>
      <p:sp>
        <p:nvSpPr>
          <p:cNvPr id="50" name="Rectangle 49">
            <a:extLst>
              <a:ext uri="{FF2B5EF4-FFF2-40B4-BE49-F238E27FC236}">
                <a16:creationId xmlns:a16="http://schemas.microsoft.com/office/drawing/2014/main" id="{E27ADC35-CFA3-D77F-03B0-BDB3FD983DDC}"/>
              </a:ext>
            </a:extLst>
          </p:cNvPr>
          <p:cNvSpPr/>
          <p:nvPr userDrawn="1"/>
        </p:nvSpPr>
        <p:spPr>
          <a:xfrm>
            <a:off x="11026775" y="6501669"/>
            <a:ext cx="243682" cy="12311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id-ID" sz="1600">
              <a:solidFill>
                <a:schemeClr val="bg1"/>
              </a:solidFill>
            </a:endParaRPr>
          </a:p>
        </p:txBody>
      </p:sp>
    </p:spTree>
    <p:extLst>
      <p:ext uri="{BB962C8B-B14F-4D97-AF65-F5344CB8AC3E}">
        <p14:creationId xmlns:p14="http://schemas.microsoft.com/office/powerpoint/2010/main" val="1387443572"/>
      </p:ext>
    </p:extLst>
  </p:cSld>
  <p:clrMap bg1="lt1" tx1="dk1" bg2="lt2" tx2="dk2" accent1="accent1" accent2="accent2" accent3="accent3" accent4="accent4" accent5="accent5" accent6="accent6" hlink="hlink" folHlink="folHlink"/>
  <p:sldLayoutIdLst>
    <p:sldLayoutId id="2147483716" r:id="rId1"/>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Arial" panose="020B0604020202020204" pitchFamily="34" charset="0"/>
          <a:ea typeface="+mj-ea"/>
          <a:cs typeface="Arial" panose="020B0604020202020204" pitchFamily="34" charset="0"/>
          <a:sym typeface="Arial" panose="020B0604020202020204" pitchFamily="34" charset="0"/>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3997">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1"/>
            </p:custDataLst>
            <p:extLst>
              <p:ext uri="{D42A27DB-BD31-4B8C-83A1-F6EECF244321}">
                <p14:modId xmlns:p14="http://schemas.microsoft.com/office/powerpoint/2010/main" val="3209597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413" imgH="416" progId="TCLayout.ActiveDocument.1">
                  <p:embed/>
                </p:oleObj>
              </mc:Choice>
              <mc:Fallback>
                <p:oleObj name="thinkcell Slide" r:id="rId41"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3"/>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latin typeface="Arial" panose="020B0604020202020204" pitchFamily="34" charset="0"/>
                <a:cs typeface="Arial" panose="020B0604020202020204" pitchFamily="34" charset="0"/>
                <a:sym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4"/>
            </p:custDataLst>
          </p:nvPr>
        </p:nvSpPr>
        <p:spPr>
          <a:xfrm>
            <a:off x="554736" y="172212"/>
            <a:ext cx="11082528" cy="731520"/>
          </a:xfrm>
          <a:prstGeom prst="rect">
            <a:avLst/>
          </a:prstGeom>
        </p:spPr>
        <p:txBody>
          <a:bodyPr vert="horz" wrap="square" lIns="0" tIns="0" rIns="0" bIns="0" rtlCol="0" anchor="b" anchorCtr="0">
            <a:noAutofit/>
          </a:bodyPr>
          <a:lstStyle/>
          <a:p>
            <a:pPr lvl="0"/>
            <a:r>
              <a:rPr lang="en-US"/>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Arial" panose="020B0604020202020204" pitchFamily="34" charset="0"/>
                <a:cs typeface="Arial" panose="020B0604020202020204" pitchFamily="34" charset="0"/>
                <a:sym typeface="Arial" panose="020B0604020202020204" pitchFamily="34" charset="0"/>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latin typeface="Arial" panose="020B0604020202020204" pitchFamily="34" charset="0"/>
                <a:cs typeface="Arial" panose="020B0604020202020204" pitchFamily="34" charset="0"/>
                <a:sym typeface="Arial" panose="020B0604020202020204" pitchFamily="34" charset="0"/>
              </a:rPr>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5"/>
            </p:custDataLst>
          </p:nvPr>
        </p:nvSpPr>
        <p:spPr>
          <a:xfrm>
            <a:off x="5987738" y="2170800"/>
            <a:ext cx="3049253" cy="53860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latin typeface="Arial" panose="020B0604020202020204" pitchFamily="34" charset="0"/>
                <a:cs typeface="Arial" panose="020B0604020202020204" pitchFamily="34" charset="0"/>
                <a:sym typeface="Arial" panose="020B0604020202020204" pitchFamily="34" charset="0"/>
              </a:rPr>
              <a:t>Above Chart Exhibit Title</a:t>
            </a:r>
          </a:p>
          <a:p>
            <a:pPr lvl="0"/>
            <a:r>
              <a:rPr lang="en-US" sz="1400" b="0">
                <a:latin typeface="Arial" panose="020B0604020202020204" pitchFamily="34" charset="0"/>
                <a:cs typeface="Arial" panose="020B0604020202020204" pitchFamily="34" charset="0"/>
                <a:sym typeface="Arial" panose="020B0604020202020204" pitchFamily="34" charset="0"/>
              </a:rPr>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484655" cy="163121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LegendLines" hidden="1">
            <a:extLst>
              <a:ext uri="{FF2B5EF4-FFF2-40B4-BE49-F238E27FC236}">
                <a16:creationId xmlns:a16="http://schemas.microsoft.com/office/drawing/2014/main" id="{82CA72FD-C156-998E-0093-6FC2886471A0}"/>
              </a:ext>
            </a:extLst>
          </p:cNvPr>
          <p:cNvGrpSpPr/>
          <p:nvPr userDrawn="1"/>
        </p:nvGrpSpPr>
        <p:grpSpPr>
          <a:xfrm>
            <a:off x="10317304" y="3150223"/>
            <a:ext cx="1319960" cy="958286"/>
            <a:chOff x="10162879" y="3243772"/>
            <a:chExt cx="1319960" cy="958286"/>
          </a:xfrm>
        </p:grpSpPr>
        <p:sp>
          <p:nvSpPr>
            <p:cNvPr id="8" name="Legend1" hidden="1">
              <a:extLst>
                <a:ext uri="{FF2B5EF4-FFF2-40B4-BE49-F238E27FC236}">
                  <a16:creationId xmlns:a16="http://schemas.microsoft.com/office/drawing/2014/main" id="{6F3E4242-972D-E15E-A445-464189148743}"/>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9" name="Legend2" hidden="1">
              <a:extLst>
                <a:ext uri="{FF2B5EF4-FFF2-40B4-BE49-F238E27FC236}">
                  <a16:creationId xmlns:a16="http://schemas.microsoft.com/office/drawing/2014/main" id="{B16EF465-7DE9-4CE1-97BF-E2C716464298}"/>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10" name="Legend3" hidden="1">
              <a:extLst>
                <a:ext uri="{FF2B5EF4-FFF2-40B4-BE49-F238E27FC236}">
                  <a16:creationId xmlns:a16="http://schemas.microsoft.com/office/drawing/2014/main" id="{DE758C0F-1ADF-F18E-4980-C1F512ED207A}"/>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11" name="LineLegend3" hidden="1">
              <a:extLst>
                <a:ext uri="{FF2B5EF4-FFF2-40B4-BE49-F238E27FC236}">
                  <a16:creationId xmlns:a16="http://schemas.microsoft.com/office/drawing/2014/main" id="{FD72830C-5D0E-329F-AA62-B9983550A382}"/>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Arial" panose="020B0604020202020204" pitchFamily="34" charset="0"/>
                <a:ea typeface="+mn-ea"/>
                <a:cs typeface="Arial" panose="020B0604020202020204" pitchFamily="34" charset="0"/>
                <a:sym typeface="Arial" panose="020B0604020202020204" pitchFamily="34" charset="0"/>
              </a:endParaRPr>
            </a:p>
          </p:txBody>
        </p:sp>
        <p:sp>
          <p:nvSpPr>
            <p:cNvPr id="12" name="LineLegend2" hidden="1">
              <a:extLst>
                <a:ext uri="{FF2B5EF4-FFF2-40B4-BE49-F238E27FC236}">
                  <a16:creationId xmlns:a16="http://schemas.microsoft.com/office/drawing/2014/main" id="{02A6ECB5-5A34-970E-C995-12B78AD0B7BE}"/>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Arial" panose="020B0604020202020204" pitchFamily="34" charset="0"/>
                <a:ea typeface="+mn-ea"/>
                <a:cs typeface="Arial" panose="020B0604020202020204" pitchFamily="34" charset="0"/>
                <a:sym typeface="Arial" panose="020B0604020202020204" pitchFamily="34" charset="0"/>
              </a:endParaRPr>
            </a:p>
          </p:txBody>
        </p:sp>
        <p:sp>
          <p:nvSpPr>
            <p:cNvPr id="13" name="LineLegend1" hidden="1">
              <a:extLst>
                <a:ext uri="{FF2B5EF4-FFF2-40B4-BE49-F238E27FC236}">
                  <a16:creationId xmlns:a16="http://schemas.microsoft.com/office/drawing/2014/main" id="{2A92C4E0-C7AB-7610-7AD3-C5F7A8FFCFF2}"/>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Arial" panose="020B0604020202020204" pitchFamily="34" charset="0"/>
                <a:ea typeface="+mn-ea"/>
                <a:cs typeface="Arial" panose="020B0604020202020204" pitchFamily="34" charset="0"/>
                <a:sym typeface="Arial" panose="020B0604020202020204" pitchFamily="34" charset="0"/>
              </a:endParaRPr>
            </a:p>
          </p:txBody>
        </p:sp>
      </p:grpSp>
      <p:grpSp>
        <p:nvGrpSpPr>
          <p:cNvPr id="14" name="LegendMoons" hidden="1">
            <a:extLst>
              <a:ext uri="{FF2B5EF4-FFF2-40B4-BE49-F238E27FC236}">
                <a16:creationId xmlns:a16="http://schemas.microsoft.com/office/drawing/2014/main" id="{7312599D-975E-D50D-68FD-422CD5D03A82}"/>
              </a:ext>
            </a:extLst>
          </p:cNvPr>
          <p:cNvGrpSpPr/>
          <p:nvPr userDrawn="1"/>
        </p:nvGrpSpPr>
        <p:grpSpPr>
          <a:xfrm>
            <a:off x="10688315" y="1145373"/>
            <a:ext cx="948949" cy="1731859"/>
            <a:chOff x="7723680" y="1702457"/>
            <a:chExt cx="948949" cy="1731859"/>
          </a:xfrm>
        </p:grpSpPr>
        <p:sp>
          <p:nvSpPr>
            <p:cNvPr id="15" name="Legend1" hidden="1">
              <a:extLst>
                <a:ext uri="{FF2B5EF4-FFF2-40B4-BE49-F238E27FC236}">
                  <a16:creationId xmlns:a16="http://schemas.microsoft.com/office/drawing/2014/main" id="{927AFEAC-F57F-0618-ED39-9F5C3DF23BB7}"/>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17" name="Legend2" hidden="1">
              <a:extLst>
                <a:ext uri="{FF2B5EF4-FFF2-40B4-BE49-F238E27FC236}">
                  <a16:creationId xmlns:a16="http://schemas.microsoft.com/office/drawing/2014/main" id="{1255365B-81F7-2458-3CD3-1E6E81BCCEA5}"/>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18" name="Legend3" hidden="1">
              <a:extLst>
                <a:ext uri="{FF2B5EF4-FFF2-40B4-BE49-F238E27FC236}">
                  <a16:creationId xmlns:a16="http://schemas.microsoft.com/office/drawing/2014/main" id="{264B079A-03D5-4FBA-CD02-CCC247F65DD2}"/>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19" name="Legend4" hidden="1">
              <a:extLst>
                <a:ext uri="{FF2B5EF4-FFF2-40B4-BE49-F238E27FC236}">
                  <a16:creationId xmlns:a16="http://schemas.microsoft.com/office/drawing/2014/main" id="{1FD914B9-8E58-BA4C-965D-87EB78E42C6F}"/>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20" name="Legend5" hidden="1">
              <a:extLst>
                <a:ext uri="{FF2B5EF4-FFF2-40B4-BE49-F238E27FC236}">
                  <a16:creationId xmlns:a16="http://schemas.microsoft.com/office/drawing/2014/main" id="{114947CE-0C8A-B7AF-F903-484DBBA85D39}"/>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grpSp>
          <p:nvGrpSpPr>
            <p:cNvPr id="21" name="MoonLegend1" hidden="1">
              <a:extLst>
                <a:ext uri="{FF2B5EF4-FFF2-40B4-BE49-F238E27FC236}">
                  <a16:creationId xmlns:a16="http://schemas.microsoft.com/office/drawing/2014/main" id="{F308071D-EAB6-E46B-4BC4-A14D763F4B24}"/>
                </a:ext>
              </a:extLst>
            </p:cNvPr>
            <p:cNvGrpSpPr>
              <a:grpSpLocks noChangeAspect="1"/>
            </p:cNvGrpSpPr>
            <p:nvPr>
              <p:custDataLst>
                <p:tags r:id="rId26"/>
              </p:custDataLst>
            </p:nvPr>
          </p:nvGrpSpPr>
          <p:grpSpPr>
            <a:xfrm>
              <a:off x="7723680" y="1702457"/>
              <a:ext cx="228600" cy="228600"/>
              <a:chOff x="762000" y="1270000"/>
              <a:chExt cx="254000" cy="254000"/>
            </a:xfrm>
          </p:grpSpPr>
          <p:sp>
            <p:nvSpPr>
              <p:cNvPr id="34" name="Oval 33" hidden="1">
                <a:extLst>
                  <a:ext uri="{FF2B5EF4-FFF2-40B4-BE49-F238E27FC236}">
                    <a16:creationId xmlns:a16="http://schemas.microsoft.com/office/drawing/2014/main" id="{6C0AE25D-6819-605B-AF54-F5F2DF116C65}"/>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5" name="Arc 34" hidden="1">
                <a:extLst>
                  <a:ext uri="{FF2B5EF4-FFF2-40B4-BE49-F238E27FC236}">
                    <a16:creationId xmlns:a16="http://schemas.microsoft.com/office/drawing/2014/main" id="{56BC7288-F55D-BA90-57D0-237899FF6D7E}"/>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cs typeface="Arial" panose="020B0604020202020204" pitchFamily="34" charset="0"/>
                  <a:sym typeface="Arial" panose="020B0604020202020204" pitchFamily="34" charset="0"/>
                </a:endParaRPr>
              </a:p>
            </p:txBody>
          </p:sp>
        </p:grpSp>
        <p:grpSp>
          <p:nvGrpSpPr>
            <p:cNvPr id="22" name="MoonLegend2" hidden="1">
              <a:extLst>
                <a:ext uri="{FF2B5EF4-FFF2-40B4-BE49-F238E27FC236}">
                  <a16:creationId xmlns:a16="http://schemas.microsoft.com/office/drawing/2014/main" id="{F35A6715-6D5F-5C2F-8B54-3BB35AD8DDEF}"/>
                </a:ext>
              </a:extLst>
            </p:cNvPr>
            <p:cNvGrpSpPr>
              <a:grpSpLocks noChangeAspect="1"/>
            </p:cNvGrpSpPr>
            <p:nvPr>
              <p:custDataLst>
                <p:tags r:id="rId27"/>
              </p:custDataLst>
            </p:nvPr>
          </p:nvGrpSpPr>
          <p:grpSpPr>
            <a:xfrm>
              <a:off x="7723680" y="2078270"/>
              <a:ext cx="228600" cy="228600"/>
              <a:chOff x="762000" y="1270000"/>
              <a:chExt cx="254000" cy="254000"/>
            </a:xfrm>
          </p:grpSpPr>
          <p:sp>
            <p:nvSpPr>
              <p:cNvPr id="32" name="Oval 31" hidden="1">
                <a:extLst>
                  <a:ext uri="{FF2B5EF4-FFF2-40B4-BE49-F238E27FC236}">
                    <a16:creationId xmlns:a16="http://schemas.microsoft.com/office/drawing/2014/main" id="{45441A4B-0100-056D-10B4-B1E87869969A}"/>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3" name="Arc 32" hidden="1">
                <a:extLst>
                  <a:ext uri="{FF2B5EF4-FFF2-40B4-BE49-F238E27FC236}">
                    <a16:creationId xmlns:a16="http://schemas.microsoft.com/office/drawing/2014/main" id="{0F5AE4E6-7793-6DC1-33AC-16CB3C6402F5}"/>
                  </a:ext>
                </a:extLst>
              </p:cNvPr>
              <p:cNvSpPr/>
              <p:nvPr>
                <p:custDataLst>
                  <p:tags r:id="rId38"/>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cs typeface="Arial" panose="020B0604020202020204" pitchFamily="34" charset="0"/>
                  <a:sym typeface="Arial" panose="020B0604020202020204" pitchFamily="34" charset="0"/>
                </a:endParaRPr>
              </a:p>
            </p:txBody>
          </p:sp>
        </p:grpSp>
        <p:grpSp>
          <p:nvGrpSpPr>
            <p:cNvPr id="23" name="MoonLegend3" hidden="1">
              <a:extLst>
                <a:ext uri="{FF2B5EF4-FFF2-40B4-BE49-F238E27FC236}">
                  <a16:creationId xmlns:a16="http://schemas.microsoft.com/office/drawing/2014/main" id="{59E2F257-1FED-2B79-3723-6EFD5AE102FD}"/>
                </a:ext>
              </a:extLst>
            </p:cNvPr>
            <p:cNvGrpSpPr>
              <a:grpSpLocks noChangeAspect="1"/>
            </p:cNvGrpSpPr>
            <p:nvPr>
              <p:custDataLst>
                <p:tags r:id="rId28"/>
              </p:custDataLst>
            </p:nvPr>
          </p:nvGrpSpPr>
          <p:grpSpPr>
            <a:xfrm>
              <a:off x="7723680" y="2454085"/>
              <a:ext cx="228600" cy="228600"/>
              <a:chOff x="762000" y="1270000"/>
              <a:chExt cx="254000" cy="254000"/>
            </a:xfrm>
          </p:grpSpPr>
          <p:sp>
            <p:nvSpPr>
              <p:cNvPr id="30" name="Oval 29" hidden="1">
                <a:extLst>
                  <a:ext uri="{FF2B5EF4-FFF2-40B4-BE49-F238E27FC236}">
                    <a16:creationId xmlns:a16="http://schemas.microsoft.com/office/drawing/2014/main" id="{01F91E43-D0B2-0BF8-B7AB-B0777A98FDB4}"/>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1" name="Arc 30" hidden="1">
                <a:extLst>
                  <a:ext uri="{FF2B5EF4-FFF2-40B4-BE49-F238E27FC236}">
                    <a16:creationId xmlns:a16="http://schemas.microsoft.com/office/drawing/2014/main" id="{4EB5B109-15DE-FE9F-AADB-DA8C54C511DE}"/>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cs typeface="Arial" panose="020B0604020202020204" pitchFamily="34" charset="0"/>
                  <a:sym typeface="Arial" panose="020B0604020202020204" pitchFamily="34" charset="0"/>
                </a:endParaRPr>
              </a:p>
            </p:txBody>
          </p:sp>
        </p:grpSp>
        <p:grpSp>
          <p:nvGrpSpPr>
            <p:cNvPr id="24" name="MoonLegend4" hidden="1">
              <a:extLst>
                <a:ext uri="{FF2B5EF4-FFF2-40B4-BE49-F238E27FC236}">
                  <a16:creationId xmlns:a16="http://schemas.microsoft.com/office/drawing/2014/main" id="{203F2358-CB48-1CF2-A24A-9209D85ABB1E}"/>
                </a:ext>
              </a:extLst>
            </p:cNvPr>
            <p:cNvGrpSpPr>
              <a:grpSpLocks noChangeAspect="1"/>
            </p:cNvGrpSpPr>
            <p:nvPr>
              <p:custDataLst>
                <p:tags r:id="rId29"/>
              </p:custDataLst>
            </p:nvPr>
          </p:nvGrpSpPr>
          <p:grpSpPr>
            <a:xfrm>
              <a:off x="7723680" y="2829900"/>
              <a:ext cx="228600" cy="228600"/>
              <a:chOff x="762000" y="1270000"/>
              <a:chExt cx="254000" cy="254000"/>
            </a:xfrm>
          </p:grpSpPr>
          <p:sp>
            <p:nvSpPr>
              <p:cNvPr id="28" name="Oval 27" hidden="1">
                <a:extLst>
                  <a:ext uri="{FF2B5EF4-FFF2-40B4-BE49-F238E27FC236}">
                    <a16:creationId xmlns:a16="http://schemas.microsoft.com/office/drawing/2014/main" id="{73FF15DF-1B3C-38F9-206E-C766E6B415D7}"/>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9" name="Arc 28" hidden="1">
                <a:extLst>
                  <a:ext uri="{FF2B5EF4-FFF2-40B4-BE49-F238E27FC236}">
                    <a16:creationId xmlns:a16="http://schemas.microsoft.com/office/drawing/2014/main" id="{77DF3351-FEEA-D269-9D15-4A4D755B7FB5}"/>
                  </a:ext>
                </a:extLst>
              </p:cNvPr>
              <p:cNvSpPr/>
              <p:nvPr>
                <p:custDataLst>
                  <p:tags r:id="rId34"/>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cs typeface="Arial" panose="020B0604020202020204" pitchFamily="34" charset="0"/>
                  <a:sym typeface="Arial" panose="020B0604020202020204" pitchFamily="34" charset="0"/>
                </a:endParaRPr>
              </a:p>
            </p:txBody>
          </p:sp>
        </p:grpSp>
        <p:grpSp>
          <p:nvGrpSpPr>
            <p:cNvPr id="25" name="MoonLegend5" hidden="1">
              <a:extLst>
                <a:ext uri="{FF2B5EF4-FFF2-40B4-BE49-F238E27FC236}">
                  <a16:creationId xmlns:a16="http://schemas.microsoft.com/office/drawing/2014/main" id="{7A623FC8-E47D-59C0-5F73-1301CCD89904}"/>
                </a:ext>
              </a:extLst>
            </p:cNvPr>
            <p:cNvGrpSpPr>
              <a:grpSpLocks noChangeAspect="1"/>
            </p:cNvGrpSpPr>
            <p:nvPr>
              <p:custDataLst>
                <p:tags r:id="rId30"/>
              </p:custDataLst>
            </p:nvPr>
          </p:nvGrpSpPr>
          <p:grpSpPr>
            <a:xfrm>
              <a:off x="7723680" y="3205716"/>
              <a:ext cx="228600" cy="228600"/>
              <a:chOff x="762000" y="1270000"/>
              <a:chExt cx="254000" cy="254000"/>
            </a:xfrm>
          </p:grpSpPr>
          <p:sp>
            <p:nvSpPr>
              <p:cNvPr id="26" name="Oval 25" hidden="1">
                <a:extLst>
                  <a:ext uri="{FF2B5EF4-FFF2-40B4-BE49-F238E27FC236}">
                    <a16:creationId xmlns:a16="http://schemas.microsoft.com/office/drawing/2014/main" id="{7F7559BD-DAB6-1866-7553-188FC6EA8DB3}"/>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7" name="Arc 26" hidden="1">
                <a:extLst>
                  <a:ext uri="{FF2B5EF4-FFF2-40B4-BE49-F238E27FC236}">
                    <a16:creationId xmlns:a16="http://schemas.microsoft.com/office/drawing/2014/main" id="{A4C376C8-D0E4-AAF2-A305-5D7DF17C7A30}"/>
                  </a:ext>
                </a:extLst>
              </p:cNvPr>
              <p:cNvSpPr/>
              <p:nvPr>
                <p:custDataLst>
                  <p:tags r:id="rId32"/>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cs typeface="Arial" panose="020B0604020202020204" pitchFamily="34" charset="0"/>
                  <a:sym typeface="Arial" panose="020B0604020202020204" pitchFamily="34" charset="0"/>
                </a:endParaRPr>
              </a:p>
            </p:txBody>
          </p:sp>
        </p:grpSp>
      </p:grpSp>
      <p:grpSp>
        <p:nvGrpSpPr>
          <p:cNvPr id="36" name="LegendBoxes" hidden="1">
            <a:extLst>
              <a:ext uri="{FF2B5EF4-FFF2-40B4-BE49-F238E27FC236}">
                <a16:creationId xmlns:a16="http://schemas.microsoft.com/office/drawing/2014/main" id="{D19706E3-0C99-3975-1587-F4FB9FD19138}"/>
              </a:ext>
            </a:extLst>
          </p:cNvPr>
          <p:cNvGrpSpPr/>
          <p:nvPr userDrawn="1"/>
        </p:nvGrpSpPr>
        <p:grpSpPr>
          <a:xfrm>
            <a:off x="10714801" y="4381500"/>
            <a:ext cx="922463" cy="1717282"/>
            <a:chOff x="10652400" y="4322824"/>
            <a:chExt cx="922463" cy="1717282"/>
          </a:xfrm>
        </p:grpSpPr>
        <p:sp>
          <p:nvSpPr>
            <p:cNvPr id="37" name="RectangleLegend1" hidden="1">
              <a:extLst>
                <a:ext uri="{FF2B5EF4-FFF2-40B4-BE49-F238E27FC236}">
                  <a16:creationId xmlns:a16="http://schemas.microsoft.com/office/drawing/2014/main" id="{D138E18A-ED0F-DDB1-B384-228BC12E8A88}"/>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8" name="RectangleLegend2" hidden="1">
              <a:extLst>
                <a:ext uri="{FF2B5EF4-FFF2-40B4-BE49-F238E27FC236}">
                  <a16:creationId xmlns:a16="http://schemas.microsoft.com/office/drawing/2014/main" id="{5439DB09-86F1-8470-4541-4970B1E06CFF}"/>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39" name="RectangleLegend3" hidden="1">
              <a:extLst>
                <a:ext uri="{FF2B5EF4-FFF2-40B4-BE49-F238E27FC236}">
                  <a16:creationId xmlns:a16="http://schemas.microsoft.com/office/drawing/2014/main" id="{1CD2C1F6-ECE6-55D0-A243-673CE15CCC36}"/>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0" name="RectangleLegend4" hidden="1">
              <a:extLst>
                <a:ext uri="{FF2B5EF4-FFF2-40B4-BE49-F238E27FC236}">
                  <a16:creationId xmlns:a16="http://schemas.microsoft.com/office/drawing/2014/main" id="{8DA01114-7FC8-1ED3-28F6-195ED077DB30}"/>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1" name="RectangleLegend5" hidden="1">
              <a:extLst>
                <a:ext uri="{FF2B5EF4-FFF2-40B4-BE49-F238E27FC236}">
                  <a16:creationId xmlns:a16="http://schemas.microsoft.com/office/drawing/2014/main" id="{B7A792EB-2340-E712-78E9-926A521F76E1}"/>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42" name="Legend1" hidden="1">
              <a:extLst>
                <a:ext uri="{FF2B5EF4-FFF2-40B4-BE49-F238E27FC236}">
                  <a16:creationId xmlns:a16="http://schemas.microsoft.com/office/drawing/2014/main" id="{18D14CF4-DE5C-C2A3-251B-A67CC6D15145}"/>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43" name="Legend2" hidden="1">
              <a:extLst>
                <a:ext uri="{FF2B5EF4-FFF2-40B4-BE49-F238E27FC236}">
                  <a16:creationId xmlns:a16="http://schemas.microsoft.com/office/drawing/2014/main" id="{150EDE4B-4223-C86D-17B6-911CC3A4695C}"/>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44" name="Legend3" hidden="1">
              <a:extLst>
                <a:ext uri="{FF2B5EF4-FFF2-40B4-BE49-F238E27FC236}">
                  <a16:creationId xmlns:a16="http://schemas.microsoft.com/office/drawing/2014/main" id="{CDF52D64-3880-E13D-4874-F38ECCD49BD9}"/>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45" name="Legend4" hidden="1">
              <a:extLst>
                <a:ext uri="{FF2B5EF4-FFF2-40B4-BE49-F238E27FC236}">
                  <a16:creationId xmlns:a16="http://schemas.microsoft.com/office/drawing/2014/main" id="{3B60D327-23E9-DE87-F99C-ACC70708B9E4}"/>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sp>
          <p:nvSpPr>
            <p:cNvPr id="46" name="Legend5" hidden="1">
              <a:extLst>
                <a:ext uri="{FF2B5EF4-FFF2-40B4-BE49-F238E27FC236}">
                  <a16:creationId xmlns:a16="http://schemas.microsoft.com/office/drawing/2014/main" id="{D60D5894-2222-C226-193B-9075D4E881AB}"/>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latin typeface="Arial" panose="020B0604020202020204" pitchFamily="34" charset="0"/>
                  <a:cs typeface="Arial" panose="020B0604020202020204" pitchFamily="34" charset="0"/>
                  <a:sym typeface="Arial" panose="020B0604020202020204" pitchFamily="34" charset="0"/>
                </a:rPr>
                <a:t>Legend</a:t>
              </a:r>
            </a:p>
          </p:txBody>
        </p:sp>
      </p:grpSp>
      <p:grpSp>
        <p:nvGrpSpPr>
          <p:cNvPr id="47" name="Group 46">
            <a:extLst>
              <a:ext uri="{FF2B5EF4-FFF2-40B4-BE49-F238E27FC236}">
                <a16:creationId xmlns:a16="http://schemas.microsoft.com/office/drawing/2014/main" id="{BBF4D284-AAC2-4734-A31C-056334CCCFF6}"/>
              </a:ext>
            </a:extLst>
          </p:cNvPr>
          <p:cNvGrpSpPr/>
          <p:nvPr userDrawn="1"/>
        </p:nvGrpSpPr>
        <p:grpSpPr>
          <a:xfrm>
            <a:off x="0" y="6787773"/>
            <a:ext cx="12192000" cy="83657"/>
            <a:chOff x="-1" y="2352858"/>
            <a:chExt cx="12191999" cy="198318"/>
          </a:xfrm>
        </p:grpSpPr>
        <p:sp>
          <p:nvSpPr>
            <p:cNvPr id="48" name="Rectangle 47">
              <a:extLst>
                <a:ext uri="{FF2B5EF4-FFF2-40B4-BE49-F238E27FC236}">
                  <a16:creationId xmlns:a16="http://schemas.microsoft.com/office/drawing/2014/main" id="{D508BB93-CB8D-2826-A6EE-28D38541BE86}"/>
                </a:ext>
              </a:extLst>
            </p:cNvPr>
            <p:cNvSpPr/>
            <p:nvPr/>
          </p:nvSpPr>
          <p:spPr>
            <a:xfrm>
              <a:off x="-1" y="2352858"/>
              <a:ext cx="2404873" cy="198318"/>
            </a:xfrm>
            <a:prstGeom prst="rect">
              <a:avLst/>
            </a:prstGeom>
            <a:solidFill>
              <a:srgbClr val="670F3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49" name="Rectangle 48">
              <a:extLst>
                <a:ext uri="{FF2B5EF4-FFF2-40B4-BE49-F238E27FC236}">
                  <a16:creationId xmlns:a16="http://schemas.microsoft.com/office/drawing/2014/main" id="{4478A25B-0174-B721-1C9B-B0B8072F28B6}"/>
                </a:ext>
              </a:extLst>
            </p:cNvPr>
            <p:cNvSpPr/>
            <p:nvPr/>
          </p:nvSpPr>
          <p:spPr>
            <a:xfrm>
              <a:off x="4809745" y="2352858"/>
              <a:ext cx="7382253" cy="198318"/>
            </a:xfrm>
            <a:prstGeom prst="rect">
              <a:avLst/>
            </a:prstGeom>
            <a:solidFill>
              <a:srgbClr val="BE232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50" name="Rectangle 49">
              <a:extLst>
                <a:ext uri="{FF2B5EF4-FFF2-40B4-BE49-F238E27FC236}">
                  <a16:creationId xmlns:a16="http://schemas.microsoft.com/office/drawing/2014/main" id="{88F7ADDE-E342-1ADC-CB28-B266B87E4064}"/>
                </a:ext>
              </a:extLst>
            </p:cNvPr>
            <p:cNvSpPr/>
            <p:nvPr/>
          </p:nvSpPr>
          <p:spPr>
            <a:xfrm>
              <a:off x="2404872" y="2352858"/>
              <a:ext cx="2404873" cy="198318"/>
            </a:xfrm>
            <a:prstGeom prst="rect">
              <a:avLst/>
            </a:prstGeom>
            <a:solidFill>
              <a:srgbClr val="ED1C24"/>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D" sz="1200" err="1">
                <a:solidFill>
                  <a:srgbClr val="ED1C24"/>
                </a:solidFill>
                <a:latin typeface="Arial" panose="020B0604020202020204" pitchFamily="34" charset="0"/>
                <a:cs typeface="Arial" panose="020B0604020202020204" pitchFamily="34" charset="0"/>
                <a:sym typeface="Arial" panose="020B0604020202020204" pitchFamily="34" charset="0"/>
              </a:endParaRPr>
            </a:p>
          </p:txBody>
        </p:sp>
      </p:grpSp>
      <p:sp>
        <p:nvSpPr>
          <p:cNvPr id="51" name="Holder 3">
            <a:extLst>
              <a:ext uri="{FF2B5EF4-FFF2-40B4-BE49-F238E27FC236}">
                <a16:creationId xmlns:a16="http://schemas.microsoft.com/office/drawing/2014/main" id="{967B8A6E-E06D-9E91-4FA7-219A10A83F8B}"/>
              </a:ext>
            </a:extLst>
          </p:cNvPr>
          <p:cNvSpPr txBox="1">
            <a:spLocks/>
          </p:cNvSpPr>
          <p:nvPr userDrawn="1"/>
        </p:nvSpPr>
        <p:spPr>
          <a:xfrm>
            <a:off x="5259233" y="6588180"/>
            <a:ext cx="1673535" cy="153888"/>
          </a:xfrm>
          <a:prstGeom prst="rect">
            <a:avLst/>
          </a:prstGeom>
        </p:spPr>
        <p:txBody>
          <a:bodyPr wrap="none" lIns="0" tIns="0" rIns="0" bIns="0">
            <a:spAutoFit/>
          </a:bodyPr>
          <a:lstStyle>
            <a:defPPr>
              <a:defRPr lang="en-US"/>
            </a:defPPr>
            <a:lvl1pPr marL="0" algn="ctr" defTabSz="914400" rtl="0" eaLnBrk="1" latinLnBrk="0" hangingPunct="1">
              <a:defRPr sz="1000" b="1" kern="1200">
                <a:solidFill>
                  <a:srgbClr val="CC0000"/>
                </a:solidFill>
                <a:latin typeface="Trebuchet MS" panose="020B0603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Arial" panose="020B0604020202020204" pitchFamily="34" charset="0"/>
                <a:sym typeface="Arial" panose="020B0604020202020204" pitchFamily="34" charset="0"/>
              </a:rPr>
              <a:t>PRIVATE &amp; CONFIDENTIAL</a:t>
            </a:r>
          </a:p>
        </p:txBody>
      </p:sp>
      <p:pic>
        <p:nvPicPr>
          <p:cNvPr id="52" name="Graphic 51">
            <a:extLst>
              <a:ext uri="{FF2B5EF4-FFF2-40B4-BE49-F238E27FC236}">
                <a16:creationId xmlns:a16="http://schemas.microsoft.com/office/drawing/2014/main" id="{38A207DF-C612-9A2A-05D8-630FDBA1B8A7}"/>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10072696" y="6367129"/>
            <a:ext cx="1191176" cy="246221"/>
          </a:xfrm>
          <a:prstGeom prst="rect">
            <a:avLst/>
          </a:prstGeom>
        </p:spPr>
      </p:pic>
    </p:spTree>
    <p:extLst>
      <p:ext uri="{BB962C8B-B14F-4D97-AF65-F5344CB8AC3E}">
        <p14:creationId xmlns:p14="http://schemas.microsoft.com/office/powerpoint/2010/main" val="149110759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accent2"/>
          </a:solidFill>
          <a:latin typeface="Arial" panose="020B0604020202020204" pitchFamily="34" charset="0"/>
          <a:ea typeface="+mj-ea"/>
          <a:cs typeface="Arial" panose="020B0604020202020204" pitchFamily="34" charset="0"/>
          <a:sym typeface="Arial" panose="020B0604020202020204" pitchFamily="34" charset="0"/>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39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730C5-0E0A-FBCE-3903-0AD304FE094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18D188-3936-02E8-4668-2F47A6167D3D}"/>
              </a:ext>
            </a:extLst>
          </p:cNvPr>
          <p:cNvSpPr>
            <a:spLocks noGrp="1"/>
          </p:cNvSpPr>
          <p:nvPr>
            <p:ph type="body" sz="quarter" idx="12"/>
          </p:nvPr>
        </p:nvSpPr>
        <p:spPr/>
        <p:txBody>
          <a:bodyPr/>
          <a:lstStyle/>
          <a:p>
            <a:pPr algn="just"/>
            <a:r>
              <a:rPr lang="en-ID" dirty="0" err="1">
                <a:solidFill>
                  <a:srgbClr val="000000"/>
                </a:solidFill>
                <a:latin typeface="Georgia"/>
              </a:rPr>
              <a:t>Perencanaan</a:t>
            </a:r>
            <a:r>
              <a:rPr lang="en-ID" dirty="0">
                <a:solidFill>
                  <a:srgbClr val="000000"/>
                </a:solidFill>
                <a:latin typeface="Georgia"/>
              </a:rPr>
              <a:t> </a:t>
            </a:r>
            <a:r>
              <a:rPr lang="en-ID" i="1" dirty="0">
                <a:solidFill>
                  <a:srgbClr val="000000"/>
                </a:solidFill>
                <a:latin typeface="Georgia"/>
                <a:sym typeface="Wingdings" panose="05000000000000000000" pitchFamily="2" charset="2"/>
              </a:rPr>
              <a:t>Governance, Risk Management, Compliance and Sustainability</a:t>
            </a:r>
            <a:endParaRPr lang="en-ID" i="1" dirty="0">
              <a:solidFill>
                <a:srgbClr val="000000"/>
              </a:solidFill>
              <a:latin typeface="Georgia"/>
            </a:endParaRPr>
          </a:p>
        </p:txBody>
      </p:sp>
      <p:sp>
        <p:nvSpPr>
          <p:cNvPr id="3" name="Title 2">
            <a:extLst>
              <a:ext uri="{FF2B5EF4-FFF2-40B4-BE49-F238E27FC236}">
                <a16:creationId xmlns:a16="http://schemas.microsoft.com/office/drawing/2014/main" id="{39998573-55E8-54BE-62D1-D5F24BAA634D}"/>
              </a:ext>
            </a:extLst>
          </p:cNvPr>
          <p:cNvSpPr>
            <a:spLocks noGrp="1"/>
          </p:cNvSpPr>
          <p:nvPr>
            <p:ph type="title"/>
          </p:nvPr>
        </p:nvSpPr>
        <p:spPr>
          <a:solidFill>
            <a:schemeClr val="accent1">
              <a:lumMod val="75000"/>
            </a:schemeClr>
          </a:solidFill>
        </p:spPr>
        <p:txBody>
          <a:bodyPr/>
          <a:lstStyle/>
          <a:p>
            <a:r>
              <a:rPr lang="en-US"/>
              <a:t>7</a:t>
            </a:r>
            <a:endParaRPr lang="en-US" dirty="0"/>
          </a:p>
        </p:txBody>
      </p:sp>
    </p:spTree>
    <p:extLst>
      <p:ext uri="{BB962C8B-B14F-4D97-AF65-F5344CB8AC3E}">
        <p14:creationId xmlns:p14="http://schemas.microsoft.com/office/powerpoint/2010/main" val="4040014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7.1 </a:t>
            </a:r>
            <a:r>
              <a:rPr sz="2400" i="1" dirty="0"/>
              <a:t>Risk Appetite Statement </a:t>
            </a:r>
            <a:r>
              <a:rPr sz="2400" dirty="0"/>
              <a:t>(RAS)</a:t>
            </a:r>
            <a:r>
              <a:rPr lang="en-US" sz="2400" dirty="0"/>
              <a:t> </a:t>
            </a:r>
            <a:r>
              <a:rPr lang="en-US" sz="2400" i="1" dirty="0"/>
              <a:t>(</a:t>
            </a:r>
            <a:r>
              <a:rPr lang="en-US" sz="2400" i="1" dirty="0" err="1"/>
              <a:t>diisi</a:t>
            </a:r>
            <a:r>
              <a:rPr lang="en-US" sz="2400" i="1" dirty="0"/>
              <a:t> nama </a:t>
            </a:r>
            <a:r>
              <a:rPr lang="en-US" sz="2400" i="1" dirty="0" err="1"/>
              <a:t>entitas</a:t>
            </a:r>
            <a:r>
              <a:rPr lang="en-US" sz="2400" i="1" dirty="0"/>
              <a:t>)</a:t>
            </a:r>
            <a:endParaRPr sz="2400" i="1" dirty="0"/>
          </a:p>
        </p:txBody>
      </p:sp>
      <p:sp>
        <p:nvSpPr>
          <p:cNvPr id="3" name="Text Placeholder 2"/>
          <p:cNvSpPr>
            <a:spLocks noGrp="1"/>
          </p:cNvSpPr>
          <p:nvPr>
            <p:ph type="body" idx="2"/>
          </p:nvPr>
        </p:nvSpPr>
        <p:spPr/>
        <p:txBody>
          <a:bodyPr/>
          <a:lstStyle/>
          <a:p>
            <a:r>
              <a:rPr sz="1200" dirty="0">
                <a:latin typeface="Neue Haas Grotesk Text Pro"/>
              </a:rPr>
              <a:t>(1/</a:t>
            </a:r>
            <a:r>
              <a:rPr lang="en-US" sz="1200" dirty="0">
                <a:latin typeface="Neue Haas Grotesk Text Pro"/>
              </a:rPr>
              <a:t>4</a:t>
            </a:r>
            <a:r>
              <a:rPr sz="1200" dirty="0">
                <a:latin typeface="Neue Haas Grotesk Text Pro"/>
              </a:rPr>
              <a:t>) </a:t>
            </a:r>
            <a:r>
              <a:rPr sz="1200" dirty="0" err="1">
                <a:latin typeface="Neue Haas Grotesk Text Pro"/>
              </a:rPr>
              <a:t>Seluruh</a:t>
            </a:r>
            <a:r>
              <a:rPr sz="1200" dirty="0">
                <a:latin typeface="Neue Haas Grotesk Text Pro"/>
              </a:rPr>
              <a:t> </a:t>
            </a:r>
            <a:r>
              <a:rPr sz="1200" dirty="0" err="1">
                <a:latin typeface="Neue Haas Grotesk Text Pro"/>
              </a:rPr>
              <a:t>sikap</a:t>
            </a:r>
            <a:r>
              <a:rPr sz="1200" dirty="0">
                <a:latin typeface="Neue Haas Grotesk Text Pro"/>
              </a:rPr>
              <a:t> risiko </a:t>
            </a:r>
            <a:r>
              <a:rPr lang="en-US" sz="1200" dirty="0">
                <a:latin typeface="Neue Haas Grotesk Text Pro"/>
              </a:rPr>
              <a:t>(</a:t>
            </a:r>
            <a:r>
              <a:rPr lang="en-US" sz="1200" dirty="0" err="1">
                <a:latin typeface="Neue Haas Grotesk Text Pro"/>
              </a:rPr>
              <a:t>diisi</a:t>
            </a:r>
            <a:r>
              <a:rPr lang="en-US" sz="1200" dirty="0">
                <a:latin typeface="Neue Haas Grotesk Text Pro"/>
              </a:rPr>
              <a:t> nama </a:t>
            </a:r>
            <a:r>
              <a:rPr lang="en-US" sz="1200" dirty="0" err="1">
                <a:latin typeface="Neue Haas Grotesk Text Pro"/>
              </a:rPr>
              <a:t>entitas</a:t>
            </a:r>
            <a:r>
              <a:rPr lang="en-US" sz="1200" dirty="0">
                <a:latin typeface="Neue Haas Grotesk Text Pro"/>
              </a:rPr>
              <a:t>) </a:t>
            </a:r>
            <a:r>
              <a:rPr sz="1200" dirty="0" err="1">
                <a:latin typeface="Neue Haas Grotesk Text Pro"/>
              </a:rPr>
              <a:t>berada</a:t>
            </a:r>
            <a:r>
              <a:rPr sz="1200" dirty="0">
                <a:latin typeface="Neue Haas Grotesk Text Pro"/>
              </a:rPr>
              <a:t> </a:t>
            </a:r>
            <a:r>
              <a:rPr sz="1200" dirty="0" err="1">
                <a:latin typeface="Neue Haas Grotesk Text Pro"/>
              </a:rPr>
              <a:t>dalam</a:t>
            </a:r>
            <a:r>
              <a:rPr sz="1200" dirty="0">
                <a:latin typeface="Neue Haas Grotesk Text Pro"/>
              </a:rPr>
              <a:t> </a:t>
            </a:r>
            <a:r>
              <a:rPr sz="1200" dirty="0" err="1">
                <a:latin typeface="Neue Haas Grotesk Text Pro"/>
              </a:rPr>
              <a:t>rentang</a:t>
            </a:r>
            <a:r>
              <a:rPr sz="1200" dirty="0">
                <a:latin typeface="Neue Haas Grotesk Text Pro"/>
              </a:rPr>
              <a:t> PT</a:t>
            </a:r>
            <a:r>
              <a:rPr lang="en-US" sz="1200" dirty="0">
                <a:latin typeface="Neue Haas Grotesk Text Pro"/>
              </a:rPr>
              <a:t>PN III (Persero)</a:t>
            </a:r>
            <a:endParaRPr sz="1200" dirty="0">
              <a:latin typeface="Neue Haas Grotesk Text Pro"/>
            </a:endParaRPr>
          </a:p>
        </p:txBody>
      </p:sp>
      <p:graphicFrame>
        <p:nvGraphicFramePr>
          <p:cNvPr id="4" name="Table 3"/>
          <p:cNvGraphicFramePr>
            <a:graphicFrameLocks noGrp="1"/>
          </p:cNvGraphicFramePr>
          <p:nvPr>
            <p:extLst>
              <p:ext uri="{D42A27DB-BD31-4B8C-83A1-F6EECF244321}">
                <p14:modId xmlns:p14="http://schemas.microsoft.com/office/powerpoint/2010/main" val="914931837"/>
              </p:ext>
            </p:extLst>
          </p:nvPr>
        </p:nvGraphicFramePr>
        <p:xfrm>
          <a:off x="310896" y="1261872"/>
          <a:ext cx="11558012" cy="3584448"/>
        </p:xfrm>
        <a:graphic>
          <a:graphicData uri="http://schemas.openxmlformats.org/drawingml/2006/table">
            <a:tbl>
              <a:tblPr>
                <a:tableStyleId>{5940675A-B579-460E-94D1-54222C63F5DA}</a:tableStyleId>
              </a:tblPr>
              <a:tblGrid>
                <a:gridCol w="411480">
                  <a:extLst>
                    <a:ext uri="{9D8B030D-6E8A-4147-A177-3AD203B41FA5}">
                      <a16:colId xmlns:a16="http://schemas.microsoft.com/office/drawing/2014/main" val="20000"/>
                    </a:ext>
                  </a:extLst>
                </a:gridCol>
                <a:gridCol w="3721608">
                  <a:extLst>
                    <a:ext uri="{9D8B030D-6E8A-4147-A177-3AD203B41FA5}">
                      <a16:colId xmlns:a16="http://schemas.microsoft.com/office/drawing/2014/main" val="20001"/>
                    </a:ext>
                  </a:extLst>
                </a:gridCol>
                <a:gridCol w="1856231">
                  <a:extLst>
                    <a:ext uri="{9D8B030D-6E8A-4147-A177-3AD203B41FA5}">
                      <a16:colId xmlns:a16="http://schemas.microsoft.com/office/drawing/2014/main" val="20002"/>
                    </a:ext>
                  </a:extLst>
                </a:gridCol>
                <a:gridCol w="1856231">
                  <a:extLst>
                    <a:ext uri="{9D8B030D-6E8A-4147-A177-3AD203B41FA5}">
                      <a16:colId xmlns:a16="http://schemas.microsoft.com/office/drawing/2014/main" val="20003"/>
                    </a:ext>
                  </a:extLst>
                </a:gridCol>
                <a:gridCol w="1856231">
                  <a:extLst>
                    <a:ext uri="{9D8B030D-6E8A-4147-A177-3AD203B41FA5}">
                      <a16:colId xmlns:a16="http://schemas.microsoft.com/office/drawing/2014/main" val="20004"/>
                    </a:ext>
                  </a:extLst>
                </a:gridCol>
                <a:gridCol w="1856231">
                  <a:extLst>
                    <a:ext uri="{9D8B030D-6E8A-4147-A177-3AD203B41FA5}">
                      <a16:colId xmlns:a16="http://schemas.microsoft.com/office/drawing/2014/main" val="20005"/>
                    </a:ext>
                  </a:extLst>
                </a:gridCol>
              </a:tblGrid>
              <a:tr h="256032">
                <a:tc rowSpan="2">
                  <a:txBody>
                    <a:bodyPr/>
                    <a:lstStyle/>
                    <a:p>
                      <a:pPr algn="ctr"/>
                      <a:r>
                        <a:rPr sz="800" b="1" i="0">
                          <a:solidFill>
                            <a:srgbClr val="FFFFFF"/>
                          </a:solidFill>
                          <a:latin typeface="Neue Haas Grotesk Text Pro"/>
                        </a:rPr>
                        <a:t>No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Taksonomi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gridSpan="4">
                  <a:txBody>
                    <a:bodyPr/>
                    <a:lstStyle/>
                    <a:p>
                      <a:pPr algn="ctr"/>
                      <a:r>
                        <a:rPr sz="800" b="1" i="0">
                          <a:solidFill>
                            <a:srgbClr val="FFFFFF"/>
                          </a:solidFill>
                          <a:latin typeface="Neue Haas Grotesk Text Pro"/>
                        </a:rPr>
                        <a:t>Sikap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0"/>
                  </a:ext>
                </a:extLst>
              </a:tr>
              <a:tr h="256032">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ctr"/>
                      <a:r>
                        <a:rPr sz="900" b="1" i="0">
                          <a:solidFill>
                            <a:srgbClr val="FFFFFF"/>
                          </a:solidFill>
                          <a:latin typeface="Neue Haas Grotesk Text Pro"/>
                        </a:rPr>
                        <a:t>Zero Tolerance</a:t>
                      </a:r>
                      <a:endParaRPr lang="id-ID" sz="9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900" b="1" i="0">
                          <a:solidFill>
                            <a:srgbClr val="FFFFFF"/>
                          </a:solidFill>
                          <a:latin typeface="Neue Haas Grotesk Text Pro"/>
                        </a:rPr>
                        <a:t>Conservative</a:t>
                      </a:r>
                      <a:endParaRPr lang="id-ID" sz="9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900" b="1" i="0">
                          <a:solidFill>
                            <a:srgbClr val="FFFFFF"/>
                          </a:solidFill>
                          <a:latin typeface="Neue Haas Grotesk Text Pro"/>
                        </a:rPr>
                        <a:t>Moderate</a:t>
                      </a:r>
                      <a:endParaRPr lang="id-ID" sz="9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900" b="1" i="0">
                          <a:solidFill>
                            <a:srgbClr val="FFFFFF"/>
                          </a:solidFill>
                          <a:latin typeface="Neue Haas Grotesk Text Pro"/>
                        </a:rPr>
                        <a:t>Aggressive</a:t>
                      </a:r>
                      <a:endParaRPr lang="id-ID" sz="9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extLst>
                  <a:ext uri="{0D108BD9-81ED-4DB2-BD59-A6C34878D82A}">
                    <a16:rowId xmlns:a16="http://schemas.microsoft.com/office/drawing/2014/main" val="10001"/>
                  </a:ext>
                </a:extLst>
              </a:tr>
              <a:tr h="384048">
                <a:tc>
                  <a:txBody>
                    <a:bodyPr/>
                    <a:lstStyle/>
                    <a:p>
                      <a:pPr algn="ctr"/>
                      <a:r>
                        <a:rPr sz="950" b="0" i="0">
                          <a:solidFill>
                            <a:srgbClr val="1A1A1A"/>
                          </a:solidFill>
                          <a:latin typeface="Neue Haas Grotesk Text Pro"/>
                        </a:rPr>
                        <a:t>1</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Strategis</a:t>
                      </a:r>
                      <a:endParaRPr lang="id-ID" sz="950" b="0" i="0">
                        <a:solidFill>
                          <a:srgbClr val="1A1A1A"/>
                        </a:solidFill>
                        <a:latin typeface="Neue Haas Grotesk Text Pro"/>
                      </a:endParaRPr>
                    </a:p>
                    <a:p>
                      <a:pPr algn="l"/>
                      <a:r>
                        <a:rPr sz="950" b="0" i="0">
                          <a:solidFill>
                            <a:srgbClr val="1A1A1A"/>
                          </a:solidFill>
                          <a:latin typeface="Neue Haas Grotesk Text Pro"/>
                        </a:rPr>
                        <a:t>Strategic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no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no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no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9CBC8"/>
                    </a:solidFill>
                  </a:tcPr>
                </a:tc>
                <a:extLst>
                  <a:ext uri="{0D108BD9-81ED-4DB2-BD59-A6C34878D82A}">
                    <a16:rowId xmlns:a16="http://schemas.microsoft.com/office/drawing/2014/main" val="10002"/>
                  </a:ext>
                </a:extLst>
              </a:tr>
              <a:tr h="384048">
                <a:tc>
                  <a:txBody>
                    <a:bodyPr/>
                    <a:lstStyle/>
                    <a:p>
                      <a:pPr algn="ctr"/>
                      <a:r>
                        <a:rPr sz="950" b="0" i="0">
                          <a:solidFill>
                            <a:srgbClr val="1A1A1A"/>
                          </a:solidFill>
                          <a:latin typeface="Neue Haas Grotesk Text Pro"/>
                        </a:rPr>
                        <a:t>2</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Pasar</a:t>
                      </a:r>
                      <a:endParaRPr lang="id-ID" sz="950" b="0" i="0">
                        <a:solidFill>
                          <a:srgbClr val="1A1A1A"/>
                        </a:solidFill>
                        <a:latin typeface="Neue Haas Grotesk Text Pro"/>
                      </a:endParaRPr>
                    </a:p>
                    <a:p>
                      <a:pPr algn="l"/>
                      <a:r>
                        <a:rPr sz="950" b="0" i="0">
                          <a:solidFill>
                            <a:srgbClr val="1A1A1A"/>
                          </a:solidFill>
                          <a:latin typeface="Neue Haas Grotesk Text Pro"/>
                        </a:rPr>
                        <a:t>Market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extLst>
                  <a:ext uri="{0D108BD9-81ED-4DB2-BD59-A6C34878D82A}">
                    <a16:rowId xmlns:a16="http://schemas.microsoft.com/office/drawing/2014/main" val="10003"/>
                  </a:ext>
                </a:extLst>
              </a:tr>
              <a:tr h="384048">
                <a:tc>
                  <a:txBody>
                    <a:bodyPr/>
                    <a:lstStyle/>
                    <a:p>
                      <a:pPr algn="ctr"/>
                      <a:r>
                        <a:rPr sz="950" b="0" i="0">
                          <a:solidFill>
                            <a:srgbClr val="1A1A1A"/>
                          </a:solidFill>
                          <a:latin typeface="Neue Haas Grotesk Text Pro"/>
                        </a:rPr>
                        <a:t>3</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Keuangan</a:t>
                      </a:r>
                      <a:endParaRPr lang="id-ID" sz="950" b="0" i="0">
                        <a:solidFill>
                          <a:srgbClr val="1A1A1A"/>
                        </a:solidFill>
                        <a:latin typeface="Neue Haas Grotesk Text Pro"/>
                      </a:endParaRPr>
                    </a:p>
                    <a:p>
                      <a:pPr algn="l"/>
                      <a:r>
                        <a:rPr sz="950" b="0" i="0">
                          <a:solidFill>
                            <a:srgbClr val="1A1A1A"/>
                          </a:solidFill>
                          <a:latin typeface="Neue Haas Grotesk Text Pro"/>
                        </a:rPr>
                        <a:t>Financial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extLst>
                  <a:ext uri="{0D108BD9-81ED-4DB2-BD59-A6C34878D82A}">
                    <a16:rowId xmlns:a16="http://schemas.microsoft.com/office/drawing/2014/main" val="10004"/>
                  </a:ext>
                </a:extLst>
              </a:tr>
              <a:tr h="384048">
                <a:tc>
                  <a:txBody>
                    <a:bodyPr/>
                    <a:lstStyle/>
                    <a:p>
                      <a:pPr algn="ctr"/>
                      <a:r>
                        <a:rPr sz="950" b="0" i="0">
                          <a:solidFill>
                            <a:srgbClr val="1A1A1A"/>
                          </a:solidFill>
                          <a:latin typeface="Neue Haas Grotesk Text Pro"/>
                        </a:rPr>
                        <a:t>4</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Kredit/Counterparty Kredit</a:t>
                      </a:r>
                      <a:endParaRPr lang="id-ID" sz="950" b="0" i="0">
                        <a:solidFill>
                          <a:srgbClr val="1A1A1A"/>
                        </a:solidFill>
                        <a:latin typeface="Neue Haas Grotesk Text Pro"/>
                      </a:endParaRPr>
                    </a:p>
                    <a:p>
                      <a:pPr algn="l"/>
                      <a:r>
                        <a:rPr sz="950" b="0" i="0">
                          <a:solidFill>
                            <a:srgbClr val="1A1A1A"/>
                          </a:solidFill>
                          <a:latin typeface="Neue Haas Grotesk Text Pro"/>
                        </a:rPr>
                        <a:t>Credit/Counterparty Credit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extLst>
                  <a:ext uri="{0D108BD9-81ED-4DB2-BD59-A6C34878D82A}">
                    <a16:rowId xmlns:a16="http://schemas.microsoft.com/office/drawing/2014/main" val="10005"/>
                  </a:ext>
                </a:extLst>
              </a:tr>
              <a:tr h="384048">
                <a:tc>
                  <a:txBody>
                    <a:bodyPr/>
                    <a:lstStyle/>
                    <a:p>
                      <a:pPr algn="ctr"/>
                      <a:r>
                        <a:rPr sz="950" b="0" i="0">
                          <a:solidFill>
                            <a:srgbClr val="1A1A1A"/>
                          </a:solidFill>
                          <a:latin typeface="Neue Haas Grotesk Text Pro"/>
                        </a:rPr>
                        <a:t>5</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Investasi dan Proyek</a:t>
                      </a:r>
                      <a:endParaRPr lang="id-ID" sz="950" b="0" i="0">
                        <a:solidFill>
                          <a:srgbClr val="1A1A1A"/>
                        </a:solidFill>
                        <a:latin typeface="Neue Haas Grotesk Text Pro"/>
                      </a:endParaRPr>
                    </a:p>
                    <a:p>
                      <a:pPr algn="l"/>
                      <a:r>
                        <a:rPr sz="950" b="0" i="0">
                          <a:solidFill>
                            <a:srgbClr val="1A1A1A"/>
                          </a:solidFill>
                          <a:latin typeface="Neue Haas Grotesk Text Pro"/>
                        </a:rPr>
                        <a:t>Investment and Project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extLst>
                  <a:ext uri="{0D108BD9-81ED-4DB2-BD59-A6C34878D82A}">
                    <a16:rowId xmlns:a16="http://schemas.microsoft.com/office/drawing/2014/main" val="10006"/>
                  </a:ext>
                </a:extLst>
              </a:tr>
              <a:tr h="384048">
                <a:tc>
                  <a:txBody>
                    <a:bodyPr/>
                    <a:lstStyle/>
                    <a:p>
                      <a:pPr algn="ctr"/>
                      <a:r>
                        <a:rPr sz="950" b="0" i="0">
                          <a:solidFill>
                            <a:srgbClr val="1A1A1A"/>
                          </a:solidFill>
                          <a:latin typeface="Neue Haas Grotesk Text Pro"/>
                        </a:rPr>
                        <a:t>6</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Operasional</a:t>
                      </a:r>
                      <a:endParaRPr lang="id-ID" sz="950" b="0" i="0">
                        <a:solidFill>
                          <a:srgbClr val="1A1A1A"/>
                        </a:solidFill>
                        <a:latin typeface="Neue Haas Grotesk Text Pro"/>
                      </a:endParaRPr>
                    </a:p>
                    <a:p>
                      <a:pPr algn="l"/>
                      <a:r>
                        <a:rPr sz="950" b="0" i="0">
                          <a:solidFill>
                            <a:srgbClr val="1A1A1A"/>
                          </a:solidFill>
                          <a:latin typeface="Neue Haas Grotesk Text Pro"/>
                        </a:rPr>
                        <a:t>Operational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extLst>
                  <a:ext uri="{0D108BD9-81ED-4DB2-BD59-A6C34878D82A}">
                    <a16:rowId xmlns:a16="http://schemas.microsoft.com/office/drawing/2014/main" val="10007"/>
                  </a:ext>
                </a:extLst>
              </a:tr>
              <a:tr h="384048">
                <a:tc>
                  <a:txBody>
                    <a:bodyPr/>
                    <a:lstStyle/>
                    <a:p>
                      <a:pPr algn="ctr"/>
                      <a:r>
                        <a:rPr sz="950" b="0" i="0">
                          <a:solidFill>
                            <a:srgbClr val="1A1A1A"/>
                          </a:solidFill>
                          <a:latin typeface="Neue Haas Grotesk Text Pro"/>
                        </a:rPr>
                        <a:t>7</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Reputasi</a:t>
                      </a:r>
                      <a:endParaRPr lang="id-ID" sz="950" b="0" i="0">
                        <a:solidFill>
                          <a:srgbClr val="1A1A1A"/>
                        </a:solidFill>
                        <a:latin typeface="Neue Haas Grotesk Text Pro"/>
                      </a:endParaRPr>
                    </a:p>
                    <a:p>
                      <a:pPr algn="l"/>
                      <a:r>
                        <a:rPr sz="950" b="0" i="0">
                          <a:solidFill>
                            <a:srgbClr val="1A1A1A"/>
                          </a:solidFill>
                          <a:latin typeface="Neue Haas Grotesk Text Pro"/>
                        </a:rPr>
                        <a:t>Reputational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extLst>
                  <a:ext uri="{0D108BD9-81ED-4DB2-BD59-A6C34878D82A}">
                    <a16:rowId xmlns:a16="http://schemas.microsoft.com/office/drawing/2014/main" val="10008"/>
                  </a:ext>
                </a:extLst>
              </a:tr>
              <a:tr h="384048">
                <a:tc>
                  <a:txBody>
                    <a:bodyPr/>
                    <a:lstStyle/>
                    <a:p>
                      <a:pPr algn="ctr"/>
                      <a:r>
                        <a:rPr sz="950" b="0" i="0">
                          <a:solidFill>
                            <a:srgbClr val="1A1A1A"/>
                          </a:solidFill>
                          <a:latin typeface="Neue Haas Grotesk Text Pro"/>
                        </a:rPr>
                        <a:t>8</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950" b="1" i="0">
                          <a:solidFill>
                            <a:srgbClr val="1A1A1A"/>
                          </a:solidFill>
                          <a:latin typeface="Neue Haas Grotesk Text Pro"/>
                        </a:rPr>
                        <a:t>Risiko Peraturan, Hukum dan Kepatuhan</a:t>
                      </a:r>
                      <a:endParaRPr lang="id-ID" sz="950" b="0" i="0">
                        <a:solidFill>
                          <a:srgbClr val="1A1A1A"/>
                        </a:solidFill>
                        <a:latin typeface="Neue Haas Grotesk Text Pro"/>
                      </a:endParaRPr>
                    </a:p>
                    <a:p>
                      <a:pPr algn="l"/>
                      <a:r>
                        <a:rPr sz="950" b="0" i="0">
                          <a:solidFill>
                            <a:srgbClr val="1A1A1A"/>
                          </a:solidFill>
                          <a:latin typeface="Neue Haas Grotesk Text Pro"/>
                        </a:rPr>
                        <a:t>Regulatory, Legal and Compliance Risk</a:t>
                      </a:r>
                      <a:endParaRPr lang="id-ID" sz="950" b="0" i="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ctr"/>
                      <a:endParaRPr lang="id-ID" sz="900" b="0" i="0" dirty="0">
                        <a:solidFill>
                          <a:srgbClr val="1A1A1A"/>
                        </a:solidFill>
                        <a:latin typeface="Neue Haas Grotesk Text Pro"/>
                      </a:endParaRPr>
                    </a:p>
                  </a:txBody>
                  <a:tcPr marL="45720" marR="45720" marT="27432" marB="27432" anchor="ct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9CBC8"/>
                    </a:solid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tc>
                  <a:txBody>
                    <a:bodyPr/>
                    <a:lstStyle/>
                    <a:p>
                      <a:pPr algn="l"/>
                      <a:endParaRPr lang="id-ID" sz="9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noFill/>
                  </a:tcPr>
                </a:tc>
                <a:extLst>
                  <a:ext uri="{0D108BD9-81ED-4DB2-BD59-A6C34878D82A}">
                    <a16:rowId xmlns:a16="http://schemas.microsoft.com/office/drawing/2014/main" val="10009"/>
                  </a:ext>
                </a:extLst>
              </a:tr>
            </a:tbl>
          </a:graphicData>
        </a:graphic>
      </p:graphicFrame>
      <p:grpSp>
        <p:nvGrpSpPr>
          <p:cNvPr id="17" name="Legenda sikap risiko"/>
          <p:cNvGrpSpPr/>
          <p:nvPr/>
        </p:nvGrpSpPr>
        <p:grpSpPr>
          <a:xfrm>
            <a:off x="310896" y="4969795"/>
            <a:ext cx="4508754" cy="269814"/>
            <a:chOff x="310896" y="4992623"/>
            <a:chExt cx="3659428" cy="246985"/>
          </a:xfrm>
        </p:grpSpPr>
        <p:sp>
          <p:nvSpPr>
            <p:cNvPr id="5" name="Rectangle 4"/>
            <p:cNvSpPr/>
            <p:nvPr/>
          </p:nvSpPr>
          <p:spPr>
            <a:xfrm>
              <a:off x="310896" y="4992623"/>
              <a:ext cx="237744" cy="118872"/>
            </a:xfrm>
            <a:prstGeom prst="rect">
              <a:avLst/>
            </a:prstGeom>
            <a:solidFill>
              <a:srgbClr val="F9C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4993386"/>
              <a:ext cx="1523390" cy="123111"/>
            </a:xfrm>
            <a:prstGeom prst="rect">
              <a:avLst/>
            </a:prstGeom>
            <a:noFill/>
          </p:spPr>
          <p:txBody>
            <a:bodyPr wrap="square" lIns="0" tIns="0" rIns="0" bIns="0" anchor="t">
              <a:spAutoFit/>
            </a:bodyPr>
            <a:lstStyle/>
            <a:p>
              <a:pPr algn="l"/>
              <a:r>
                <a:rPr sz="800" b="0" i="0" dirty="0" err="1">
                  <a:solidFill>
                    <a:srgbClr val="707070"/>
                  </a:solidFill>
                  <a:latin typeface="Neue Haas Grotesk Text Pro"/>
                </a:rPr>
                <a:t>Rentang</a:t>
              </a:r>
              <a:r>
                <a:rPr sz="800" b="0" i="0" dirty="0">
                  <a:solidFill>
                    <a:srgbClr val="707070"/>
                  </a:solidFill>
                  <a:latin typeface="Neue Haas Grotesk Text Pro"/>
                </a:rPr>
                <a:t> </a:t>
              </a:r>
              <a:r>
                <a:rPr sz="800" b="0" i="0" dirty="0" err="1">
                  <a:solidFill>
                    <a:srgbClr val="707070"/>
                  </a:solidFill>
                  <a:latin typeface="Neue Haas Grotesk Text Pro"/>
                </a:rPr>
                <a:t>sikap</a:t>
              </a:r>
              <a:r>
                <a:rPr sz="800" b="0" i="0" dirty="0">
                  <a:solidFill>
                    <a:srgbClr val="707070"/>
                  </a:solidFill>
                  <a:latin typeface="Neue Haas Grotesk Text Pro"/>
                </a:rPr>
                <a:t> risiko PT</a:t>
              </a:r>
              <a:r>
                <a:rPr lang="en-US" sz="800" b="0" i="0" dirty="0">
                  <a:solidFill>
                    <a:srgbClr val="707070"/>
                  </a:solidFill>
                  <a:latin typeface="Neue Haas Grotesk Text Pro"/>
                </a:rPr>
                <a:t>PN III</a:t>
              </a:r>
              <a:endParaRPr lang="id-ID" sz="800" b="0" i="0" dirty="0">
                <a:solidFill>
                  <a:srgbClr val="707070"/>
                </a:solidFill>
                <a:latin typeface="Neue Haas Grotesk Text Pro"/>
              </a:endParaRPr>
            </a:p>
          </p:txBody>
        </p:sp>
        <p:sp>
          <p:nvSpPr>
            <p:cNvPr id="7" name="Rectangle 6"/>
            <p:cNvSpPr/>
            <p:nvPr/>
          </p:nvSpPr>
          <p:spPr>
            <a:xfrm>
              <a:off x="2373782" y="4992623"/>
              <a:ext cx="237744" cy="118872"/>
            </a:xfrm>
            <a:prstGeom prst="rect">
              <a:avLst/>
            </a:prstGeom>
            <a:solidFill>
              <a:srgbClr val="6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84678" y="4992624"/>
              <a:ext cx="1285646" cy="246984"/>
            </a:xfrm>
            <a:prstGeom prst="rect">
              <a:avLst/>
            </a:prstGeom>
            <a:noFill/>
          </p:spPr>
          <p:txBody>
            <a:bodyPr wrap="square" lIns="0" tIns="0" rIns="0" bIns="0" anchor="t">
              <a:spAutoFit/>
            </a:bodyPr>
            <a:lstStyle/>
            <a:p>
              <a:pPr algn="l"/>
              <a:r>
                <a:rPr sz="800" b="0" i="0" dirty="0" err="1">
                  <a:solidFill>
                    <a:srgbClr val="707070"/>
                  </a:solidFill>
                  <a:latin typeface="Neue Haas Grotesk Text Pro"/>
                </a:rPr>
                <a:t>Sikap</a:t>
              </a:r>
              <a:r>
                <a:rPr sz="800" b="0" i="0" dirty="0">
                  <a:solidFill>
                    <a:srgbClr val="707070"/>
                  </a:solidFill>
                  <a:latin typeface="Neue Haas Grotesk Text Pro"/>
                </a:rPr>
                <a:t> risiko</a:t>
              </a:r>
              <a:r>
                <a:rPr lang="en-US" sz="800" b="0" i="0" dirty="0">
                  <a:solidFill>
                    <a:srgbClr val="707070"/>
                  </a:solidFill>
                  <a:latin typeface="Neue Haas Grotesk Text Pro"/>
                </a:rPr>
                <a:t> </a:t>
              </a:r>
              <a:r>
                <a:rPr lang="en-US" sz="800" b="0" i="1" dirty="0">
                  <a:solidFill>
                    <a:srgbClr val="707070"/>
                  </a:solidFill>
                  <a:latin typeface="Neue Haas Grotesk Text Pro"/>
                </a:rPr>
                <a:t>(</a:t>
              </a:r>
              <a:r>
                <a:rPr lang="en-US" sz="800" b="0" i="1" dirty="0" err="1">
                  <a:solidFill>
                    <a:srgbClr val="707070"/>
                  </a:solidFill>
                  <a:latin typeface="Neue Haas Grotesk Text Pro"/>
                </a:rPr>
                <a:t>diisi</a:t>
              </a:r>
              <a:r>
                <a:rPr lang="en-US" sz="800" b="0" i="1" dirty="0">
                  <a:solidFill>
                    <a:srgbClr val="707070"/>
                  </a:solidFill>
                  <a:latin typeface="Neue Haas Grotesk Text Pro"/>
                </a:rPr>
                <a:t> nama </a:t>
              </a:r>
              <a:r>
                <a:rPr lang="en-US" sz="800" b="0" i="1" dirty="0" err="1">
                  <a:solidFill>
                    <a:srgbClr val="707070"/>
                  </a:solidFill>
                  <a:latin typeface="Neue Haas Grotesk Text Pro"/>
                </a:rPr>
                <a:t>entitas</a:t>
              </a:r>
              <a:r>
                <a:rPr lang="en-US" sz="800" b="0" i="1" dirty="0">
                  <a:solidFill>
                    <a:srgbClr val="707070"/>
                  </a:solidFill>
                  <a:latin typeface="Neue Haas Grotesk Text Pro"/>
                </a:rPr>
                <a:t>)</a:t>
              </a:r>
              <a:endParaRPr lang="id-ID" sz="800" b="0" i="1" dirty="0">
                <a:solidFill>
                  <a:srgbClr val="707070"/>
                </a:solidFill>
                <a:latin typeface="Neue Haas Grotesk Text Pro"/>
              </a:endParaRPr>
            </a:p>
          </p:txBody>
        </p:sp>
      </p:grpSp>
      <p:grpSp>
        <p:nvGrpSpPr>
          <p:cNvPr id="18" name="Definisi Zero Tolerance"/>
          <p:cNvGrpSpPr/>
          <p:nvPr/>
        </p:nvGrpSpPr>
        <p:grpSpPr>
          <a:xfrm>
            <a:off x="310896" y="5303520"/>
            <a:ext cx="2786634" cy="786384"/>
            <a:chOff x="310896" y="5303520"/>
            <a:chExt cx="2786634" cy="786384"/>
          </a:xfrm>
        </p:grpSpPr>
        <p:sp>
          <p:nvSpPr>
            <p:cNvPr id="9" name="Rectangle 8"/>
            <p:cNvSpPr/>
            <p:nvPr/>
          </p:nvSpPr>
          <p:spPr>
            <a:xfrm>
              <a:off x="310896" y="5303520"/>
              <a:ext cx="2786634" cy="78638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2336" y="5367528"/>
              <a:ext cx="2603754" cy="676656"/>
            </a:xfrm>
            <a:prstGeom prst="rect">
              <a:avLst/>
            </a:prstGeom>
            <a:noFill/>
          </p:spPr>
          <p:txBody>
            <a:bodyPr wrap="square" lIns="0" tIns="0" rIns="0" bIns="0" anchor="t">
              <a:spAutoFit/>
            </a:bodyPr>
            <a:lstStyle/>
            <a:p>
              <a:pPr algn="l"/>
              <a:r>
                <a:rPr sz="800" b="1" i="0">
                  <a:solidFill>
                    <a:srgbClr val="600000"/>
                  </a:solidFill>
                  <a:latin typeface="Neue Haas Grotesk Text Pro"/>
                </a:rPr>
                <a:t>Zero Tolerance</a:t>
              </a:r>
              <a:endParaRPr lang="id-ID" sz="800" b="0" i="0">
                <a:solidFill>
                  <a:srgbClr val="1A1A1A"/>
                </a:solidFill>
                <a:latin typeface="Neue Haas Grotesk Text Pro"/>
              </a:endParaRPr>
            </a:p>
            <a:p>
              <a:pPr algn="l"/>
              <a:r>
                <a:rPr sz="800" b="0" i="0">
                  <a:solidFill>
                    <a:srgbClr val="1A1A1A"/>
                  </a:solidFill>
                  <a:latin typeface="Neue Haas Grotesk Text Pro"/>
                </a:rPr>
                <a:t>Tidak bersedia mengambil risiko, tidak memperkenankan pelanggaran atau penyimpangan, dan mengutamakan keberlangsungan operasi dengan kepatuhan mutlak dan pengendalian yang ketat.</a:t>
              </a:r>
              <a:endParaRPr lang="id-ID" sz="800" b="0" i="0">
                <a:solidFill>
                  <a:srgbClr val="1A1A1A"/>
                </a:solidFill>
                <a:latin typeface="Neue Haas Grotesk Text Pro"/>
              </a:endParaRPr>
            </a:p>
          </p:txBody>
        </p:sp>
      </p:grpSp>
      <p:grpSp>
        <p:nvGrpSpPr>
          <p:cNvPr id="19" name="Definisi Conservative"/>
          <p:cNvGrpSpPr/>
          <p:nvPr/>
        </p:nvGrpSpPr>
        <p:grpSpPr>
          <a:xfrm>
            <a:off x="3234690" y="5303520"/>
            <a:ext cx="2786634" cy="786384"/>
            <a:chOff x="3234690" y="5303520"/>
            <a:chExt cx="2786634" cy="786384"/>
          </a:xfrm>
        </p:grpSpPr>
        <p:sp>
          <p:nvSpPr>
            <p:cNvPr id="11" name="Rectangle 10"/>
            <p:cNvSpPr/>
            <p:nvPr/>
          </p:nvSpPr>
          <p:spPr>
            <a:xfrm>
              <a:off x="3234690" y="5303520"/>
              <a:ext cx="2786634" cy="78638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6130" y="5367528"/>
              <a:ext cx="2603754" cy="676656"/>
            </a:xfrm>
            <a:prstGeom prst="rect">
              <a:avLst/>
            </a:prstGeom>
            <a:noFill/>
          </p:spPr>
          <p:txBody>
            <a:bodyPr wrap="square" lIns="0" tIns="0" rIns="0" bIns="0" anchor="t">
              <a:spAutoFit/>
            </a:bodyPr>
            <a:lstStyle/>
            <a:p>
              <a:pPr algn="l"/>
              <a:r>
                <a:rPr sz="800" b="1" i="0">
                  <a:solidFill>
                    <a:srgbClr val="600000"/>
                  </a:solidFill>
                  <a:latin typeface="Neue Haas Grotesk Text Pro"/>
                </a:rPr>
                <a:t>Conservative</a:t>
              </a:r>
              <a:endParaRPr lang="id-ID" sz="800" b="0" i="0">
                <a:solidFill>
                  <a:srgbClr val="1A1A1A"/>
                </a:solidFill>
                <a:latin typeface="Neue Haas Grotesk Text Pro"/>
              </a:endParaRPr>
            </a:p>
            <a:p>
              <a:pPr algn="l"/>
              <a:r>
                <a:rPr sz="800" b="0" i="0">
                  <a:solidFill>
                    <a:srgbClr val="1A1A1A"/>
                  </a:solidFill>
                  <a:latin typeface="Neue Haas Grotesk Text Pro"/>
                </a:rPr>
                <a:t>Bersedia mengambil risiko pada tingkat rendah dan terkontrol, dengan prioritas pada keberlangsungan usaha, perlindungan aset, dan pencapaian target yang berkelanjutan.</a:t>
              </a:r>
              <a:endParaRPr lang="id-ID" sz="800" b="0" i="0">
                <a:solidFill>
                  <a:srgbClr val="1A1A1A"/>
                </a:solidFill>
                <a:latin typeface="Neue Haas Grotesk Text Pro"/>
              </a:endParaRPr>
            </a:p>
          </p:txBody>
        </p:sp>
      </p:grpSp>
      <p:grpSp>
        <p:nvGrpSpPr>
          <p:cNvPr id="20" name="Definisi Moderate"/>
          <p:cNvGrpSpPr/>
          <p:nvPr/>
        </p:nvGrpSpPr>
        <p:grpSpPr>
          <a:xfrm>
            <a:off x="6158484" y="5303520"/>
            <a:ext cx="2786634" cy="786384"/>
            <a:chOff x="6158484" y="5303520"/>
            <a:chExt cx="2786634" cy="786384"/>
          </a:xfrm>
        </p:grpSpPr>
        <p:sp>
          <p:nvSpPr>
            <p:cNvPr id="13" name="Rectangle 12"/>
            <p:cNvSpPr/>
            <p:nvPr/>
          </p:nvSpPr>
          <p:spPr>
            <a:xfrm>
              <a:off x="6158484" y="5303520"/>
              <a:ext cx="2786634" cy="78638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49924" y="5367528"/>
              <a:ext cx="2603754" cy="676656"/>
            </a:xfrm>
            <a:prstGeom prst="rect">
              <a:avLst/>
            </a:prstGeom>
            <a:noFill/>
          </p:spPr>
          <p:txBody>
            <a:bodyPr wrap="square" lIns="0" tIns="0" rIns="0" bIns="0" anchor="t">
              <a:spAutoFit/>
            </a:bodyPr>
            <a:lstStyle/>
            <a:p>
              <a:pPr algn="l"/>
              <a:r>
                <a:rPr sz="800" b="1" i="0">
                  <a:solidFill>
                    <a:srgbClr val="600000"/>
                  </a:solidFill>
                  <a:latin typeface="Neue Haas Grotesk Text Pro"/>
                </a:rPr>
                <a:t>Moderate</a:t>
              </a:r>
              <a:endParaRPr lang="id-ID" sz="800" b="0" i="0">
                <a:solidFill>
                  <a:srgbClr val="1A1A1A"/>
                </a:solidFill>
                <a:latin typeface="Neue Haas Grotesk Text Pro"/>
              </a:endParaRPr>
            </a:p>
            <a:p>
              <a:pPr algn="l"/>
              <a:r>
                <a:rPr sz="800" b="0" i="0">
                  <a:solidFill>
                    <a:srgbClr val="1A1A1A"/>
                  </a:solidFill>
                  <a:latin typeface="Neue Haas Grotesk Text Pro"/>
                </a:rPr>
                <a:t>Bersedia mengambil risiko yang seimbang dengan manfaat atau nilai yang diharapkan, sepanjang masih dalam kapasitas risiko perusahaan.</a:t>
              </a:r>
              <a:endParaRPr lang="id-ID" sz="800" b="0" i="0">
                <a:solidFill>
                  <a:srgbClr val="1A1A1A"/>
                </a:solidFill>
                <a:latin typeface="Neue Haas Grotesk Text Pro"/>
              </a:endParaRPr>
            </a:p>
          </p:txBody>
        </p:sp>
      </p:grpSp>
      <p:grpSp>
        <p:nvGrpSpPr>
          <p:cNvPr id="21" name="Definisi Aggressive"/>
          <p:cNvGrpSpPr/>
          <p:nvPr/>
        </p:nvGrpSpPr>
        <p:grpSpPr>
          <a:xfrm>
            <a:off x="9082278" y="5303520"/>
            <a:ext cx="2786634" cy="786384"/>
            <a:chOff x="9082278" y="5303520"/>
            <a:chExt cx="2786634" cy="786384"/>
          </a:xfrm>
        </p:grpSpPr>
        <p:sp>
          <p:nvSpPr>
            <p:cNvPr id="15" name="Rectangle 14"/>
            <p:cNvSpPr/>
            <p:nvPr/>
          </p:nvSpPr>
          <p:spPr>
            <a:xfrm>
              <a:off x="9082278" y="5303520"/>
              <a:ext cx="2786634" cy="78638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73718" y="5367528"/>
              <a:ext cx="2603754" cy="676656"/>
            </a:xfrm>
            <a:prstGeom prst="rect">
              <a:avLst/>
            </a:prstGeom>
            <a:noFill/>
          </p:spPr>
          <p:txBody>
            <a:bodyPr wrap="square" lIns="0" tIns="0" rIns="0" bIns="0" anchor="t">
              <a:spAutoFit/>
            </a:bodyPr>
            <a:lstStyle/>
            <a:p>
              <a:pPr algn="l"/>
              <a:r>
                <a:rPr sz="800" b="1" i="0">
                  <a:solidFill>
                    <a:srgbClr val="600000"/>
                  </a:solidFill>
                  <a:latin typeface="Neue Haas Grotesk Text Pro"/>
                </a:rPr>
                <a:t>Aggressive</a:t>
              </a:r>
              <a:endParaRPr lang="id-ID" sz="800" b="0" i="0">
                <a:solidFill>
                  <a:srgbClr val="1A1A1A"/>
                </a:solidFill>
                <a:latin typeface="Neue Haas Grotesk Text Pro"/>
              </a:endParaRPr>
            </a:p>
            <a:p>
              <a:pPr algn="l"/>
              <a:r>
                <a:rPr sz="800" b="0" i="0">
                  <a:solidFill>
                    <a:srgbClr val="1A1A1A"/>
                  </a:solidFill>
                  <a:latin typeface="Neue Haas Grotesk Text Pro"/>
                </a:rPr>
                <a:t>Bersedia mengambil risiko relatif tinggi untuk pertumbuhan, transformasi, atau penciptaan nilai yang lebih besar, sepanjang masih dalam kapasitas risiko perusahaan.</a:t>
              </a:r>
              <a:endParaRPr lang="id-ID" sz="800" b="0" i="0">
                <a:solidFill>
                  <a:srgbClr val="1A1A1A"/>
                </a:solidFill>
                <a:latin typeface="Neue Haas Grotesk Text Pr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7.1 </a:t>
            </a:r>
            <a:r>
              <a:rPr sz="2400" i="1" dirty="0"/>
              <a:t>Risk Appetite Statement </a:t>
            </a:r>
            <a:r>
              <a:rPr sz="2400" dirty="0"/>
              <a:t>(RAS)</a:t>
            </a:r>
            <a:r>
              <a:rPr lang="en-US" sz="2400" dirty="0"/>
              <a:t> (PT KINRA)</a:t>
            </a:r>
            <a:endParaRPr sz="2400" dirty="0"/>
          </a:p>
        </p:txBody>
      </p:sp>
      <p:sp>
        <p:nvSpPr>
          <p:cNvPr id="3" name="Text Placeholder 2"/>
          <p:cNvSpPr>
            <a:spLocks noGrp="1"/>
          </p:cNvSpPr>
          <p:nvPr>
            <p:ph type="body" idx="2"/>
          </p:nvPr>
        </p:nvSpPr>
        <p:spPr/>
        <p:txBody>
          <a:bodyPr/>
          <a:lstStyle/>
          <a:p>
            <a:r>
              <a:rPr sz="1200" dirty="0">
                <a:latin typeface="Neue Haas Grotesk Text Pro"/>
              </a:rPr>
              <a:t>(2/</a:t>
            </a:r>
            <a:r>
              <a:rPr lang="en-US" sz="1200" dirty="0">
                <a:latin typeface="Neue Haas Grotesk Text Pro"/>
              </a:rPr>
              <a:t>4</a:t>
            </a:r>
            <a:r>
              <a:rPr sz="1200" dirty="0">
                <a:latin typeface="Neue Haas Grotesk Text Pro"/>
              </a:rPr>
              <a:t>) Risiko </a:t>
            </a:r>
            <a:r>
              <a:rPr sz="1200" dirty="0" err="1">
                <a:latin typeface="Neue Haas Grotesk Text Pro"/>
              </a:rPr>
              <a:t>Strategis</a:t>
            </a:r>
            <a:r>
              <a:rPr sz="1200" dirty="0">
                <a:latin typeface="Neue Haas Grotesk Text Pro"/>
              </a:rPr>
              <a:t>, Pasar, </a:t>
            </a:r>
            <a:r>
              <a:rPr sz="1200" dirty="0" err="1">
                <a:latin typeface="Neue Haas Grotesk Text Pro"/>
              </a:rPr>
              <a:t>Keuangan</a:t>
            </a:r>
            <a:r>
              <a:rPr sz="1200" dirty="0">
                <a:latin typeface="Neue Haas Grotesk Text Pro"/>
              </a:rPr>
              <a:t>, dan </a:t>
            </a:r>
            <a:r>
              <a:rPr sz="1200" dirty="0" err="1">
                <a:latin typeface="Neue Haas Grotesk Text Pro"/>
              </a:rPr>
              <a:t>Kredit</a:t>
            </a:r>
            <a:endParaRPr sz="1200" dirty="0">
              <a:latin typeface="Neue Haas Grotesk Text Pro"/>
            </a:endParaRPr>
          </a:p>
        </p:txBody>
      </p:sp>
      <p:graphicFrame>
        <p:nvGraphicFramePr>
          <p:cNvPr id="4" name="Table 3"/>
          <p:cNvGraphicFramePr>
            <a:graphicFrameLocks noGrp="1"/>
          </p:cNvGraphicFramePr>
          <p:nvPr>
            <p:extLst>
              <p:ext uri="{D42A27DB-BD31-4B8C-83A1-F6EECF244321}">
                <p14:modId xmlns:p14="http://schemas.microsoft.com/office/powerpoint/2010/main" val="3863557303"/>
              </p:ext>
            </p:extLst>
          </p:nvPr>
        </p:nvGraphicFramePr>
        <p:xfrm>
          <a:off x="310896" y="1261872"/>
          <a:ext cx="11558016" cy="5416296"/>
        </p:xfrm>
        <a:graphic>
          <a:graphicData uri="http://schemas.openxmlformats.org/drawingml/2006/table">
            <a:tbl>
              <a:tblPr>
                <a:tableStyleId>{5940675A-B579-460E-94D1-54222C63F5DA}</a:tableStyleId>
              </a:tblPr>
              <a:tblGrid>
                <a:gridCol w="320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868549">
                  <a:extLst>
                    <a:ext uri="{9D8B030D-6E8A-4147-A177-3AD203B41FA5}">
                      <a16:colId xmlns:a16="http://schemas.microsoft.com/office/drawing/2014/main" val="20003"/>
                    </a:ext>
                  </a:extLst>
                </a:gridCol>
                <a:gridCol w="2709291">
                  <a:extLst>
                    <a:ext uri="{9D8B030D-6E8A-4147-A177-3AD203B41FA5}">
                      <a16:colId xmlns:a16="http://schemas.microsoft.com/office/drawing/2014/main" val="20004"/>
                    </a:ext>
                  </a:extLst>
                </a:gridCol>
                <a:gridCol w="3054096">
                  <a:extLst>
                    <a:ext uri="{9D8B030D-6E8A-4147-A177-3AD203B41FA5}">
                      <a16:colId xmlns:a16="http://schemas.microsoft.com/office/drawing/2014/main" val="20005"/>
                    </a:ext>
                  </a:extLst>
                </a:gridCol>
              </a:tblGrid>
              <a:tr h="274320">
                <a:tc>
                  <a:txBody>
                    <a:bodyPr/>
                    <a:lstStyle/>
                    <a:p>
                      <a:pPr algn="ctr"/>
                      <a:r>
                        <a:rPr sz="800" b="1" i="0">
                          <a:solidFill>
                            <a:srgbClr val="FFFFFF"/>
                          </a:solidFill>
                          <a:latin typeface="Neue Haas Grotesk Text Pro"/>
                        </a:rPr>
                        <a:t>No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a:solidFill>
                            <a:srgbClr val="FFFFFF"/>
                          </a:solidFill>
                          <a:latin typeface="Neue Haas Grotesk Text Pro"/>
                        </a:rPr>
                        <a:t>Taksonomi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a:solidFill>
                            <a:srgbClr val="FFFFFF"/>
                          </a:solidFill>
                          <a:latin typeface="Neue Haas Grotesk Text Pro"/>
                        </a:rPr>
                        <a:t>Sikap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a:solidFill>
                            <a:srgbClr val="FFFFFF"/>
                          </a:solidFill>
                          <a:latin typeface="Neue Haas Grotesk Text Pro"/>
                        </a:rPr>
                        <a:t>RAS PT</a:t>
                      </a:r>
                      <a:r>
                        <a:rPr lang="en-US" sz="800" b="1" i="0" dirty="0">
                          <a:solidFill>
                            <a:srgbClr val="FFFFFF"/>
                          </a:solidFill>
                          <a:latin typeface="Neue Haas Grotesk Text Pro"/>
                        </a:rPr>
                        <a:t>PN III (Persero)</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a:solidFill>
                            <a:srgbClr val="FFFFFF"/>
                          </a:solidFill>
                          <a:latin typeface="Neue Haas Grotesk Text Pro"/>
                        </a:rPr>
                        <a:t>RAS </a:t>
                      </a:r>
                      <a:r>
                        <a:rPr lang="en-US" sz="800" b="1" i="1" dirty="0">
                          <a:solidFill>
                            <a:srgbClr val="FFFFFF"/>
                          </a:solidFill>
                          <a:latin typeface="Neue Haas Grotesk Text Pro"/>
                        </a:rPr>
                        <a:t>(</a:t>
                      </a:r>
                      <a:r>
                        <a:rPr lang="en-US" sz="800" b="1" i="0" dirty="0">
                          <a:solidFill>
                            <a:srgbClr val="FFFFFF"/>
                          </a:solidFill>
                          <a:latin typeface="Neue Haas Grotesk Text Pro"/>
                        </a:rPr>
                        <a:t>PT KINRA</a:t>
                      </a:r>
                      <a:r>
                        <a:rPr lang="en-US" sz="800" b="1" i="1" dirty="0">
                          <a:solidFill>
                            <a:srgbClr val="FFFFFF"/>
                          </a:solidFill>
                          <a:latin typeface="Neue Haas Grotesk Text Pro"/>
                        </a:rPr>
                        <a:t>)</a:t>
                      </a:r>
                      <a:endParaRPr lang="id-ID" sz="800" b="0" i="1"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err="1">
                          <a:solidFill>
                            <a:srgbClr val="FFFFFF"/>
                          </a:solidFill>
                          <a:latin typeface="Neue Haas Grotesk Text Pro"/>
                        </a:rPr>
                        <a:t>Rasionalisasi</a:t>
                      </a:r>
                      <a:r>
                        <a:rPr sz="800" b="1" i="0" dirty="0">
                          <a:solidFill>
                            <a:srgbClr val="FFFFFF"/>
                          </a:solidFill>
                          <a:latin typeface="Neue Haas Grotesk Text Pro"/>
                        </a:rPr>
                        <a:t> </a:t>
                      </a:r>
                      <a:r>
                        <a:rPr sz="800" b="1" i="0" dirty="0" err="1">
                          <a:solidFill>
                            <a:srgbClr val="FFFFFF"/>
                          </a:solidFill>
                          <a:latin typeface="Neue Haas Grotesk Text Pro"/>
                        </a:rPr>
                        <a:t>Sikap</a:t>
                      </a:r>
                      <a:r>
                        <a:rPr sz="800" b="1" i="0" dirty="0">
                          <a:solidFill>
                            <a:srgbClr val="FFFFFF"/>
                          </a:solidFill>
                          <a:latin typeface="Neue Haas Grotesk Text Pro"/>
                        </a:rPr>
                        <a:t> </a:t>
                      </a:r>
                      <a:r>
                        <a:rPr sz="800" b="1" i="0" dirty="0" err="1">
                          <a:solidFill>
                            <a:srgbClr val="FFFFFF"/>
                          </a:solidFill>
                          <a:latin typeface="Neue Haas Grotesk Text Pro"/>
                        </a:rPr>
                        <a:t>Risiko</a:t>
                      </a:r>
                      <a:r>
                        <a:rPr sz="800" b="1" i="0" dirty="0">
                          <a:solidFill>
                            <a:srgbClr val="FFFFFF"/>
                          </a:solidFill>
                          <a:latin typeface="Neue Haas Grotesk Text Pro"/>
                        </a:rPr>
                        <a:t> </a:t>
                      </a:r>
                      <a:r>
                        <a:rPr lang="en-US" sz="800" b="1" i="0" dirty="0">
                          <a:solidFill>
                            <a:srgbClr val="FFFFFF"/>
                          </a:solidFill>
                          <a:latin typeface="Neue Haas Grotesk Text Pro"/>
                        </a:rPr>
                        <a:t>(PT KINRA)</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extLst>
                  <a:ext uri="{0D108BD9-81ED-4DB2-BD59-A6C34878D82A}">
                    <a16:rowId xmlns:a16="http://schemas.microsoft.com/office/drawing/2014/main" val="10000"/>
                  </a:ext>
                </a:extLst>
              </a:tr>
              <a:tr h="274320">
                <a:tc>
                  <a:txBody>
                    <a:bodyPr/>
                    <a:lstStyle/>
                    <a:p>
                      <a:pPr algn="ctr"/>
                      <a:r>
                        <a:rPr sz="800" b="0" i="0">
                          <a:solidFill>
                            <a:srgbClr val="1A1A1A"/>
                          </a:solidFill>
                          <a:latin typeface="Neue Haas Grotesk Text Pro"/>
                        </a:rPr>
                        <a:t>1</a:t>
                      </a:r>
                      <a:endParaRPr lang="id-ID" sz="8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sz="850" b="1" i="0" dirty="0">
                          <a:solidFill>
                            <a:srgbClr val="1A1A1A"/>
                          </a:solidFill>
                          <a:latin typeface="Neue Haas Grotesk Text Pro"/>
                        </a:rPr>
                        <a:t>Risiko </a:t>
                      </a:r>
                      <a:r>
                        <a:rPr sz="850" b="1" i="0" dirty="0" err="1">
                          <a:solidFill>
                            <a:srgbClr val="1A1A1A"/>
                          </a:solidFill>
                          <a:latin typeface="Neue Haas Grotesk Text Pro"/>
                        </a:rPr>
                        <a:t>Strategis</a:t>
                      </a:r>
                      <a:endParaRPr lang="id-ID" sz="850" b="0" i="0" dirty="0">
                        <a:solidFill>
                          <a:srgbClr val="1A1A1A"/>
                        </a:solidFill>
                        <a:latin typeface="Neue Haas Grotesk Text Pro"/>
                      </a:endParaRPr>
                    </a:p>
                    <a:p>
                      <a:pPr algn="l"/>
                      <a:r>
                        <a:rPr sz="850" b="0" i="0" dirty="0">
                          <a:solidFill>
                            <a:srgbClr val="1A1A1A"/>
                          </a:solidFill>
                          <a:latin typeface="Neue Haas Grotesk Text Pro"/>
                        </a:rPr>
                        <a:t>Strategic Risk</a:t>
                      </a:r>
                      <a:endParaRPr lang="id-ID" sz="85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sz="700" b="0" i="0" dirty="0">
                          <a:solidFill>
                            <a:srgbClr val="707070"/>
                          </a:solidFill>
                          <a:latin typeface="Neue Haas Grotesk Text Pro"/>
                        </a:rPr>
                        <a:t>PT</a:t>
                      </a:r>
                      <a:r>
                        <a:rPr lang="en-US" sz="700" b="0" i="0" dirty="0">
                          <a:solidFill>
                            <a:srgbClr val="707070"/>
                          </a:solidFill>
                          <a:latin typeface="Neue Haas Grotesk Text Pro"/>
                        </a:rPr>
                        <a:t>PN III (Persero)</a:t>
                      </a:r>
                      <a:endParaRPr lang="id-ID" sz="800" b="0" i="0" dirty="0">
                        <a:solidFill>
                          <a:srgbClr val="1A1A1A"/>
                        </a:solidFill>
                        <a:latin typeface="Neue Haas Grotesk Text Pro"/>
                      </a:endParaRPr>
                    </a:p>
                    <a:p>
                      <a:pPr algn="l"/>
                      <a:r>
                        <a:rPr sz="800" b="0" i="0" dirty="0">
                          <a:solidFill>
                            <a:srgbClr val="1A1A1A"/>
                          </a:solidFill>
                          <a:latin typeface="Neue Haas Grotesk Text Pro"/>
                        </a:rPr>
                        <a:t>Aggressive</a:t>
                      </a:r>
                      <a:endParaRPr lang="id-ID" sz="800" b="0" i="0" dirty="0">
                        <a:solidFill>
                          <a:srgbClr val="1A1A1A"/>
                        </a:solidFill>
                        <a:latin typeface="Neue Haas Grotesk Text Pro"/>
                      </a:endParaRPr>
                    </a:p>
                    <a:p>
                      <a:pPr algn="l"/>
                      <a:endParaRPr lang="id-ID" sz="800" b="0" i="0" dirty="0">
                        <a:solidFill>
                          <a:srgbClr val="1A1A1A"/>
                        </a:solidFill>
                        <a:latin typeface="Neue Haas Grotesk Text Pro"/>
                      </a:endParaRPr>
                    </a:p>
                    <a:p>
                      <a:pPr algn="l"/>
                      <a:r>
                        <a:rPr lang="en-US" sz="700" b="0" i="1" dirty="0">
                          <a:solidFill>
                            <a:srgbClr val="707070"/>
                          </a:solidFill>
                          <a:latin typeface="Neue Haas Grotesk Text Pro"/>
                        </a:rPr>
                        <a:t>(</a:t>
                      </a:r>
                      <a:r>
                        <a:rPr lang="en-US" sz="700" b="0" i="0" dirty="0">
                          <a:solidFill>
                            <a:srgbClr val="707070"/>
                          </a:solidFill>
                          <a:latin typeface="Neue Haas Grotesk Text Pro"/>
                        </a:rPr>
                        <a:t>PT KINRA</a:t>
                      </a:r>
                      <a:r>
                        <a:rPr lang="en-US" sz="700" b="0" i="1" dirty="0">
                          <a:solidFill>
                            <a:srgbClr val="707070"/>
                          </a:solidFill>
                          <a:latin typeface="Neue Haas Grotesk Text Pro"/>
                        </a:rPr>
                        <a:t>)</a:t>
                      </a:r>
                      <a:endParaRPr lang="id-ID" sz="800" b="0" i="1" dirty="0">
                        <a:solidFill>
                          <a:srgbClr val="1A1A1A"/>
                        </a:solidFill>
                        <a:latin typeface="Neue Haas Grotesk Text Pro"/>
                      </a:endParaRPr>
                    </a:p>
                    <a:p>
                      <a:pPr algn="l"/>
                      <a:r>
                        <a:rPr lang="en-US" sz="800" b="1" i="0" dirty="0">
                          <a:solidFill>
                            <a:srgbClr val="600000"/>
                          </a:solidFill>
                          <a:latin typeface="Neue Haas Grotesk Text Pro"/>
                        </a:rPr>
                        <a:t>Moderate</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bersedia</a:t>
                      </a:r>
                      <a:r>
                        <a:rPr lang="en-ID" sz="850" b="0" i="0" dirty="0">
                          <a:solidFill>
                            <a:srgbClr val="1A1A1A"/>
                          </a:solidFill>
                          <a:latin typeface="Neue Haas Grotesk Text Pro"/>
                        </a:rPr>
                        <a:t> </a:t>
                      </a:r>
                      <a:r>
                        <a:rPr lang="en-ID" sz="850" b="0" i="0" dirty="0" err="1">
                          <a:solidFill>
                            <a:srgbClr val="1A1A1A"/>
                          </a:solidFill>
                          <a:latin typeface="Neue Haas Grotesk Text Pro"/>
                        </a:rPr>
                        <a:t>mengambil</a:t>
                      </a:r>
                      <a:r>
                        <a:rPr lang="en-ID" sz="850" b="0" i="0" dirty="0">
                          <a:solidFill>
                            <a:srgbClr val="1A1A1A"/>
                          </a:solidFill>
                          <a:latin typeface="Neue Haas Grotesk Text Pro"/>
                        </a:rPr>
                        <a:t> risiko </a:t>
                      </a:r>
                      <a:r>
                        <a:rPr lang="en-ID" sz="850" b="0" i="0" dirty="0" err="1">
                          <a:solidFill>
                            <a:srgbClr val="1A1A1A"/>
                          </a:solidFill>
                          <a:latin typeface="Neue Haas Grotesk Text Pro"/>
                        </a:rPr>
                        <a:t>strategis</a:t>
                      </a:r>
                      <a:r>
                        <a:rPr lang="en-ID" sz="850" b="0" i="0" dirty="0">
                          <a:solidFill>
                            <a:srgbClr val="1A1A1A"/>
                          </a:solidFill>
                          <a:latin typeface="Neue Haas Grotesk Text Pro"/>
                        </a:rPr>
                        <a:t> yang </a:t>
                      </a:r>
                      <a:r>
                        <a:rPr lang="en-ID" sz="850" b="0" i="0" dirty="0" err="1">
                          <a:solidFill>
                            <a:srgbClr val="1A1A1A"/>
                          </a:solidFill>
                          <a:latin typeface="Neue Haas Grotesk Text Pro"/>
                        </a:rPr>
                        <a:t>terukur</a:t>
                      </a:r>
                      <a:r>
                        <a:rPr lang="en-ID" sz="850" b="0" i="0" dirty="0">
                          <a:solidFill>
                            <a:srgbClr val="1A1A1A"/>
                          </a:solidFill>
                          <a:latin typeface="Neue Haas Grotesk Text Pro"/>
                        </a:rPr>
                        <a:t> </a:t>
                      </a:r>
                      <a:r>
                        <a:rPr lang="en-ID" sz="850" b="0" i="0" dirty="0" err="1">
                          <a:solidFill>
                            <a:srgbClr val="1A1A1A"/>
                          </a:solidFill>
                          <a:latin typeface="Neue Haas Grotesk Text Pro"/>
                        </a:rPr>
                        <a:t>untuk</a:t>
                      </a:r>
                      <a:r>
                        <a:rPr lang="en-ID" sz="850" b="0" i="0" dirty="0">
                          <a:solidFill>
                            <a:srgbClr val="1A1A1A"/>
                          </a:solidFill>
                          <a:latin typeface="Neue Haas Grotesk Text Pro"/>
                        </a:rPr>
                        <a:t> </a:t>
                      </a:r>
                      <a:r>
                        <a:rPr lang="en-ID" sz="850" b="0" i="0" dirty="0" err="1">
                          <a:solidFill>
                            <a:srgbClr val="1A1A1A"/>
                          </a:solidFill>
                          <a:latin typeface="Neue Haas Grotesk Text Pro"/>
                        </a:rPr>
                        <a:t>mendorong</a:t>
                      </a:r>
                      <a:r>
                        <a:rPr lang="en-ID" sz="850" b="0" i="0" dirty="0">
                          <a:solidFill>
                            <a:srgbClr val="1A1A1A"/>
                          </a:solidFill>
                          <a:latin typeface="Neue Haas Grotesk Text Pro"/>
                        </a:rPr>
                        <a:t> </a:t>
                      </a:r>
                      <a:r>
                        <a:rPr lang="en-ID" sz="850" b="0" i="0" dirty="0" err="1">
                          <a:solidFill>
                            <a:srgbClr val="1A1A1A"/>
                          </a:solidFill>
                          <a:latin typeface="Neue Haas Grotesk Text Pro"/>
                        </a:rPr>
                        <a:t>pertumbuhan</a:t>
                      </a:r>
                      <a:r>
                        <a:rPr lang="en-ID" sz="850" b="0" i="0" dirty="0">
                          <a:solidFill>
                            <a:srgbClr val="1A1A1A"/>
                          </a:solidFill>
                          <a:latin typeface="Neue Haas Grotesk Text Pro"/>
                        </a:rPr>
                        <a:t>, </a:t>
                      </a:r>
                      <a:r>
                        <a:rPr lang="en-ID" sz="850" b="0" i="0" dirty="0" err="1">
                          <a:solidFill>
                            <a:srgbClr val="1A1A1A"/>
                          </a:solidFill>
                          <a:latin typeface="Neue Haas Grotesk Text Pro"/>
                        </a:rPr>
                        <a:t>transformasi</a:t>
                      </a:r>
                      <a:r>
                        <a:rPr lang="en-ID" sz="850" b="0" i="0" dirty="0">
                          <a:solidFill>
                            <a:srgbClr val="1A1A1A"/>
                          </a:solidFill>
                          <a:latin typeface="Neue Haas Grotesk Text Pro"/>
                        </a:rPr>
                        <a:t> </a:t>
                      </a:r>
                      <a:r>
                        <a:rPr lang="en-ID" sz="850" b="0" i="0" dirty="0" err="1">
                          <a:solidFill>
                            <a:srgbClr val="1A1A1A"/>
                          </a:solidFill>
                          <a:latin typeface="Neue Haas Grotesk Text Pro"/>
                        </a:rPr>
                        <a:t>bisnis</a:t>
                      </a:r>
                      <a:r>
                        <a:rPr lang="en-ID" sz="850" b="0" i="0" dirty="0">
                          <a:solidFill>
                            <a:srgbClr val="1A1A1A"/>
                          </a:solidFill>
                          <a:latin typeface="Neue Haas Grotesk Text Pro"/>
                        </a:rPr>
                        <a:t>, </a:t>
                      </a:r>
                      <a:r>
                        <a:rPr lang="en-ID" sz="850" b="0" i="0" dirty="0" err="1">
                          <a:solidFill>
                            <a:srgbClr val="1A1A1A"/>
                          </a:solidFill>
                          <a:latin typeface="Neue Haas Grotesk Text Pro"/>
                        </a:rPr>
                        <a:t>hilirisasi</a:t>
                      </a:r>
                      <a:r>
                        <a:rPr lang="en-ID" sz="850" b="0" i="0" dirty="0">
                          <a:solidFill>
                            <a:srgbClr val="1A1A1A"/>
                          </a:solidFill>
                          <a:latin typeface="Neue Haas Grotesk Text Pro"/>
                        </a:rPr>
                        <a:t>, dan </a:t>
                      </a:r>
                      <a:r>
                        <a:rPr lang="en-ID" sz="850" b="0" i="0" dirty="0" err="1">
                          <a:solidFill>
                            <a:srgbClr val="1A1A1A"/>
                          </a:solidFill>
                          <a:latin typeface="Neue Haas Grotesk Text Pro"/>
                        </a:rPr>
                        <a:t>penciptaan</a:t>
                      </a:r>
                      <a:r>
                        <a:rPr lang="en-ID" sz="850" b="0" i="0" dirty="0">
                          <a:solidFill>
                            <a:srgbClr val="1A1A1A"/>
                          </a:solidFill>
                          <a:latin typeface="Neue Haas Grotesk Text Pro"/>
                        </a:rPr>
                        <a:t> </a:t>
                      </a:r>
                      <a:r>
                        <a:rPr lang="en-ID" sz="850" b="0" i="0" dirty="0" err="1">
                          <a:solidFill>
                            <a:srgbClr val="1A1A1A"/>
                          </a:solidFill>
                          <a:latin typeface="Neue Haas Grotesk Text Pro"/>
                        </a:rPr>
                        <a:t>nilai</a:t>
                      </a:r>
                      <a:r>
                        <a:rPr lang="en-ID" sz="850" b="0" i="0" dirty="0">
                          <a:solidFill>
                            <a:srgbClr val="1A1A1A"/>
                          </a:solidFill>
                          <a:latin typeface="Neue Haas Grotesk Text Pro"/>
                        </a:rPr>
                        <a:t> </a:t>
                      </a:r>
                      <a:r>
                        <a:rPr lang="en-ID" sz="850" b="0" i="0" dirty="0" err="1">
                          <a:solidFill>
                            <a:srgbClr val="1A1A1A"/>
                          </a:solidFill>
                          <a:latin typeface="Neue Haas Grotesk Text Pro"/>
                        </a:rPr>
                        <a:t>jangka</a:t>
                      </a:r>
                      <a:r>
                        <a:rPr lang="en-ID" sz="850" b="0" i="0" dirty="0">
                          <a:solidFill>
                            <a:srgbClr val="1A1A1A"/>
                          </a:solidFill>
                          <a:latin typeface="Neue Haas Grotesk Text Pro"/>
                        </a:rPr>
                        <a:t> </a:t>
                      </a:r>
                      <a:r>
                        <a:rPr lang="en-ID" sz="850" b="0" i="0" dirty="0" err="1">
                          <a:solidFill>
                            <a:srgbClr val="1A1A1A"/>
                          </a:solidFill>
                          <a:latin typeface="Neue Haas Grotesk Text Pro"/>
                        </a:rPr>
                        <a:t>panjang</a:t>
                      </a:r>
                      <a:r>
                        <a:rPr lang="en-ID" sz="850" b="0" i="0" dirty="0">
                          <a:solidFill>
                            <a:srgbClr val="1A1A1A"/>
                          </a:solidFill>
                          <a:latin typeface="Neue Haas Grotesk Text Pro"/>
                        </a:rPr>
                        <a:t> yang </a:t>
                      </a:r>
                      <a:r>
                        <a:rPr lang="en-ID" sz="850" b="0" i="0" dirty="0" err="1">
                          <a:solidFill>
                            <a:srgbClr val="1A1A1A"/>
                          </a:solidFill>
                          <a:latin typeface="Neue Haas Grotesk Text Pro"/>
                        </a:rPr>
                        <a:t>berkelanjutan</a:t>
                      </a:r>
                      <a:r>
                        <a:rPr lang="en-ID" sz="850" b="0" i="0" dirty="0">
                          <a:solidFill>
                            <a:srgbClr val="1A1A1A"/>
                          </a:solidFill>
                          <a:latin typeface="Neue Haas Grotesk Text Pro"/>
                        </a:rPr>
                        <a:t>, </a:t>
                      </a:r>
                      <a:r>
                        <a:rPr lang="en-ID" sz="850" b="0" i="0" dirty="0" err="1">
                          <a:solidFill>
                            <a:srgbClr val="1A1A1A"/>
                          </a:solidFill>
                          <a:latin typeface="Neue Haas Grotesk Text Pro"/>
                        </a:rPr>
                        <a:t>sepanjang</a:t>
                      </a:r>
                      <a:r>
                        <a:rPr lang="en-ID" sz="850" b="0" i="0" dirty="0">
                          <a:solidFill>
                            <a:srgbClr val="1A1A1A"/>
                          </a:solidFill>
                          <a:latin typeface="Neue Haas Grotesk Text Pro"/>
                        </a:rPr>
                        <a:t> </a:t>
                      </a:r>
                      <a:r>
                        <a:rPr lang="en-ID" sz="850" b="0" i="0" dirty="0" err="1">
                          <a:solidFill>
                            <a:srgbClr val="1A1A1A"/>
                          </a:solidFill>
                          <a:latin typeface="Neue Haas Grotesk Text Pro"/>
                        </a:rPr>
                        <a:t>setiap</a:t>
                      </a:r>
                      <a:r>
                        <a:rPr lang="en-ID" sz="850" b="0" i="0" dirty="0">
                          <a:solidFill>
                            <a:srgbClr val="1A1A1A"/>
                          </a:solidFill>
                          <a:latin typeface="Neue Haas Grotesk Text Pro"/>
                        </a:rPr>
                        <a:t> </a:t>
                      </a:r>
                      <a:r>
                        <a:rPr lang="en-ID" sz="850" b="0" i="0" dirty="0" err="1">
                          <a:solidFill>
                            <a:srgbClr val="1A1A1A"/>
                          </a:solidFill>
                          <a:latin typeface="Neue Haas Grotesk Text Pro"/>
                        </a:rPr>
                        <a:t>keputusan</a:t>
                      </a:r>
                      <a:r>
                        <a:rPr lang="en-ID" sz="850" b="0" i="0" dirty="0">
                          <a:solidFill>
                            <a:srgbClr val="1A1A1A"/>
                          </a:solidFill>
                          <a:latin typeface="Neue Haas Grotesk Text Pro"/>
                        </a:rPr>
                        <a:t> </a:t>
                      </a:r>
                      <a:r>
                        <a:rPr lang="en-ID" sz="850" b="0" i="0" dirty="0" err="1">
                          <a:solidFill>
                            <a:srgbClr val="1A1A1A"/>
                          </a:solidFill>
                          <a:latin typeface="Neue Haas Grotesk Text Pro"/>
                        </a:rPr>
                        <a:t>strategis</a:t>
                      </a:r>
                      <a:r>
                        <a:rPr lang="en-ID" sz="850" b="0" i="0" dirty="0">
                          <a:solidFill>
                            <a:srgbClr val="1A1A1A"/>
                          </a:solidFill>
                          <a:latin typeface="Neue Haas Grotesk Text Pro"/>
                        </a:rPr>
                        <a:t> </a:t>
                      </a:r>
                      <a:r>
                        <a:rPr lang="en-ID" sz="850" b="0" i="0" dirty="0" err="1">
                          <a:solidFill>
                            <a:srgbClr val="1A1A1A"/>
                          </a:solidFill>
                          <a:latin typeface="Neue Haas Grotesk Text Pro"/>
                        </a:rPr>
                        <a:t>didukung</a:t>
                      </a:r>
                      <a:r>
                        <a:rPr lang="en-ID" sz="850" b="0" i="0" dirty="0">
                          <a:solidFill>
                            <a:srgbClr val="1A1A1A"/>
                          </a:solidFill>
                          <a:latin typeface="Neue Haas Grotesk Text Pro"/>
                        </a:rPr>
                        <a:t> </a:t>
                      </a:r>
                      <a:r>
                        <a:rPr lang="en-ID" sz="850" b="0" i="0" dirty="0" err="1">
                          <a:solidFill>
                            <a:srgbClr val="1A1A1A"/>
                          </a:solidFill>
                          <a:latin typeface="Neue Haas Grotesk Text Pro"/>
                        </a:rPr>
                        <a:t>kajian</a:t>
                      </a:r>
                      <a:r>
                        <a:rPr lang="en-ID" sz="850" b="0" i="0" dirty="0">
                          <a:solidFill>
                            <a:srgbClr val="1A1A1A"/>
                          </a:solidFill>
                          <a:latin typeface="Neue Haas Grotesk Text Pro"/>
                        </a:rPr>
                        <a:t> </a:t>
                      </a:r>
                      <a:r>
                        <a:rPr lang="en-ID" sz="850" b="0" i="0" dirty="0" err="1">
                          <a:solidFill>
                            <a:srgbClr val="1A1A1A"/>
                          </a:solidFill>
                          <a:latin typeface="Neue Haas Grotesk Text Pro"/>
                        </a:rPr>
                        <a:t>kelayakan</a:t>
                      </a:r>
                      <a:r>
                        <a:rPr lang="en-ID" sz="850" b="0" i="0" dirty="0">
                          <a:solidFill>
                            <a:srgbClr val="1A1A1A"/>
                          </a:solidFill>
                          <a:latin typeface="Neue Haas Grotesk Text Pro"/>
                        </a:rPr>
                        <a:t> yang </a:t>
                      </a:r>
                      <a:r>
                        <a:rPr lang="en-ID" sz="850" b="0" i="0" dirty="0" err="1">
                          <a:solidFill>
                            <a:srgbClr val="1A1A1A"/>
                          </a:solidFill>
                          <a:latin typeface="Neue Haas Grotesk Text Pro"/>
                        </a:rPr>
                        <a:t>memadai</a:t>
                      </a:r>
                      <a:r>
                        <a:rPr lang="en-ID" sz="850" b="0" i="0" dirty="0">
                          <a:solidFill>
                            <a:srgbClr val="1A1A1A"/>
                          </a:solidFill>
                          <a:latin typeface="Neue Haas Grotesk Text Pro"/>
                        </a:rPr>
                        <a:t>, </a:t>
                      </a:r>
                      <a:r>
                        <a:rPr lang="en-ID" sz="850" b="0" i="0" dirty="0" err="1">
                          <a:solidFill>
                            <a:srgbClr val="1A1A1A"/>
                          </a:solidFill>
                          <a:latin typeface="Neue Haas Grotesk Text Pro"/>
                        </a:rPr>
                        <a:t>selaras</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arahan</a:t>
                      </a:r>
                      <a:r>
                        <a:rPr lang="en-ID" sz="850" b="0" i="0" dirty="0">
                          <a:solidFill>
                            <a:srgbClr val="1A1A1A"/>
                          </a:solidFill>
                          <a:latin typeface="Neue Haas Grotesk Text Pro"/>
                        </a:rPr>
                        <a:t> </a:t>
                      </a:r>
                      <a:r>
                        <a:rPr lang="en-ID" sz="850" b="0" i="0" dirty="0" err="1">
                          <a:solidFill>
                            <a:srgbClr val="1A1A1A"/>
                          </a:solidFill>
                          <a:latin typeface="Neue Haas Grotesk Text Pro"/>
                        </a:rPr>
                        <a:t>pemegang</a:t>
                      </a:r>
                      <a:r>
                        <a:rPr lang="en-ID" sz="850" b="0" i="0" dirty="0">
                          <a:solidFill>
                            <a:srgbClr val="1A1A1A"/>
                          </a:solidFill>
                          <a:latin typeface="Neue Haas Grotesk Text Pro"/>
                        </a:rPr>
                        <a:t> </a:t>
                      </a:r>
                      <a:r>
                        <a:rPr lang="en-ID" sz="850" b="0" i="0" dirty="0" err="1">
                          <a:solidFill>
                            <a:srgbClr val="1A1A1A"/>
                          </a:solidFill>
                          <a:latin typeface="Neue Haas Grotesk Text Pro"/>
                        </a:rPr>
                        <a:t>saham</a:t>
                      </a:r>
                      <a:r>
                        <a:rPr lang="en-ID" sz="850" b="0" i="0" dirty="0">
                          <a:solidFill>
                            <a:srgbClr val="1A1A1A"/>
                          </a:solidFill>
                          <a:latin typeface="Neue Haas Grotesk Text Pro"/>
                        </a:rPr>
                        <a:t>, dan </a:t>
                      </a:r>
                      <a:r>
                        <a:rPr lang="en-ID" sz="850" b="0" i="0" dirty="0" err="1">
                          <a:solidFill>
                            <a:srgbClr val="1A1A1A"/>
                          </a:solidFill>
                          <a:latin typeface="Neue Haas Grotesk Text Pro"/>
                        </a:rPr>
                        <a:t>tetap</a:t>
                      </a:r>
                      <a:r>
                        <a:rPr lang="en-ID" sz="850" b="0" i="0" dirty="0">
                          <a:solidFill>
                            <a:srgbClr val="1A1A1A"/>
                          </a:solidFill>
                          <a:latin typeface="Neue Haas Grotesk Text Pro"/>
                        </a:rPr>
                        <a:t> </a:t>
                      </a:r>
                      <a:r>
                        <a:rPr lang="en-ID" sz="850" b="0" i="0" dirty="0" err="1">
                          <a:solidFill>
                            <a:srgbClr val="1A1A1A"/>
                          </a:solidFill>
                          <a:latin typeface="Neue Haas Grotesk Text Pro"/>
                        </a:rPr>
                        <a:t>berada</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a:t>
                      </a:r>
                      <a:r>
                        <a:rPr lang="en-ID" sz="850" b="0" i="0" dirty="0" err="1">
                          <a:solidFill>
                            <a:srgbClr val="1A1A1A"/>
                          </a:solidFill>
                          <a:latin typeface="Neue Haas Grotesk Text Pro"/>
                        </a:rPr>
                        <a:t>kapasitas</a:t>
                      </a:r>
                      <a:r>
                        <a:rPr lang="en-ID" sz="850" b="0" i="0" dirty="0">
                          <a:solidFill>
                            <a:srgbClr val="1A1A1A"/>
                          </a:solidFill>
                          <a:latin typeface="Neue Haas Grotesk Text Pro"/>
                        </a:rPr>
                        <a:t> risiko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PT KINRA bersedia mengambil risiko strategis yang terukur untuk mendorong penyewaan lahan industri, transformasi digital kawasan, peningkatan pelayanan utilitas, dan penciptaan nilai jangka panjang bagi kawasan secara berkelanjutan, sepanjang setiap keputusan investasi didukung kajian kelayakan yang komprehensif, kepatuhan terhadap regulasi lingkungan, selaras dengan arahan pemegang saham, serta tetap berada dalam kapasitas keuangan dan operasional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sebagai anak perusahaan BUMN yang bergerak di bidang penyewaan lahan dan pengelola utilitas  kawasan yang mempertimbangkan permintaan investor yang beragam, kepatuhan dengan ketentauan peraturan perundangan dan kehati-hatian dalam mengelola kegiatan operasional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extLst>
                  <a:ext uri="{0D108BD9-81ED-4DB2-BD59-A6C34878D82A}">
                    <a16:rowId xmlns:a16="http://schemas.microsoft.com/office/drawing/2014/main" val="10001"/>
                  </a:ext>
                </a:extLst>
              </a:tr>
              <a:tr h="274320">
                <a:tc>
                  <a:txBody>
                    <a:bodyPr/>
                    <a:lstStyle/>
                    <a:p>
                      <a:pPr algn="ctr"/>
                      <a:r>
                        <a:rPr sz="800" b="0" i="0">
                          <a:solidFill>
                            <a:srgbClr val="1A1A1A"/>
                          </a:solidFill>
                          <a:latin typeface="Neue Haas Grotesk Text Pro"/>
                        </a:rPr>
                        <a:t>2</a:t>
                      </a:r>
                      <a:endParaRPr lang="id-ID" sz="8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850" b="1" i="0">
                          <a:solidFill>
                            <a:srgbClr val="1A1A1A"/>
                          </a:solidFill>
                          <a:latin typeface="Neue Haas Grotesk Text Pro"/>
                        </a:rPr>
                        <a:t>Risiko Pasar</a:t>
                      </a:r>
                      <a:endParaRPr lang="id-ID" sz="850" b="0" i="0">
                        <a:solidFill>
                          <a:srgbClr val="1A1A1A"/>
                        </a:solidFill>
                        <a:latin typeface="Neue Haas Grotesk Text Pro"/>
                      </a:endParaRPr>
                    </a:p>
                    <a:p>
                      <a:pPr algn="l"/>
                      <a:r>
                        <a:rPr sz="850" b="0" i="0">
                          <a:solidFill>
                            <a:srgbClr val="1A1A1A"/>
                          </a:solidFill>
                          <a:latin typeface="Neue Haas Grotesk Text Pro"/>
                        </a:rPr>
                        <a:t>Market Risk</a:t>
                      </a:r>
                      <a:endParaRPr lang="id-ID" sz="85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700" b="0" i="0" dirty="0">
                          <a:solidFill>
                            <a:srgbClr val="707070"/>
                          </a:solidFill>
                          <a:latin typeface="Neue Haas Grotesk Text Pro"/>
                        </a:rPr>
                        <a:t>P</a:t>
                      </a:r>
                      <a:r>
                        <a:rPr lang="en-US" sz="700" b="0" i="0" dirty="0">
                          <a:solidFill>
                            <a:srgbClr val="707070"/>
                          </a:solidFill>
                          <a:latin typeface="Neue Haas Grotesk Text Pro"/>
                        </a:rPr>
                        <a:t>TPN III (Persero)</a:t>
                      </a:r>
                      <a:endParaRPr lang="id-ID" sz="800" b="0" i="0" dirty="0">
                        <a:solidFill>
                          <a:srgbClr val="1A1A1A"/>
                        </a:solidFill>
                        <a:latin typeface="Neue Haas Grotesk Text Pro"/>
                      </a:endParaRPr>
                    </a:p>
                    <a:p>
                      <a:pPr algn="l"/>
                      <a:r>
                        <a:rPr sz="800" b="0" i="0" dirty="0">
                          <a:solidFill>
                            <a:srgbClr val="1A1A1A"/>
                          </a:solidFill>
                          <a:latin typeface="Neue Haas Grotesk Text Pro"/>
                        </a:rPr>
                        <a:t>Moderate</a:t>
                      </a:r>
                      <a:endParaRPr lang="id-ID" sz="800" b="0" i="0" dirty="0">
                        <a:solidFill>
                          <a:srgbClr val="1A1A1A"/>
                        </a:solidFill>
                        <a:latin typeface="Neue Haas Grotesk Text Pro"/>
                      </a:endParaRPr>
                    </a:p>
                    <a:p>
                      <a:pPr algn="l"/>
                      <a:endParaRPr lang="id-ID" sz="800" b="0" i="0" dirty="0">
                        <a:solidFill>
                          <a:srgbClr val="1A1A1A"/>
                        </a:solidFill>
                        <a:latin typeface="Neue Haas Grotesk Text Pro"/>
                      </a:endParaRPr>
                    </a:p>
                    <a:p>
                      <a:pPr algn="l"/>
                      <a:r>
                        <a:rPr lang="en-US" sz="700" b="0" i="1" dirty="0">
                          <a:solidFill>
                            <a:srgbClr val="707070"/>
                          </a:solidFill>
                          <a:latin typeface="Neue Haas Grotesk Text Pro"/>
                        </a:rPr>
                        <a:t>(</a:t>
                      </a:r>
                      <a:r>
                        <a:rPr lang="en-US" sz="700" b="0" i="0" dirty="0">
                          <a:solidFill>
                            <a:srgbClr val="707070"/>
                          </a:solidFill>
                          <a:latin typeface="Neue Haas Grotesk Text Pro"/>
                        </a:rPr>
                        <a:t>PT KINRA</a:t>
                      </a:r>
                      <a:r>
                        <a:rPr lang="en-US" sz="700" b="0" i="1" dirty="0">
                          <a:solidFill>
                            <a:srgbClr val="707070"/>
                          </a:solidFill>
                          <a:latin typeface="Neue Haas Grotesk Text Pro"/>
                        </a:rPr>
                        <a:t>)</a:t>
                      </a:r>
                      <a:endParaRPr lang="id-ID" sz="800" b="0" i="1" dirty="0">
                        <a:solidFill>
                          <a:srgbClr val="1A1A1A"/>
                        </a:solidFill>
                        <a:latin typeface="Neue Haas Grotesk Text Pro"/>
                      </a:endParaRPr>
                    </a:p>
                    <a:p>
                      <a:pPr algn="l"/>
                      <a:r>
                        <a:rPr lang="en-US" sz="800" b="1" i="0" dirty="0">
                          <a:solidFill>
                            <a:srgbClr val="600000"/>
                          </a:solidFill>
                          <a:latin typeface="Neue Haas Grotesk Text Pro"/>
                        </a:rPr>
                        <a:t>Moderate</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menerima</a:t>
                      </a:r>
                      <a:r>
                        <a:rPr lang="en-ID" sz="850" b="0" i="0" dirty="0">
                          <a:solidFill>
                            <a:srgbClr val="1A1A1A"/>
                          </a:solidFill>
                          <a:latin typeface="Neue Haas Grotesk Text Pro"/>
                        </a:rPr>
                        <a:t> </a:t>
                      </a:r>
                      <a:r>
                        <a:rPr lang="en-ID" sz="850" b="0" i="0" dirty="0" err="1">
                          <a:solidFill>
                            <a:srgbClr val="1A1A1A"/>
                          </a:solidFill>
                          <a:latin typeface="Neue Haas Grotesk Text Pro"/>
                        </a:rPr>
                        <a:t>eksposur</a:t>
                      </a:r>
                      <a:r>
                        <a:rPr lang="en-ID" sz="850" b="0" i="0" dirty="0">
                          <a:solidFill>
                            <a:srgbClr val="1A1A1A"/>
                          </a:solidFill>
                          <a:latin typeface="Neue Haas Grotesk Text Pro"/>
                        </a:rPr>
                        <a:t> risiko </a:t>
                      </a:r>
                      <a:r>
                        <a:rPr lang="en-ID" sz="850" b="0" i="0" dirty="0" err="1">
                          <a:solidFill>
                            <a:srgbClr val="1A1A1A"/>
                          </a:solidFill>
                          <a:latin typeface="Neue Haas Grotesk Text Pro"/>
                        </a:rPr>
                        <a:t>volatilitas</a:t>
                      </a:r>
                      <a:r>
                        <a:rPr lang="en-ID" sz="850" b="0" i="0" dirty="0">
                          <a:solidFill>
                            <a:srgbClr val="1A1A1A"/>
                          </a:solidFill>
                          <a:latin typeface="Neue Haas Grotesk Text Pro"/>
                        </a:rPr>
                        <a:t> pasar </a:t>
                      </a:r>
                      <a:r>
                        <a:rPr lang="en-ID" sz="850" b="0" i="0" dirty="0" err="1">
                          <a:solidFill>
                            <a:srgbClr val="1A1A1A"/>
                          </a:solidFill>
                          <a:latin typeface="Neue Haas Grotesk Text Pro"/>
                        </a:rPr>
                        <a:t>atas</a:t>
                      </a:r>
                      <a:r>
                        <a:rPr lang="en-ID" sz="850" b="0" i="0" dirty="0">
                          <a:solidFill>
                            <a:srgbClr val="1A1A1A"/>
                          </a:solidFill>
                          <a:latin typeface="Neue Haas Grotesk Text Pro"/>
                        </a:rPr>
                        <a:t> </a:t>
                      </a:r>
                      <a:r>
                        <a:rPr lang="en-ID" sz="850" b="0" i="0" dirty="0" err="1">
                          <a:solidFill>
                            <a:srgbClr val="1A1A1A"/>
                          </a:solidFill>
                          <a:latin typeface="Neue Haas Grotesk Text Pro"/>
                        </a:rPr>
                        <a:t>harga</a:t>
                      </a:r>
                      <a:r>
                        <a:rPr lang="en-ID" sz="850" b="0" i="0" dirty="0">
                          <a:solidFill>
                            <a:srgbClr val="1A1A1A"/>
                          </a:solidFill>
                          <a:latin typeface="Neue Haas Grotesk Text Pro"/>
                        </a:rPr>
                        <a:t> </a:t>
                      </a:r>
                      <a:r>
                        <a:rPr lang="en-ID" sz="850" b="0" i="0" dirty="0" err="1">
                          <a:solidFill>
                            <a:srgbClr val="1A1A1A"/>
                          </a:solidFill>
                          <a:latin typeface="Neue Haas Grotesk Text Pro"/>
                        </a:rPr>
                        <a:t>komoditas</a:t>
                      </a:r>
                      <a:r>
                        <a:rPr lang="en-ID" sz="850" b="0" i="0" dirty="0">
                          <a:solidFill>
                            <a:srgbClr val="1A1A1A"/>
                          </a:solidFill>
                          <a:latin typeface="Neue Haas Grotesk Text Pro"/>
                        </a:rPr>
                        <a:t>, </a:t>
                      </a:r>
                      <a:r>
                        <a:rPr lang="en-ID" sz="850" b="0" i="0" dirty="0" err="1">
                          <a:solidFill>
                            <a:srgbClr val="1A1A1A"/>
                          </a:solidFill>
                          <a:latin typeface="Neue Haas Grotesk Text Pro"/>
                        </a:rPr>
                        <a:t>harga</a:t>
                      </a:r>
                      <a:r>
                        <a:rPr lang="en-ID" sz="850" b="0" i="0" dirty="0">
                          <a:solidFill>
                            <a:srgbClr val="1A1A1A"/>
                          </a:solidFill>
                          <a:latin typeface="Neue Haas Grotesk Text Pro"/>
                        </a:rPr>
                        <a:t> input </a:t>
                      </a:r>
                      <a:r>
                        <a:rPr lang="en-ID" sz="850" b="0" i="0" dirty="0" err="1">
                          <a:solidFill>
                            <a:srgbClr val="1A1A1A"/>
                          </a:solidFill>
                          <a:latin typeface="Neue Haas Grotesk Text Pro"/>
                        </a:rPr>
                        <a:t>produksi</a:t>
                      </a:r>
                      <a:r>
                        <a:rPr lang="en-ID" sz="850" b="0" i="0" dirty="0">
                          <a:solidFill>
                            <a:srgbClr val="1A1A1A"/>
                          </a:solidFill>
                          <a:latin typeface="Neue Haas Grotesk Text Pro"/>
                        </a:rPr>
                        <a:t>, </a:t>
                      </a:r>
                      <a:r>
                        <a:rPr lang="en-ID" sz="850" b="0" i="0" dirty="0" err="1">
                          <a:solidFill>
                            <a:srgbClr val="1A1A1A"/>
                          </a:solidFill>
                          <a:latin typeface="Neue Haas Grotesk Text Pro"/>
                        </a:rPr>
                        <a:t>nilai</a:t>
                      </a:r>
                      <a:r>
                        <a:rPr lang="en-ID" sz="850" b="0" i="0" dirty="0">
                          <a:solidFill>
                            <a:srgbClr val="1A1A1A"/>
                          </a:solidFill>
                          <a:latin typeface="Neue Haas Grotesk Text Pro"/>
                        </a:rPr>
                        <a:t> </a:t>
                      </a:r>
                      <a:r>
                        <a:rPr lang="en-ID" sz="850" b="0" i="0" dirty="0" err="1">
                          <a:solidFill>
                            <a:srgbClr val="1A1A1A"/>
                          </a:solidFill>
                          <a:latin typeface="Neue Haas Grotesk Text Pro"/>
                        </a:rPr>
                        <a:t>tukar</a:t>
                      </a:r>
                      <a:r>
                        <a:rPr lang="en-ID" sz="850" b="0" i="0" dirty="0">
                          <a:solidFill>
                            <a:srgbClr val="1A1A1A"/>
                          </a:solidFill>
                          <a:latin typeface="Neue Haas Grotesk Text Pro"/>
                        </a:rPr>
                        <a:t>, dan </a:t>
                      </a:r>
                      <a:r>
                        <a:rPr lang="en-ID" sz="850" b="0" i="0" dirty="0" err="1">
                          <a:solidFill>
                            <a:srgbClr val="1A1A1A"/>
                          </a:solidFill>
                          <a:latin typeface="Neue Haas Grotesk Text Pro"/>
                        </a:rPr>
                        <a:t>suku</a:t>
                      </a:r>
                      <a:r>
                        <a:rPr lang="en-ID" sz="850" b="0" i="0" dirty="0">
                          <a:solidFill>
                            <a:srgbClr val="1A1A1A"/>
                          </a:solidFill>
                          <a:latin typeface="Neue Haas Grotesk Text Pro"/>
                        </a:rPr>
                        <a:t> bunga pada </a:t>
                      </a:r>
                      <a:r>
                        <a:rPr lang="en-ID" sz="850" b="0" i="0" dirty="0" err="1">
                          <a:solidFill>
                            <a:srgbClr val="1A1A1A"/>
                          </a:solidFill>
                          <a:latin typeface="Neue Haas Grotesk Text Pro"/>
                        </a:rPr>
                        <a:t>tingkat</a:t>
                      </a:r>
                      <a:r>
                        <a:rPr lang="en-ID" sz="850" b="0" i="0" dirty="0">
                          <a:solidFill>
                            <a:srgbClr val="1A1A1A"/>
                          </a:solidFill>
                          <a:latin typeface="Neue Haas Grotesk Text Pro"/>
                        </a:rPr>
                        <a:t> </a:t>
                      </a:r>
                      <a:r>
                        <a:rPr lang="en-ID" sz="850" b="0" i="0" dirty="0" err="1">
                          <a:solidFill>
                            <a:srgbClr val="1A1A1A"/>
                          </a:solidFill>
                          <a:latin typeface="Neue Haas Grotesk Text Pro"/>
                        </a:rPr>
                        <a:t>moderat</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mengelola</a:t>
                      </a:r>
                      <a:r>
                        <a:rPr lang="en-ID" sz="850" b="0" i="0" dirty="0">
                          <a:solidFill>
                            <a:srgbClr val="1A1A1A"/>
                          </a:solidFill>
                          <a:latin typeface="Neue Haas Grotesk Text Pro"/>
                        </a:rPr>
                        <a:t> </a:t>
                      </a:r>
                      <a:r>
                        <a:rPr lang="en-ID" sz="850" b="0" i="0" dirty="0" err="1">
                          <a:solidFill>
                            <a:srgbClr val="1A1A1A"/>
                          </a:solidFill>
                          <a:latin typeface="Neue Haas Grotesk Text Pro"/>
                        </a:rPr>
                        <a:t>dampaknya</a:t>
                      </a:r>
                      <a:r>
                        <a:rPr lang="en-ID" sz="850" b="0" i="0" dirty="0">
                          <a:solidFill>
                            <a:srgbClr val="1A1A1A"/>
                          </a:solidFill>
                          <a:latin typeface="Neue Haas Grotesk Text Pro"/>
                        </a:rPr>
                        <a:t> </a:t>
                      </a:r>
                      <a:r>
                        <a:rPr lang="en-ID" sz="850" b="0" i="0" dirty="0" err="1">
                          <a:solidFill>
                            <a:srgbClr val="1A1A1A"/>
                          </a:solidFill>
                          <a:latin typeface="Neue Haas Grotesk Text Pro"/>
                        </a:rPr>
                        <a:t>melalui</a:t>
                      </a:r>
                      <a:r>
                        <a:rPr lang="en-ID" sz="850" b="0" i="0" dirty="0">
                          <a:solidFill>
                            <a:srgbClr val="1A1A1A"/>
                          </a:solidFill>
                          <a:latin typeface="Neue Haas Grotesk Text Pro"/>
                        </a:rPr>
                        <a:t> strategi </a:t>
                      </a:r>
                      <a:r>
                        <a:rPr lang="en-ID" sz="850" b="0" i="0" dirty="0" err="1">
                          <a:solidFill>
                            <a:srgbClr val="1A1A1A"/>
                          </a:solidFill>
                          <a:latin typeface="Neue Haas Grotesk Text Pro"/>
                        </a:rPr>
                        <a:t>kontrak</a:t>
                      </a:r>
                      <a:r>
                        <a:rPr lang="en-ID" sz="850" b="0" i="0" dirty="0">
                          <a:solidFill>
                            <a:srgbClr val="1A1A1A"/>
                          </a:solidFill>
                          <a:latin typeface="Neue Haas Grotesk Text Pro"/>
                        </a:rPr>
                        <a:t> </a:t>
                      </a:r>
                      <a:r>
                        <a:rPr lang="en-ID" sz="850" b="0" i="0" dirty="0" err="1">
                          <a:solidFill>
                            <a:srgbClr val="1A1A1A"/>
                          </a:solidFill>
                          <a:latin typeface="Neue Haas Grotesk Text Pro"/>
                        </a:rPr>
                        <a:t>penjualan</a:t>
                      </a:r>
                      <a:r>
                        <a:rPr lang="en-ID" sz="850" b="0" i="0" dirty="0">
                          <a:solidFill>
                            <a:srgbClr val="1A1A1A"/>
                          </a:solidFill>
                          <a:latin typeface="Neue Haas Grotesk Text Pro"/>
                        </a:rPr>
                        <a:t>, </a:t>
                      </a:r>
                      <a:r>
                        <a:rPr lang="en-ID" sz="850" b="0" i="0" dirty="0" err="1">
                          <a:solidFill>
                            <a:srgbClr val="1A1A1A"/>
                          </a:solidFill>
                          <a:latin typeface="Neue Haas Grotesk Text Pro"/>
                        </a:rPr>
                        <a:t>pengendalian</a:t>
                      </a:r>
                      <a:r>
                        <a:rPr lang="en-ID" sz="850" b="0" i="0" dirty="0">
                          <a:solidFill>
                            <a:srgbClr val="1A1A1A"/>
                          </a:solidFill>
                          <a:latin typeface="Neue Haas Grotesk Text Pro"/>
                        </a:rPr>
                        <a:t> </a:t>
                      </a:r>
                      <a:r>
                        <a:rPr lang="en-ID" sz="850" b="0" i="0" dirty="0" err="1">
                          <a:solidFill>
                            <a:srgbClr val="1A1A1A"/>
                          </a:solidFill>
                          <a:latin typeface="Neue Haas Grotesk Text Pro"/>
                        </a:rPr>
                        <a:t>biaya</a:t>
                      </a:r>
                      <a:r>
                        <a:rPr lang="en-ID" sz="850" b="0" i="0" dirty="0">
                          <a:solidFill>
                            <a:srgbClr val="1A1A1A"/>
                          </a:solidFill>
                          <a:latin typeface="Neue Haas Grotesk Text Pro"/>
                        </a:rPr>
                        <a:t>, dan </a:t>
                      </a:r>
                      <a:r>
                        <a:rPr lang="en-ID" sz="850" b="0" i="0" dirty="0" err="1">
                          <a:solidFill>
                            <a:srgbClr val="1A1A1A"/>
                          </a:solidFill>
                          <a:latin typeface="Neue Haas Grotesk Text Pro"/>
                        </a:rPr>
                        <a:t>lindung</a:t>
                      </a:r>
                      <a:r>
                        <a:rPr lang="en-ID" sz="850" b="0" i="0" dirty="0">
                          <a:solidFill>
                            <a:srgbClr val="1A1A1A"/>
                          </a:solidFill>
                          <a:latin typeface="Neue Haas Grotesk Text Pro"/>
                        </a:rPr>
                        <a:t> </a:t>
                      </a:r>
                      <a:r>
                        <a:rPr lang="en-ID" sz="850" b="0" i="0" dirty="0" err="1">
                          <a:solidFill>
                            <a:srgbClr val="1A1A1A"/>
                          </a:solidFill>
                          <a:latin typeface="Neue Haas Grotesk Text Pro"/>
                        </a:rPr>
                        <a:t>nilai</a:t>
                      </a:r>
                      <a:r>
                        <a:rPr lang="en-ID" sz="850" b="0" i="0" dirty="0">
                          <a:solidFill>
                            <a:srgbClr val="1A1A1A"/>
                          </a:solidFill>
                          <a:latin typeface="Neue Haas Grotesk Text Pro"/>
                        </a:rPr>
                        <a:t> </a:t>
                      </a:r>
                      <a:r>
                        <a:rPr lang="en-ID" sz="850" b="0" i="0" dirty="0" err="1">
                          <a:solidFill>
                            <a:srgbClr val="1A1A1A"/>
                          </a:solidFill>
                          <a:latin typeface="Neue Haas Grotesk Text Pro"/>
                        </a:rPr>
                        <a:t>sesuai</a:t>
                      </a:r>
                      <a:r>
                        <a:rPr lang="en-ID" sz="850" b="0" i="0" dirty="0">
                          <a:solidFill>
                            <a:srgbClr val="1A1A1A"/>
                          </a:solidFill>
                          <a:latin typeface="Neue Haas Grotesk Text Pro"/>
                        </a:rPr>
                        <a:t> </a:t>
                      </a:r>
                      <a:r>
                        <a:rPr lang="en-ID" sz="850" b="0" i="0" dirty="0" err="1">
                          <a:solidFill>
                            <a:srgbClr val="1A1A1A"/>
                          </a:solidFill>
                          <a:latin typeface="Neue Haas Grotesk Text Pro"/>
                        </a:rPr>
                        <a:t>kebutuhan</a:t>
                      </a:r>
                      <a:r>
                        <a:rPr lang="en-ID" sz="850" b="0" i="0" dirty="0">
                          <a:solidFill>
                            <a:srgbClr val="1A1A1A"/>
                          </a:solidFill>
                          <a:latin typeface="Neue Haas Grotesk Text Pro"/>
                        </a:rPr>
                        <a:t> yang </a:t>
                      </a:r>
                      <a:r>
                        <a:rPr lang="en-ID" sz="850" b="0" i="0" dirty="0" err="1">
                          <a:solidFill>
                            <a:srgbClr val="1A1A1A"/>
                          </a:solidFill>
                          <a:latin typeface="Neue Haas Grotesk Text Pro"/>
                        </a:rPr>
                        <a:t>terbatas</a:t>
                      </a:r>
                      <a:r>
                        <a:rPr lang="en-ID" sz="850" b="0" i="0" dirty="0">
                          <a:solidFill>
                            <a:srgbClr val="1A1A1A"/>
                          </a:solidFill>
                          <a:latin typeface="Neue Haas Grotesk Text Pro"/>
                        </a:rPr>
                        <a:t> pada </a:t>
                      </a:r>
                      <a:r>
                        <a:rPr lang="en-ID" sz="850" b="0" i="0" dirty="0" err="1">
                          <a:solidFill>
                            <a:srgbClr val="1A1A1A"/>
                          </a:solidFill>
                          <a:latin typeface="Neue Haas Grotesk Text Pro"/>
                        </a:rPr>
                        <a:t>perlindungan</a:t>
                      </a:r>
                      <a:r>
                        <a:rPr lang="en-ID" sz="850" b="0" i="0" dirty="0">
                          <a:solidFill>
                            <a:srgbClr val="1A1A1A"/>
                          </a:solidFill>
                          <a:latin typeface="Neue Haas Grotesk Text Pro"/>
                        </a:rPr>
                        <a:t> </a:t>
                      </a:r>
                      <a:r>
                        <a:rPr lang="en-ID" sz="850" b="0" i="0" dirty="0" err="1">
                          <a:solidFill>
                            <a:srgbClr val="1A1A1A"/>
                          </a:solidFill>
                          <a:latin typeface="Neue Haas Grotesk Text Pro"/>
                        </a:rPr>
                        <a:t>eksposur</a:t>
                      </a:r>
                      <a:r>
                        <a:rPr lang="en-ID" sz="850" b="0" i="0" dirty="0">
                          <a:solidFill>
                            <a:srgbClr val="1A1A1A"/>
                          </a:solidFill>
                          <a:latin typeface="Neue Haas Grotesk Text Pro"/>
                        </a:rPr>
                        <a:t> </a:t>
                      </a:r>
                      <a:r>
                        <a:rPr lang="en-ID" sz="850" b="0" i="0" dirty="0" err="1">
                          <a:solidFill>
                            <a:srgbClr val="1A1A1A"/>
                          </a:solidFill>
                          <a:latin typeface="Neue Haas Grotesk Text Pro"/>
                        </a:rPr>
                        <a:t>usaha</a:t>
                      </a:r>
                      <a:r>
                        <a:rPr lang="en-ID" sz="850" b="0" i="0" dirty="0">
                          <a:solidFill>
                            <a:srgbClr val="1A1A1A"/>
                          </a:solidFill>
                          <a:latin typeface="Neue Haas Grotesk Text Pro"/>
                        </a:rPr>
                        <a: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menyediakan</a:t>
                      </a:r>
                      <a:r>
                        <a:rPr lang="en-ID" sz="850" b="0" i="0" dirty="0">
                          <a:solidFill>
                            <a:srgbClr val="1A1A1A"/>
                          </a:solidFill>
                          <a:latin typeface="Neue Haas Grotesk Text Pro"/>
                        </a:rPr>
                        <a:t> </a:t>
                      </a:r>
                      <a:r>
                        <a:rPr lang="en-ID" sz="850" b="0" i="0" dirty="0" err="1">
                          <a:solidFill>
                            <a:srgbClr val="1A1A1A"/>
                          </a:solidFill>
                          <a:latin typeface="Neue Haas Grotesk Text Pro"/>
                        </a:rPr>
                        <a:t>kapasitas</a:t>
                      </a:r>
                      <a:r>
                        <a:rPr lang="en-ID" sz="850" b="0" i="0" dirty="0">
                          <a:solidFill>
                            <a:srgbClr val="1A1A1A"/>
                          </a:solidFill>
                          <a:latin typeface="Neue Haas Grotesk Text Pro"/>
                        </a:rPr>
                        <a:t> risiko yang </a:t>
                      </a:r>
                      <a:r>
                        <a:rPr lang="en-ID" sz="850" b="0" i="0" dirty="0" err="1">
                          <a:solidFill>
                            <a:srgbClr val="1A1A1A"/>
                          </a:solidFill>
                          <a:latin typeface="Neue Haas Grotesk Text Pro"/>
                        </a:rPr>
                        <a:t>memadai</a:t>
                      </a:r>
                      <a:r>
                        <a:rPr lang="en-ID" sz="850" b="0" i="0" dirty="0">
                          <a:solidFill>
                            <a:srgbClr val="1A1A1A"/>
                          </a:solidFill>
                          <a:latin typeface="Neue Haas Grotesk Text Pro"/>
                        </a:rPr>
                        <a:t> </a:t>
                      </a:r>
                      <a:r>
                        <a:rPr lang="en-ID" sz="850" b="0" i="0" dirty="0" err="1">
                          <a:solidFill>
                            <a:srgbClr val="1A1A1A"/>
                          </a:solidFill>
                          <a:latin typeface="Neue Haas Grotesk Text Pro"/>
                        </a:rPr>
                        <a:t>untuk</a:t>
                      </a:r>
                      <a:r>
                        <a:rPr lang="en-ID" sz="850" b="0" i="0" dirty="0">
                          <a:solidFill>
                            <a:srgbClr val="1A1A1A"/>
                          </a:solidFill>
                          <a:latin typeface="Neue Haas Grotesk Text Pro"/>
                        </a:rPr>
                        <a:t> </a:t>
                      </a:r>
                      <a:r>
                        <a:rPr lang="en-ID" sz="850" b="0" i="0" dirty="0" err="1">
                          <a:solidFill>
                            <a:srgbClr val="1A1A1A"/>
                          </a:solidFill>
                          <a:latin typeface="Neue Haas Grotesk Text Pro"/>
                        </a:rPr>
                        <a:t>menjaga</a:t>
                      </a:r>
                      <a:r>
                        <a:rPr lang="en-ID" sz="850" b="0" i="0" dirty="0">
                          <a:solidFill>
                            <a:srgbClr val="1A1A1A"/>
                          </a:solidFill>
                          <a:latin typeface="Neue Haas Grotesk Text Pro"/>
                        </a:rPr>
                        <a:t> </a:t>
                      </a:r>
                      <a:r>
                        <a:rPr lang="en-ID" sz="850" b="0" i="0" dirty="0" err="1">
                          <a:solidFill>
                            <a:srgbClr val="1A1A1A"/>
                          </a:solidFill>
                          <a:latin typeface="Neue Haas Grotesk Text Pro"/>
                        </a:rPr>
                        <a:t>stabilitas</a:t>
                      </a:r>
                      <a:r>
                        <a:rPr lang="en-ID" sz="850" b="0" i="0" dirty="0">
                          <a:solidFill>
                            <a:srgbClr val="1A1A1A"/>
                          </a:solidFill>
                          <a:latin typeface="Neue Haas Grotesk Text Pro"/>
                        </a:rPr>
                        <a:t> </a:t>
                      </a:r>
                      <a:r>
                        <a:rPr lang="en-ID" sz="850" b="0" i="0" dirty="0" err="1">
                          <a:solidFill>
                            <a:srgbClr val="1A1A1A"/>
                          </a:solidFill>
                          <a:latin typeface="Neue Haas Grotesk Text Pro"/>
                        </a:rPr>
                        <a:t>operasi</a:t>
                      </a:r>
                      <a:r>
                        <a:rPr lang="en-ID" sz="850" b="0" i="0" dirty="0">
                          <a:solidFill>
                            <a:srgbClr val="1A1A1A"/>
                          </a:solidFill>
                          <a:latin typeface="Neue Haas Grotesk Text Pro"/>
                        </a:rPr>
                        <a:t> dan </a:t>
                      </a:r>
                      <a:r>
                        <a:rPr lang="en-ID" sz="850" b="0" i="0" dirty="0" err="1">
                          <a:solidFill>
                            <a:srgbClr val="1A1A1A"/>
                          </a:solidFill>
                          <a:latin typeface="Neue Haas Grotesk Text Pro"/>
                        </a:rPr>
                        <a:t>memanfaatkan</a:t>
                      </a:r>
                      <a:r>
                        <a:rPr lang="en-ID" sz="850" b="0" i="0" dirty="0">
                          <a:solidFill>
                            <a:srgbClr val="1A1A1A"/>
                          </a:solidFill>
                          <a:latin typeface="Neue Haas Grotesk Text Pro"/>
                        </a:rPr>
                        <a:t> </a:t>
                      </a:r>
                      <a:r>
                        <a:rPr lang="en-ID" sz="850" b="0" i="0" dirty="0" err="1">
                          <a:solidFill>
                            <a:srgbClr val="1A1A1A"/>
                          </a:solidFill>
                          <a:latin typeface="Neue Haas Grotesk Text Pro"/>
                        </a:rPr>
                        <a:t>peluang</a:t>
                      </a:r>
                      <a:r>
                        <a:rPr lang="en-ID" sz="850" b="0" i="0" dirty="0">
                          <a:solidFill>
                            <a:srgbClr val="1A1A1A"/>
                          </a:solidFill>
                          <a:latin typeface="Neue Haas Grotesk Text Pro"/>
                        </a:rPr>
                        <a:t> </a:t>
                      </a:r>
                      <a:r>
                        <a:rPr lang="en-ID" sz="850" b="0" i="0" dirty="0" err="1">
                          <a:solidFill>
                            <a:srgbClr val="1A1A1A"/>
                          </a:solidFill>
                          <a:latin typeface="Neue Haas Grotesk Text Pro"/>
                        </a:rPr>
                        <a:t>pengembangan</a:t>
                      </a:r>
                      <a:r>
                        <a:rPr lang="en-ID" sz="850" b="0" i="0" dirty="0">
                          <a:solidFill>
                            <a:srgbClr val="1A1A1A"/>
                          </a:solidFill>
                          <a:latin typeface="Neue Haas Grotesk Text Pro"/>
                        </a:rPr>
                        <a:t> </a:t>
                      </a:r>
                      <a:r>
                        <a:rPr lang="en-ID" sz="850" b="0" i="0" dirty="0" err="1">
                          <a:solidFill>
                            <a:srgbClr val="1A1A1A"/>
                          </a:solidFill>
                          <a:latin typeface="Neue Haas Grotesk Text Pro"/>
                        </a:rPr>
                        <a:t>usaha</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PT KINRA mengambil posisi risiko investasi yang terukur  untuk pengembangan kegiatan operasional untuk mengoptimalkan layanan utilitas kawasan guna memberikan nilai tambah yang responsif bagi para tenant, yang didukung kajian kelayakan yang matang dan menjaga stabilitas arus kas operasional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sebagai anak perusahaan BUMN yang bergerak di bidang penyewaan lahan dan pengelola utilitas  kawasan yang mempertimbangkan permintaan investor yang beragam, pendapatan yang didapatkan dan biaya yang harus dikeluarkan  dengan mempertimbangkan risiko yang dapat terjadi</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2"/>
                  </a:ext>
                </a:extLst>
              </a:tr>
              <a:tr h="274320">
                <a:tc>
                  <a:txBody>
                    <a:bodyPr/>
                    <a:lstStyle/>
                    <a:p>
                      <a:pPr algn="ctr"/>
                      <a:r>
                        <a:rPr sz="800" b="0" i="0">
                          <a:solidFill>
                            <a:srgbClr val="1A1A1A"/>
                          </a:solidFill>
                          <a:latin typeface="Neue Haas Grotesk Text Pro"/>
                        </a:rPr>
                        <a:t>3</a:t>
                      </a:r>
                      <a:endParaRPr lang="id-ID" sz="8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850" b="1" i="0">
                          <a:solidFill>
                            <a:srgbClr val="1A1A1A"/>
                          </a:solidFill>
                          <a:latin typeface="Neue Haas Grotesk Text Pro"/>
                        </a:rPr>
                        <a:t>Risiko Keuangan</a:t>
                      </a:r>
                      <a:endParaRPr lang="id-ID" sz="850" b="0" i="0">
                        <a:solidFill>
                          <a:srgbClr val="1A1A1A"/>
                        </a:solidFill>
                        <a:latin typeface="Neue Haas Grotesk Text Pro"/>
                      </a:endParaRPr>
                    </a:p>
                    <a:p>
                      <a:pPr algn="l"/>
                      <a:r>
                        <a:rPr sz="850" b="0" i="0">
                          <a:solidFill>
                            <a:srgbClr val="1A1A1A"/>
                          </a:solidFill>
                          <a:latin typeface="Neue Haas Grotesk Text Pro"/>
                        </a:rPr>
                        <a:t>Financial Risk</a:t>
                      </a:r>
                      <a:endParaRPr lang="id-ID" sz="85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700" b="0" i="0" dirty="0">
                          <a:solidFill>
                            <a:srgbClr val="707070"/>
                          </a:solidFill>
                          <a:latin typeface="Neue Haas Grotesk Text Pro"/>
                        </a:rPr>
                        <a:t>PT</a:t>
                      </a:r>
                      <a:r>
                        <a:rPr lang="en-US" sz="700" b="0" i="0" dirty="0">
                          <a:solidFill>
                            <a:srgbClr val="707070"/>
                          </a:solidFill>
                          <a:latin typeface="Neue Haas Grotesk Text Pro"/>
                        </a:rPr>
                        <a:t>PN III (Persero)</a:t>
                      </a:r>
                      <a:endParaRPr lang="id-ID" sz="800" b="0" i="0" dirty="0">
                        <a:solidFill>
                          <a:srgbClr val="1A1A1A"/>
                        </a:solidFill>
                        <a:latin typeface="Neue Haas Grotesk Text Pro"/>
                      </a:endParaRPr>
                    </a:p>
                    <a:p>
                      <a:pPr algn="l"/>
                      <a:r>
                        <a:rPr sz="800" b="0" i="0" dirty="0">
                          <a:solidFill>
                            <a:srgbClr val="1A1A1A"/>
                          </a:solidFill>
                          <a:latin typeface="Neue Haas Grotesk Text Pro"/>
                        </a:rPr>
                        <a:t>Conservative to Moderate</a:t>
                      </a:r>
                      <a:endParaRPr lang="id-ID" sz="800" b="0" i="0" dirty="0">
                        <a:solidFill>
                          <a:srgbClr val="1A1A1A"/>
                        </a:solidFill>
                        <a:latin typeface="Neue Haas Grotesk Text Pro"/>
                      </a:endParaRPr>
                    </a:p>
                    <a:p>
                      <a:pPr algn="l"/>
                      <a:endParaRPr lang="id-ID" sz="800" b="0" i="0" dirty="0">
                        <a:solidFill>
                          <a:srgbClr val="1A1A1A"/>
                        </a:solidFill>
                        <a:latin typeface="Neue Haas Grotesk Text Pro"/>
                      </a:endParaRPr>
                    </a:p>
                    <a:p>
                      <a:pPr algn="l"/>
                      <a:r>
                        <a:rPr lang="en-US" sz="700" b="0" i="1" dirty="0">
                          <a:solidFill>
                            <a:srgbClr val="707070"/>
                          </a:solidFill>
                          <a:latin typeface="Neue Haas Grotesk Text Pro"/>
                        </a:rPr>
                        <a:t>(</a:t>
                      </a:r>
                      <a:r>
                        <a:rPr lang="en-US" sz="700" b="0" i="0" dirty="0">
                          <a:solidFill>
                            <a:srgbClr val="707070"/>
                          </a:solidFill>
                          <a:latin typeface="Neue Haas Grotesk Text Pro"/>
                        </a:rPr>
                        <a:t>PT KINRA</a:t>
                      </a:r>
                      <a:r>
                        <a:rPr lang="en-US" sz="700" b="0" i="1" dirty="0">
                          <a:solidFill>
                            <a:srgbClr val="707070"/>
                          </a:solidFill>
                          <a:latin typeface="Neue Haas Grotesk Text Pro"/>
                        </a:rPr>
                        <a:t>)</a:t>
                      </a:r>
                      <a:endParaRPr lang="id-ID" sz="800" b="0" i="1" dirty="0">
                        <a:solidFill>
                          <a:srgbClr val="1A1A1A"/>
                        </a:solidFill>
                        <a:latin typeface="Neue Haas Grotesk Text Pro"/>
                      </a:endParaRPr>
                    </a:p>
                    <a:p>
                      <a:pPr algn="l"/>
                      <a:r>
                        <a:rPr lang="en-US" sz="800" b="1" i="0" dirty="0">
                          <a:solidFill>
                            <a:srgbClr val="600000"/>
                          </a:solidFill>
                          <a:latin typeface="Neue Haas Grotesk Text Pro"/>
                        </a:rPr>
                        <a:t>Conservative to Moderate</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menjaga</a:t>
                      </a:r>
                      <a:r>
                        <a:rPr lang="en-ID" sz="850" b="0" i="0" dirty="0">
                          <a:solidFill>
                            <a:srgbClr val="1A1A1A"/>
                          </a:solidFill>
                          <a:latin typeface="Neue Haas Grotesk Text Pro"/>
                        </a:rPr>
                        <a:t> </a:t>
                      </a:r>
                      <a:r>
                        <a:rPr lang="en-ID" sz="850" b="0" i="0" dirty="0" err="1">
                          <a:solidFill>
                            <a:srgbClr val="1A1A1A"/>
                          </a:solidFill>
                          <a:latin typeface="Neue Haas Grotesk Text Pro"/>
                        </a:rPr>
                        <a:t>neraca</a:t>
                      </a:r>
                      <a:r>
                        <a:rPr lang="en-ID" sz="850" b="0" i="0" dirty="0">
                          <a:solidFill>
                            <a:srgbClr val="1A1A1A"/>
                          </a:solidFill>
                          <a:latin typeface="Neue Haas Grotesk Text Pro"/>
                        </a:rPr>
                        <a:t> </a:t>
                      </a:r>
                      <a:r>
                        <a:rPr lang="en-ID" sz="850" b="0" i="0" dirty="0" err="1">
                          <a:solidFill>
                            <a:srgbClr val="1A1A1A"/>
                          </a:solidFill>
                          <a:latin typeface="Neue Haas Grotesk Text Pro"/>
                        </a:rPr>
                        <a:t>keuangan</a:t>
                      </a:r>
                      <a:r>
                        <a:rPr lang="en-ID" sz="850" b="0" i="0" dirty="0">
                          <a:solidFill>
                            <a:srgbClr val="1A1A1A"/>
                          </a:solidFill>
                          <a:latin typeface="Neue Haas Grotesk Text Pro"/>
                        </a:rPr>
                        <a:t> yang </a:t>
                      </a:r>
                      <a:r>
                        <a:rPr lang="en-ID" sz="850" b="0" i="0" dirty="0" err="1">
                          <a:solidFill>
                            <a:srgbClr val="1A1A1A"/>
                          </a:solidFill>
                          <a:latin typeface="Neue Haas Grotesk Text Pro"/>
                        </a:rPr>
                        <a:t>tangguh</a:t>
                      </a:r>
                      <a:r>
                        <a:rPr lang="en-ID" sz="850" b="0" i="0" dirty="0">
                          <a:solidFill>
                            <a:srgbClr val="1A1A1A"/>
                          </a:solidFill>
                          <a:latin typeface="Neue Haas Grotesk Text Pro"/>
                        </a:rPr>
                        <a:t> (resilient balance sheet)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mengelola</a:t>
                      </a:r>
                      <a:r>
                        <a:rPr lang="en-ID" sz="850" b="0" i="0" dirty="0">
                          <a:solidFill>
                            <a:srgbClr val="1A1A1A"/>
                          </a:solidFill>
                          <a:latin typeface="Neue Haas Grotesk Text Pro"/>
                        </a:rPr>
                        <a:t> </a:t>
                      </a:r>
                      <a:r>
                        <a:rPr lang="en-ID" sz="850" b="0" i="0" dirty="0" err="1">
                          <a:solidFill>
                            <a:srgbClr val="1A1A1A"/>
                          </a:solidFill>
                          <a:latin typeface="Neue Haas Grotesk Text Pro"/>
                        </a:rPr>
                        <a:t>kecukupan</a:t>
                      </a:r>
                      <a:r>
                        <a:rPr lang="en-ID" sz="850" b="0" i="0" dirty="0">
                          <a:solidFill>
                            <a:srgbClr val="1A1A1A"/>
                          </a:solidFill>
                          <a:latin typeface="Neue Haas Grotesk Text Pro"/>
                        </a:rPr>
                        <a:t> </a:t>
                      </a:r>
                      <a:r>
                        <a:rPr lang="en-ID" sz="850" b="0" i="0" dirty="0" err="1">
                          <a:solidFill>
                            <a:srgbClr val="1A1A1A"/>
                          </a:solidFill>
                          <a:latin typeface="Neue Haas Grotesk Text Pro"/>
                        </a:rPr>
                        <a:t>likuiditas</a:t>
                      </a:r>
                      <a:r>
                        <a:rPr lang="en-ID" sz="850" b="0" i="0" dirty="0">
                          <a:solidFill>
                            <a:srgbClr val="1A1A1A"/>
                          </a:solidFill>
                          <a:latin typeface="Neue Haas Grotesk Text Pro"/>
                        </a:rPr>
                        <a:t>, </a:t>
                      </a:r>
                      <a:r>
                        <a:rPr lang="en-ID" sz="850" b="0" i="0" dirty="0" err="1">
                          <a:solidFill>
                            <a:srgbClr val="1A1A1A"/>
                          </a:solidFill>
                          <a:latin typeface="Neue Haas Grotesk Text Pro"/>
                        </a:rPr>
                        <a:t>kemampuan</a:t>
                      </a:r>
                      <a:r>
                        <a:rPr lang="en-ID" sz="850" b="0" i="0" dirty="0">
                          <a:solidFill>
                            <a:srgbClr val="1A1A1A"/>
                          </a:solidFill>
                          <a:latin typeface="Neue Haas Grotesk Text Pro"/>
                        </a:rPr>
                        <a:t> </a:t>
                      </a:r>
                      <a:r>
                        <a:rPr lang="en-ID" sz="850" b="0" i="0" dirty="0" err="1">
                          <a:solidFill>
                            <a:srgbClr val="1A1A1A"/>
                          </a:solidFill>
                          <a:latin typeface="Neue Haas Grotesk Text Pro"/>
                        </a:rPr>
                        <a:t>memenuhi</a:t>
                      </a:r>
                      <a:r>
                        <a:rPr lang="en-ID" sz="850" b="0" i="0" dirty="0">
                          <a:solidFill>
                            <a:srgbClr val="1A1A1A"/>
                          </a:solidFill>
                          <a:latin typeface="Neue Haas Grotesk Text Pro"/>
                        </a:rPr>
                        <a:t> </a:t>
                      </a:r>
                      <a:r>
                        <a:rPr lang="en-ID" sz="850" b="0" i="0" dirty="0" err="1">
                          <a:solidFill>
                            <a:srgbClr val="1A1A1A"/>
                          </a:solidFill>
                          <a:latin typeface="Neue Haas Grotesk Text Pro"/>
                        </a:rPr>
                        <a:t>kewajiban</a:t>
                      </a:r>
                      <a:r>
                        <a:rPr lang="en-ID" sz="850" b="0" i="0" dirty="0">
                          <a:solidFill>
                            <a:srgbClr val="1A1A1A"/>
                          </a:solidFill>
                          <a:latin typeface="Neue Haas Grotesk Text Pro"/>
                        </a:rPr>
                        <a:t> yang </a:t>
                      </a:r>
                      <a:r>
                        <a:rPr lang="en-ID" sz="850" b="0" i="0" dirty="0" err="1">
                          <a:solidFill>
                            <a:srgbClr val="1A1A1A"/>
                          </a:solidFill>
                          <a:latin typeface="Neue Haas Grotesk Text Pro"/>
                        </a:rPr>
                        <a:t>jatuh</a:t>
                      </a:r>
                      <a:r>
                        <a:rPr lang="en-ID" sz="850" b="0" i="0" dirty="0">
                          <a:solidFill>
                            <a:srgbClr val="1A1A1A"/>
                          </a:solidFill>
                          <a:latin typeface="Neue Haas Grotesk Text Pro"/>
                        </a:rPr>
                        <a:t> tempo, </a:t>
                      </a:r>
                      <a:r>
                        <a:rPr lang="en-ID" sz="850" b="0" i="0" dirty="0" err="1">
                          <a:solidFill>
                            <a:srgbClr val="1A1A1A"/>
                          </a:solidFill>
                          <a:latin typeface="Neue Haas Grotesk Text Pro"/>
                        </a:rPr>
                        <a:t>pemenuhan</a:t>
                      </a:r>
                      <a:r>
                        <a:rPr lang="en-ID" sz="850" b="0" i="0" dirty="0">
                          <a:solidFill>
                            <a:srgbClr val="1A1A1A"/>
                          </a:solidFill>
                          <a:latin typeface="Neue Haas Grotesk Text Pro"/>
                        </a:rPr>
                        <a:t> </a:t>
                      </a:r>
                      <a:r>
                        <a:rPr lang="en-ID" sz="850" b="0" i="0" dirty="0" err="1">
                          <a:solidFill>
                            <a:srgbClr val="1A1A1A"/>
                          </a:solidFill>
                          <a:latin typeface="Neue Haas Grotesk Text Pro"/>
                        </a:rPr>
                        <a:t>persyaratan</a:t>
                      </a:r>
                      <a:r>
                        <a:rPr lang="en-ID" sz="850" b="0" i="0" dirty="0">
                          <a:solidFill>
                            <a:srgbClr val="1A1A1A"/>
                          </a:solidFill>
                          <a:latin typeface="Neue Haas Grotesk Text Pro"/>
                        </a:rPr>
                        <a:t> </a:t>
                      </a:r>
                      <a:r>
                        <a:rPr lang="en-ID" sz="850" b="0" i="0" dirty="0" err="1">
                          <a:solidFill>
                            <a:srgbClr val="1A1A1A"/>
                          </a:solidFill>
                          <a:latin typeface="Neue Haas Grotesk Text Pro"/>
                        </a:rPr>
                        <a:t>pinjaman</a:t>
                      </a:r>
                      <a:r>
                        <a:rPr lang="en-ID" sz="850" b="0" i="0" dirty="0">
                          <a:solidFill>
                            <a:srgbClr val="1A1A1A"/>
                          </a:solidFill>
                          <a:latin typeface="Neue Haas Grotesk Text Pro"/>
                        </a:rPr>
                        <a: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struktur</a:t>
                      </a:r>
                      <a:r>
                        <a:rPr lang="en-ID" sz="850" b="0" i="0" dirty="0">
                          <a:solidFill>
                            <a:srgbClr val="1A1A1A"/>
                          </a:solidFill>
                          <a:latin typeface="Neue Haas Grotesk Text Pro"/>
                        </a:rPr>
                        <a:t> </a:t>
                      </a:r>
                      <a:r>
                        <a:rPr lang="en-ID" sz="850" b="0" i="0" dirty="0" err="1">
                          <a:solidFill>
                            <a:srgbClr val="1A1A1A"/>
                          </a:solidFill>
                          <a:latin typeface="Neue Haas Grotesk Text Pro"/>
                        </a:rPr>
                        <a:t>pendanaan</a:t>
                      </a:r>
                      <a:r>
                        <a:rPr lang="en-ID" sz="850" b="0" i="0" dirty="0">
                          <a:solidFill>
                            <a:srgbClr val="1A1A1A"/>
                          </a:solidFill>
                          <a:latin typeface="Neue Haas Grotesk Text Pro"/>
                        </a:rPr>
                        <a:t> dan </a:t>
                      </a:r>
                      <a:r>
                        <a:rPr lang="en-ID" sz="850" b="0" i="0" dirty="0" err="1">
                          <a:solidFill>
                            <a:srgbClr val="1A1A1A"/>
                          </a:solidFill>
                          <a:latin typeface="Neue Haas Grotesk Text Pro"/>
                        </a:rPr>
                        <a:t>tingkat</a:t>
                      </a:r>
                      <a:r>
                        <a:rPr lang="en-ID" sz="850" b="0" i="0" dirty="0">
                          <a:solidFill>
                            <a:srgbClr val="1A1A1A"/>
                          </a:solidFill>
                          <a:latin typeface="Neue Haas Grotesk Text Pro"/>
                        </a:rPr>
                        <a:t> leverage yang </a:t>
                      </a:r>
                      <a:r>
                        <a:rPr lang="en-ID" sz="850" b="0" i="0" dirty="0" err="1">
                          <a:solidFill>
                            <a:srgbClr val="1A1A1A"/>
                          </a:solidFill>
                          <a:latin typeface="Neue Haas Grotesk Text Pro"/>
                        </a:rPr>
                        <a:t>sehat</a:t>
                      </a:r>
                      <a:r>
                        <a:rPr lang="en-ID" sz="850" b="0" i="0" dirty="0">
                          <a:solidFill>
                            <a:srgbClr val="1A1A1A"/>
                          </a:solidFill>
                          <a:latin typeface="Neue Haas Grotesk Text Pro"/>
                        </a:rPr>
                        <a:t>, </a:t>
                      </a:r>
                      <a:r>
                        <a:rPr lang="en-ID" sz="850" b="0" i="0" dirty="0" err="1">
                          <a:solidFill>
                            <a:srgbClr val="1A1A1A"/>
                          </a:solidFill>
                          <a:latin typeface="Neue Haas Grotesk Text Pro"/>
                        </a:rPr>
                        <a:t>sehingga</a:t>
                      </a:r>
                      <a:r>
                        <a:rPr lang="en-ID" sz="850" b="0" i="0" dirty="0">
                          <a:solidFill>
                            <a:srgbClr val="1A1A1A"/>
                          </a:solidFill>
                          <a:latin typeface="Neue Haas Grotesk Text Pro"/>
                        </a:rPr>
                        <a:t> Perusahaan </a:t>
                      </a:r>
                      <a:r>
                        <a:rPr lang="en-ID" sz="850" b="0" i="0" dirty="0" err="1">
                          <a:solidFill>
                            <a:srgbClr val="1A1A1A"/>
                          </a:solidFill>
                          <a:latin typeface="Neue Haas Grotesk Text Pro"/>
                        </a:rPr>
                        <a:t>mampu</a:t>
                      </a:r>
                      <a:r>
                        <a:rPr lang="en-ID" sz="850" b="0" i="0" dirty="0">
                          <a:solidFill>
                            <a:srgbClr val="1A1A1A"/>
                          </a:solidFill>
                          <a:latin typeface="Neue Haas Grotesk Text Pro"/>
                        </a:rPr>
                        <a:t> </a:t>
                      </a:r>
                      <a:r>
                        <a:rPr lang="en-ID" sz="850" b="0" i="0" dirty="0" err="1">
                          <a:solidFill>
                            <a:srgbClr val="1A1A1A"/>
                          </a:solidFill>
                          <a:latin typeface="Neue Haas Grotesk Text Pro"/>
                        </a:rPr>
                        <a:t>menghadapi</a:t>
                      </a:r>
                      <a:r>
                        <a:rPr lang="en-ID" sz="850" b="0" i="0" dirty="0">
                          <a:solidFill>
                            <a:srgbClr val="1A1A1A"/>
                          </a:solidFill>
                          <a:latin typeface="Neue Haas Grotesk Text Pro"/>
                        </a:rPr>
                        <a:t> </a:t>
                      </a:r>
                      <a:r>
                        <a:rPr lang="en-ID" sz="850" b="0" i="0" dirty="0" err="1">
                          <a:solidFill>
                            <a:srgbClr val="1A1A1A"/>
                          </a:solidFill>
                          <a:latin typeface="Neue Haas Grotesk Text Pro"/>
                        </a:rPr>
                        <a:t>gejolak</a:t>
                      </a:r>
                      <a:r>
                        <a:rPr lang="en-ID" sz="850" b="0" i="0" dirty="0">
                          <a:solidFill>
                            <a:srgbClr val="1A1A1A"/>
                          </a:solidFill>
                          <a:latin typeface="Neue Haas Grotesk Text Pro"/>
                        </a:rPr>
                        <a:t> pasar dan </a:t>
                      </a:r>
                      <a:r>
                        <a:rPr lang="en-ID" sz="850" b="0" i="0" dirty="0" err="1">
                          <a:solidFill>
                            <a:srgbClr val="1A1A1A"/>
                          </a:solidFill>
                          <a:latin typeface="Neue Haas Grotesk Text Pro"/>
                        </a:rPr>
                        <a:t>siklus</a:t>
                      </a:r>
                      <a:r>
                        <a:rPr lang="en-ID" sz="850" b="0" i="0" dirty="0">
                          <a:solidFill>
                            <a:srgbClr val="1A1A1A"/>
                          </a:solidFill>
                          <a:latin typeface="Neue Haas Grotesk Text Pro"/>
                        </a:rPr>
                        <a:t> </a:t>
                      </a:r>
                      <a:r>
                        <a:rPr lang="en-ID" sz="850" b="0" i="0" dirty="0" err="1">
                          <a:solidFill>
                            <a:srgbClr val="1A1A1A"/>
                          </a:solidFill>
                          <a:latin typeface="Neue Haas Grotesk Text Pro"/>
                        </a:rPr>
                        <a:t>ekonomi</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PT KINRA menjaga neraca keuangan yang tangguh (resilient balance sheet) dengan mengelola kecukupan likuiditas operasional, memastikan ketepatan pemenuhan kewajiban kepada mitra/ vendor serta mengoptimalkan struktur pendanaan modal kerja dan tingkat leverage yang sehat, sehingga Perusahaan mampu menghadapi gejolak pasar, fluktuasi beban pokok pengelolaan utilitas, dan siklus ekonomi.</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Sebagai badan pemasaran kawasan industri dan pengelolaan utilitas kawasan, PT KINRA mengahdapi penyewaan lahan yang berfluktuasi diakibatkan  investor sangat  sensitif  terhadap perubahan makroekonomi dan biaya dalam pengelolaan utilitas, sehingga kestabilan keuangan perusahaan untuk menjaga kelangsungan bisnis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3"/>
                  </a:ext>
                </a:extLst>
              </a:tr>
              <a:tr h="274320">
                <a:tc>
                  <a:txBody>
                    <a:bodyPr/>
                    <a:lstStyle/>
                    <a:p>
                      <a:pPr algn="ctr"/>
                      <a:r>
                        <a:rPr sz="800" b="0" i="0">
                          <a:solidFill>
                            <a:srgbClr val="1A1A1A"/>
                          </a:solidFill>
                          <a:latin typeface="Neue Haas Grotesk Text Pro"/>
                        </a:rPr>
                        <a:t>4</a:t>
                      </a:r>
                      <a:endParaRPr lang="id-ID" sz="8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850" b="1" i="0">
                          <a:solidFill>
                            <a:srgbClr val="1A1A1A"/>
                          </a:solidFill>
                          <a:latin typeface="Neue Haas Grotesk Text Pro"/>
                        </a:rPr>
                        <a:t>Risiko Kredit</a:t>
                      </a:r>
                      <a:endParaRPr lang="id-ID" sz="850" b="0" i="0">
                        <a:solidFill>
                          <a:srgbClr val="1A1A1A"/>
                        </a:solidFill>
                        <a:latin typeface="Neue Haas Grotesk Text Pro"/>
                      </a:endParaRPr>
                    </a:p>
                    <a:p>
                      <a:pPr algn="l"/>
                      <a:r>
                        <a:rPr sz="850" b="0" i="0">
                          <a:solidFill>
                            <a:srgbClr val="1A1A1A"/>
                          </a:solidFill>
                          <a:latin typeface="Neue Haas Grotesk Text Pro"/>
                        </a:rPr>
                        <a:t>Credit/Counterparty Credit Risk</a:t>
                      </a:r>
                      <a:endParaRPr lang="id-ID" sz="85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700" b="0" i="0" dirty="0">
                          <a:solidFill>
                            <a:srgbClr val="707070"/>
                          </a:solidFill>
                          <a:latin typeface="Neue Haas Grotesk Text Pro"/>
                        </a:rPr>
                        <a:t>PT</a:t>
                      </a:r>
                      <a:r>
                        <a:rPr lang="en-US" sz="700" b="0" i="0" dirty="0">
                          <a:solidFill>
                            <a:srgbClr val="707070"/>
                          </a:solidFill>
                          <a:latin typeface="Neue Haas Grotesk Text Pro"/>
                        </a:rPr>
                        <a:t>PN III (Persero)</a:t>
                      </a:r>
                      <a:endParaRPr lang="id-ID" sz="800" b="0" i="0" dirty="0">
                        <a:solidFill>
                          <a:srgbClr val="1A1A1A"/>
                        </a:solidFill>
                        <a:latin typeface="Neue Haas Grotesk Text Pro"/>
                      </a:endParaRPr>
                    </a:p>
                    <a:p>
                      <a:pPr algn="l"/>
                      <a:r>
                        <a:rPr sz="800" b="0" i="0" dirty="0">
                          <a:solidFill>
                            <a:srgbClr val="1A1A1A"/>
                          </a:solidFill>
                          <a:latin typeface="Neue Haas Grotesk Text Pro"/>
                        </a:rPr>
                        <a:t>Conservative to Moderate</a:t>
                      </a:r>
                      <a:endParaRPr lang="id-ID" sz="800" b="0" i="0" dirty="0">
                        <a:solidFill>
                          <a:srgbClr val="1A1A1A"/>
                        </a:solidFill>
                        <a:latin typeface="Neue Haas Grotesk Text Pro"/>
                      </a:endParaRPr>
                    </a:p>
                    <a:p>
                      <a:pPr algn="l"/>
                      <a:endParaRPr lang="id-ID" sz="800" b="0" i="0" dirty="0">
                        <a:solidFill>
                          <a:srgbClr val="1A1A1A"/>
                        </a:solidFill>
                        <a:latin typeface="Neue Haas Grotesk Text Pro"/>
                      </a:endParaRPr>
                    </a:p>
                    <a:p>
                      <a:pPr algn="l"/>
                      <a:r>
                        <a:rPr lang="en-US" sz="700" b="0" i="1" dirty="0">
                          <a:solidFill>
                            <a:srgbClr val="707070"/>
                          </a:solidFill>
                          <a:latin typeface="Neue Haas Grotesk Text Pro"/>
                        </a:rPr>
                        <a:t>(</a:t>
                      </a:r>
                      <a:r>
                        <a:rPr lang="en-US" sz="700" b="0" i="0" dirty="0">
                          <a:solidFill>
                            <a:srgbClr val="707070"/>
                          </a:solidFill>
                          <a:latin typeface="Neue Haas Grotesk Text Pro"/>
                        </a:rPr>
                        <a:t>PT KINRA</a:t>
                      </a:r>
                      <a:r>
                        <a:rPr lang="en-US" sz="700" b="0" i="1" dirty="0">
                          <a:solidFill>
                            <a:srgbClr val="707070"/>
                          </a:solidFill>
                          <a:latin typeface="Neue Haas Grotesk Text Pro"/>
                        </a:rPr>
                        <a:t>)</a:t>
                      </a:r>
                      <a:endParaRPr lang="id-ID" sz="800" b="0" i="1" dirty="0">
                        <a:solidFill>
                          <a:srgbClr val="1A1A1A"/>
                        </a:solidFill>
                        <a:latin typeface="Neue Haas Grotesk Text Pro"/>
                      </a:endParaRPr>
                    </a:p>
                    <a:p>
                      <a:pPr algn="l"/>
                      <a:r>
                        <a:rPr lang="en-US" sz="800" b="1" i="0" dirty="0">
                          <a:solidFill>
                            <a:srgbClr val="600000"/>
                          </a:solidFill>
                          <a:latin typeface="Neue Haas Grotesk Text Pro"/>
                        </a:rPr>
                        <a:t>Conservative to Moderate</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selektif</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a:t>
                      </a:r>
                      <a:r>
                        <a:rPr lang="en-ID" sz="850" b="0" i="0" dirty="0" err="1">
                          <a:solidFill>
                            <a:srgbClr val="1A1A1A"/>
                          </a:solidFill>
                          <a:latin typeface="Neue Haas Grotesk Text Pro"/>
                        </a:rPr>
                        <a:t>menjalin</a:t>
                      </a:r>
                      <a:r>
                        <a:rPr lang="en-ID" sz="850" b="0" i="0" dirty="0">
                          <a:solidFill>
                            <a:srgbClr val="1A1A1A"/>
                          </a:solidFill>
                          <a:latin typeface="Neue Haas Grotesk Text Pro"/>
                        </a:rPr>
                        <a:t> </a:t>
                      </a:r>
                      <a:r>
                        <a:rPr lang="en-ID" sz="850" b="0" i="0" dirty="0" err="1">
                          <a:solidFill>
                            <a:srgbClr val="1A1A1A"/>
                          </a:solidFill>
                          <a:latin typeface="Neue Haas Grotesk Text Pro"/>
                        </a:rPr>
                        <a:t>hubungan</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pelanggan</a:t>
                      </a:r>
                      <a:r>
                        <a:rPr lang="en-ID" sz="850" b="0" i="0" dirty="0">
                          <a:solidFill>
                            <a:srgbClr val="1A1A1A"/>
                          </a:solidFill>
                          <a:latin typeface="Neue Haas Grotesk Text Pro"/>
                        </a:rPr>
                        <a:t>, </a:t>
                      </a:r>
                      <a:r>
                        <a:rPr lang="en-ID" sz="850" b="0" i="0" dirty="0" err="1">
                          <a:solidFill>
                            <a:srgbClr val="1A1A1A"/>
                          </a:solidFill>
                          <a:latin typeface="Neue Haas Grotesk Text Pro"/>
                        </a:rPr>
                        <a:t>pemasok</a:t>
                      </a:r>
                      <a:r>
                        <a:rPr lang="en-ID" sz="850" b="0" i="0" dirty="0">
                          <a:solidFill>
                            <a:srgbClr val="1A1A1A"/>
                          </a:solidFill>
                          <a:latin typeface="Neue Haas Grotesk Text Pro"/>
                        </a:rPr>
                        <a:t>, dan </a:t>
                      </a:r>
                      <a:r>
                        <a:rPr lang="en-ID" sz="850" b="0" i="0" dirty="0" err="1">
                          <a:solidFill>
                            <a:srgbClr val="1A1A1A"/>
                          </a:solidFill>
                          <a:latin typeface="Neue Haas Grotesk Text Pro"/>
                        </a:rPr>
                        <a:t>mitra</a:t>
                      </a:r>
                      <a:r>
                        <a:rPr lang="en-ID" sz="850" b="0" i="0" dirty="0">
                          <a:solidFill>
                            <a:srgbClr val="1A1A1A"/>
                          </a:solidFill>
                          <a:latin typeface="Neue Haas Grotesk Text Pro"/>
                        </a:rPr>
                        <a:t> </a:t>
                      </a:r>
                      <a:r>
                        <a:rPr lang="en-ID" sz="850" b="0" i="0" dirty="0" err="1">
                          <a:solidFill>
                            <a:srgbClr val="1A1A1A"/>
                          </a:solidFill>
                          <a:latin typeface="Neue Haas Grotesk Text Pro"/>
                        </a:rPr>
                        <a:t>kerja</a:t>
                      </a:r>
                      <a:r>
                        <a:rPr lang="en-ID" sz="850" b="0" i="0" dirty="0">
                          <a:solidFill>
                            <a:srgbClr val="1A1A1A"/>
                          </a:solidFill>
                          <a:latin typeface="Neue Haas Grotesk Text Pro"/>
                        </a:rPr>
                        <a:t> </a:t>
                      </a:r>
                      <a:r>
                        <a:rPr lang="en-ID" sz="850" b="0" i="0" dirty="0" err="1">
                          <a:solidFill>
                            <a:srgbClr val="1A1A1A"/>
                          </a:solidFill>
                          <a:latin typeface="Neue Haas Grotesk Text Pro"/>
                        </a:rPr>
                        <a:t>sama</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mengedepankan</a:t>
                      </a:r>
                      <a:r>
                        <a:rPr lang="en-ID" sz="850" b="0" i="0" dirty="0">
                          <a:solidFill>
                            <a:srgbClr val="1A1A1A"/>
                          </a:solidFill>
                          <a:latin typeface="Neue Haas Grotesk Text Pro"/>
                        </a:rPr>
                        <a:t> </a:t>
                      </a:r>
                      <a:r>
                        <a:rPr lang="en-ID" sz="850" b="0" i="0" dirty="0" err="1">
                          <a:solidFill>
                            <a:srgbClr val="1A1A1A"/>
                          </a:solidFill>
                          <a:latin typeface="Neue Haas Grotesk Text Pro"/>
                        </a:rPr>
                        <a:t>prinsip</a:t>
                      </a:r>
                      <a:r>
                        <a:rPr lang="en-ID" sz="850" b="0" i="0" dirty="0">
                          <a:solidFill>
                            <a:srgbClr val="1A1A1A"/>
                          </a:solidFill>
                          <a:latin typeface="Neue Haas Grotesk Text Pro"/>
                        </a:rPr>
                        <a:t> </a:t>
                      </a:r>
                      <a:r>
                        <a:rPr lang="en-ID" sz="850" b="0" i="0" dirty="0" err="1">
                          <a:solidFill>
                            <a:srgbClr val="1A1A1A"/>
                          </a:solidFill>
                          <a:latin typeface="Neue Haas Grotesk Text Pro"/>
                        </a:rPr>
                        <a:t>kehati-hatian</a:t>
                      </a:r>
                      <a:r>
                        <a:rPr lang="en-ID" sz="850" b="0" i="0" dirty="0">
                          <a:solidFill>
                            <a:srgbClr val="1A1A1A"/>
                          </a:solidFill>
                          <a:latin typeface="Neue Haas Grotesk Text Pro"/>
                        </a:rPr>
                        <a:t>, </a:t>
                      </a:r>
                      <a:r>
                        <a:rPr lang="en-ID" sz="850" b="0" i="0" dirty="0" err="1">
                          <a:solidFill>
                            <a:srgbClr val="1A1A1A"/>
                          </a:solidFill>
                          <a:latin typeface="Neue Haas Grotesk Text Pro"/>
                        </a:rPr>
                        <a:t>penilaian</a:t>
                      </a:r>
                      <a:r>
                        <a:rPr lang="en-ID" sz="850" b="0" i="0" dirty="0">
                          <a:solidFill>
                            <a:srgbClr val="1A1A1A"/>
                          </a:solidFill>
                          <a:latin typeface="Neue Haas Grotesk Text Pro"/>
                        </a:rPr>
                        <a:t> </a:t>
                      </a:r>
                      <a:r>
                        <a:rPr lang="en-ID" sz="850" b="0" i="0" dirty="0" err="1">
                          <a:solidFill>
                            <a:srgbClr val="1A1A1A"/>
                          </a:solidFill>
                          <a:latin typeface="Neue Haas Grotesk Text Pro"/>
                        </a:rPr>
                        <a:t>kelayakan</a:t>
                      </a:r>
                      <a:r>
                        <a:rPr lang="en-ID" sz="850" b="0" i="0" dirty="0">
                          <a:solidFill>
                            <a:srgbClr val="1A1A1A"/>
                          </a:solidFill>
                          <a:latin typeface="Neue Haas Grotesk Text Pro"/>
                        </a:rPr>
                        <a:t> yang </a:t>
                      </a:r>
                      <a:r>
                        <a:rPr lang="en-ID" sz="850" b="0" i="0" dirty="0" err="1">
                          <a:solidFill>
                            <a:srgbClr val="1A1A1A"/>
                          </a:solidFill>
                          <a:latin typeface="Neue Haas Grotesk Text Pro"/>
                        </a:rPr>
                        <a:t>memadai</a:t>
                      </a:r>
                      <a:r>
                        <a:rPr lang="en-ID" sz="850" b="0" i="0" dirty="0">
                          <a:solidFill>
                            <a:srgbClr val="1A1A1A"/>
                          </a:solidFill>
                          <a:latin typeface="Neue Haas Grotesk Text Pro"/>
                        </a:rPr>
                        <a:t>, dan </a:t>
                      </a:r>
                      <a:r>
                        <a:rPr lang="en-ID" sz="850" b="0" i="0" dirty="0" err="1">
                          <a:solidFill>
                            <a:srgbClr val="1A1A1A"/>
                          </a:solidFill>
                          <a:latin typeface="Neue Haas Grotesk Text Pro"/>
                        </a:rPr>
                        <a:t>diversifikasi</a:t>
                      </a:r>
                      <a:r>
                        <a:rPr lang="en-ID" sz="850" b="0" i="0" dirty="0">
                          <a:solidFill>
                            <a:srgbClr val="1A1A1A"/>
                          </a:solidFill>
                          <a:latin typeface="Neue Haas Grotesk Text Pro"/>
                        </a:rPr>
                        <a:t> </a:t>
                      </a:r>
                      <a:r>
                        <a:rPr lang="en-ID" sz="850" b="0" i="0" dirty="0" err="1">
                          <a:solidFill>
                            <a:srgbClr val="1A1A1A"/>
                          </a:solidFill>
                          <a:latin typeface="Neue Haas Grotesk Text Pro"/>
                        </a:rPr>
                        <a:t>eksposur</a:t>
                      </a:r>
                      <a:r>
                        <a:rPr lang="en-ID" sz="850" b="0" i="0" dirty="0">
                          <a:solidFill>
                            <a:srgbClr val="1A1A1A"/>
                          </a:solidFill>
                          <a:latin typeface="Neue Haas Grotesk Text Pro"/>
                        </a:rPr>
                        <a:t>, </a:t>
                      </a:r>
                      <a:r>
                        <a:rPr lang="en-ID" sz="850" b="0" i="0" dirty="0" err="1">
                          <a:solidFill>
                            <a:srgbClr val="1A1A1A"/>
                          </a:solidFill>
                          <a:latin typeface="Neue Haas Grotesk Text Pro"/>
                        </a:rPr>
                        <a:t>termasuk</a:t>
                      </a:r>
                      <a:r>
                        <a:rPr lang="en-ID" sz="850" b="0" i="0" dirty="0">
                          <a:solidFill>
                            <a:srgbClr val="1A1A1A"/>
                          </a:solidFill>
                          <a:latin typeface="Neue Haas Grotesk Text Pro"/>
                        </a:rPr>
                        <a:t> </a:t>
                      </a:r>
                      <a:r>
                        <a:rPr lang="en-ID" sz="850" b="0" i="0" dirty="0" err="1">
                          <a:solidFill>
                            <a:srgbClr val="1A1A1A"/>
                          </a:solidFill>
                          <a:latin typeface="Neue Haas Grotesk Text Pro"/>
                        </a:rPr>
                        <a:t>eksposur</a:t>
                      </a:r>
                      <a:r>
                        <a:rPr lang="en-ID" sz="850" b="0" i="0" dirty="0">
                          <a:solidFill>
                            <a:srgbClr val="1A1A1A"/>
                          </a:solidFill>
                          <a:latin typeface="Neue Haas Grotesk Text Pro"/>
                        </a:rPr>
                        <a:t> </a:t>
                      </a:r>
                      <a:r>
                        <a:rPr lang="en-ID" sz="850" b="0" i="0" dirty="0" err="1">
                          <a:solidFill>
                            <a:srgbClr val="1A1A1A"/>
                          </a:solidFill>
                          <a:latin typeface="Neue Haas Grotesk Text Pro"/>
                        </a:rPr>
                        <a:t>kepada</a:t>
                      </a:r>
                      <a:r>
                        <a:rPr lang="en-ID" sz="850" b="0" i="0" dirty="0">
                          <a:solidFill>
                            <a:srgbClr val="1A1A1A"/>
                          </a:solidFill>
                          <a:latin typeface="Neue Haas Grotesk Text Pro"/>
                        </a:rPr>
                        <a:t> </a:t>
                      </a:r>
                      <a:r>
                        <a:rPr lang="en-ID" sz="850" b="0" i="0" dirty="0" err="1">
                          <a:solidFill>
                            <a:srgbClr val="1A1A1A"/>
                          </a:solidFill>
                          <a:latin typeface="Neue Haas Grotesk Text Pro"/>
                        </a:rPr>
                        <a:t>entitas</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a:t>
                      </a:r>
                      <a:r>
                        <a:rPr lang="en-ID" sz="850" b="0" i="0" dirty="0" err="1">
                          <a:solidFill>
                            <a:srgbClr val="1A1A1A"/>
                          </a:solidFill>
                          <a:latin typeface="Neue Haas Grotesk Text Pro"/>
                        </a:rPr>
                        <a:t>grup</a:t>
                      </a:r>
                      <a:r>
                        <a:rPr lang="en-ID" sz="850" b="0" i="0" dirty="0">
                          <a:solidFill>
                            <a:srgbClr val="1A1A1A"/>
                          </a:solidFill>
                          <a:latin typeface="Neue Haas Grotesk Text Pro"/>
                        </a:rPr>
                        <a: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memantau</a:t>
                      </a:r>
                      <a:r>
                        <a:rPr lang="en-ID" sz="850" b="0" i="0" dirty="0">
                          <a:solidFill>
                            <a:srgbClr val="1A1A1A"/>
                          </a:solidFill>
                          <a:latin typeface="Neue Haas Grotesk Text Pro"/>
                        </a:rPr>
                        <a:t> </a:t>
                      </a:r>
                      <a:r>
                        <a:rPr lang="en-ID" sz="850" b="0" i="0" dirty="0" err="1">
                          <a:solidFill>
                            <a:srgbClr val="1A1A1A"/>
                          </a:solidFill>
                          <a:latin typeface="Neue Haas Grotesk Text Pro"/>
                        </a:rPr>
                        <a:t>kepatuhan</a:t>
                      </a:r>
                      <a:r>
                        <a:rPr lang="en-ID" sz="850" b="0" i="0" dirty="0">
                          <a:solidFill>
                            <a:srgbClr val="1A1A1A"/>
                          </a:solidFill>
                          <a:latin typeface="Neue Haas Grotesk Text Pro"/>
                        </a:rPr>
                        <a:t> </a:t>
                      </a:r>
                      <a:r>
                        <a:rPr lang="en-ID" sz="850" b="0" i="0" dirty="0" err="1">
                          <a:solidFill>
                            <a:srgbClr val="1A1A1A"/>
                          </a:solidFill>
                          <a:latin typeface="Neue Haas Grotesk Text Pro"/>
                        </a:rPr>
                        <a:t>pembayaran</a:t>
                      </a:r>
                      <a:r>
                        <a:rPr lang="en-ID" sz="850" b="0" i="0" dirty="0">
                          <a:solidFill>
                            <a:srgbClr val="1A1A1A"/>
                          </a:solidFill>
                          <a:latin typeface="Neue Haas Grotesk Text Pro"/>
                        </a:rPr>
                        <a:t>, </a:t>
                      </a:r>
                      <a:r>
                        <a:rPr lang="en-ID" sz="850" b="0" i="0" dirty="0" err="1">
                          <a:solidFill>
                            <a:srgbClr val="1A1A1A"/>
                          </a:solidFill>
                          <a:latin typeface="Neue Haas Grotesk Text Pro"/>
                        </a:rPr>
                        <a:t>termasuk</a:t>
                      </a:r>
                      <a:r>
                        <a:rPr lang="en-ID" sz="850" b="0" i="0" dirty="0">
                          <a:solidFill>
                            <a:srgbClr val="1A1A1A"/>
                          </a:solidFill>
                          <a:latin typeface="Neue Haas Grotesk Text Pro"/>
                        </a:rPr>
                        <a:t> </a:t>
                      </a:r>
                      <a:r>
                        <a:rPr lang="en-ID" sz="850" b="0" i="0" dirty="0" err="1">
                          <a:solidFill>
                            <a:srgbClr val="1A1A1A"/>
                          </a:solidFill>
                          <a:latin typeface="Neue Haas Grotesk Text Pro"/>
                        </a:rPr>
                        <a:t>kewajiban</a:t>
                      </a:r>
                      <a:r>
                        <a:rPr lang="en-ID" sz="850" b="0" i="0" dirty="0">
                          <a:solidFill>
                            <a:srgbClr val="1A1A1A"/>
                          </a:solidFill>
                          <a:latin typeface="Neue Haas Grotesk Text Pro"/>
                        </a:rPr>
                        <a:t> </a:t>
                      </a:r>
                      <a:r>
                        <a:rPr lang="en-ID" sz="850" b="0" i="0" dirty="0" err="1">
                          <a:solidFill>
                            <a:srgbClr val="1A1A1A"/>
                          </a:solidFill>
                          <a:latin typeface="Neue Haas Grotesk Text Pro"/>
                        </a:rPr>
                        <a:t>mitra</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a:t>
                      </a:r>
                      <a:r>
                        <a:rPr lang="en-ID" sz="850" b="0" i="0" dirty="0" err="1">
                          <a:solidFill>
                            <a:srgbClr val="1A1A1A"/>
                          </a:solidFill>
                          <a:latin typeface="Neue Haas Grotesk Text Pro"/>
                        </a:rPr>
                        <a:t>kerja</a:t>
                      </a:r>
                      <a:r>
                        <a:rPr lang="en-ID" sz="850" b="0" i="0" dirty="0">
                          <a:solidFill>
                            <a:srgbClr val="1A1A1A"/>
                          </a:solidFill>
                          <a:latin typeface="Neue Haas Grotesk Text Pro"/>
                        </a:rPr>
                        <a:t> </a:t>
                      </a:r>
                      <a:r>
                        <a:rPr lang="en-ID" sz="850" b="0" i="0" dirty="0" err="1">
                          <a:solidFill>
                            <a:srgbClr val="1A1A1A"/>
                          </a:solidFill>
                          <a:latin typeface="Neue Haas Grotesk Text Pro"/>
                        </a:rPr>
                        <a:t>sama</a:t>
                      </a:r>
                      <a:r>
                        <a:rPr lang="en-ID" sz="850" b="0" i="0" dirty="0">
                          <a:solidFill>
                            <a:srgbClr val="1A1A1A"/>
                          </a:solidFill>
                          <a:latin typeface="Neue Haas Grotesk Text Pro"/>
                        </a:rPr>
                        <a:t> </a:t>
                      </a:r>
                      <a:r>
                        <a:rPr lang="en-ID" sz="850" b="0" i="0" dirty="0" err="1">
                          <a:solidFill>
                            <a:srgbClr val="1A1A1A"/>
                          </a:solidFill>
                          <a:latin typeface="Neue Haas Grotesk Text Pro"/>
                        </a:rPr>
                        <a:t>operasi</a:t>
                      </a:r>
                      <a:r>
                        <a:rPr lang="en-ID" sz="850" b="0" i="0" dirty="0">
                          <a:solidFill>
                            <a:srgbClr val="1A1A1A"/>
                          </a:solidFill>
                          <a:latin typeface="Neue Haas Grotesk Text Pro"/>
                        </a:rPr>
                        <a:t> dan </a:t>
                      </a:r>
                      <a:r>
                        <a:rPr lang="en-ID" sz="850" b="0" i="0" dirty="0" err="1">
                          <a:solidFill>
                            <a:srgbClr val="1A1A1A"/>
                          </a:solidFill>
                          <a:latin typeface="Neue Haas Grotesk Text Pro"/>
                        </a:rPr>
                        <a:t>pemanfaatan</a:t>
                      </a:r>
                      <a:r>
                        <a:rPr lang="en-ID" sz="850" b="0" i="0" dirty="0">
                          <a:solidFill>
                            <a:srgbClr val="1A1A1A"/>
                          </a:solidFill>
                          <a:latin typeface="Neue Haas Grotesk Text Pro"/>
                        </a:rPr>
                        <a:t> </a:t>
                      </a:r>
                      <a:r>
                        <a:rPr lang="en-ID" sz="850" b="0" i="0" dirty="0" err="1">
                          <a:solidFill>
                            <a:srgbClr val="1A1A1A"/>
                          </a:solidFill>
                          <a:latin typeface="Neue Haas Grotesk Text Pro"/>
                        </a:rPr>
                        <a:t>aset</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PT KINRA menjaga neraca keuangan yang tangguh (resilient balance sheet) dengan mengelola kecukupan likuiditas operasional, memastikan ketepatan pemenuhan kewajiban kepada mitra/ vendor serta mengoptimalkan struktur pendanaan modal kerja dan tingkat leverage yang sehat, sehingga Perusahaan mampu menghadapi gejolak pasar, fluktuasi beban pokok pengelolaan utilitas, dan siklus ekonomi.</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Sebagai badan pemasaran kawasan industri dan pengelolaan utilitas kawasan, dalam penyewaan lahan kawasan industri  sangat fluktuasi karena investor  sangat sensitif terhadap perubahan makroekonomi , PT KINRA harus mengelola keuangan dalam membayar kewajiban kepada mitra/vendor</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7.1 </a:t>
            </a:r>
            <a:r>
              <a:rPr sz="2400" i="1" dirty="0"/>
              <a:t>Risk Appetite Statement </a:t>
            </a:r>
            <a:r>
              <a:rPr sz="2400" dirty="0"/>
              <a:t>(RAS)</a:t>
            </a:r>
            <a:r>
              <a:rPr lang="en-US" sz="2400" dirty="0"/>
              <a:t> </a:t>
            </a:r>
            <a:r>
              <a:rPr lang="en-US" sz="2400" i="1" dirty="0"/>
              <a:t>(</a:t>
            </a:r>
            <a:r>
              <a:rPr lang="en-US" sz="2400" dirty="0"/>
              <a:t>PT KINRA</a:t>
            </a:r>
            <a:r>
              <a:rPr lang="en-US" sz="2400" i="1" dirty="0"/>
              <a:t>)</a:t>
            </a:r>
            <a:endParaRPr sz="2400" dirty="0"/>
          </a:p>
        </p:txBody>
      </p:sp>
      <p:sp>
        <p:nvSpPr>
          <p:cNvPr id="3" name="Text Placeholder 2"/>
          <p:cNvSpPr>
            <a:spLocks noGrp="1"/>
          </p:cNvSpPr>
          <p:nvPr>
            <p:ph type="body" idx="2"/>
          </p:nvPr>
        </p:nvSpPr>
        <p:spPr/>
        <p:txBody>
          <a:bodyPr/>
          <a:lstStyle/>
          <a:p>
            <a:r>
              <a:rPr sz="1200" dirty="0">
                <a:latin typeface="Neue Haas Grotesk Text Pro"/>
              </a:rPr>
              <a:t>(3/</a:t>
            </a:r>
            <a:r>
              <a:rPr lang="en-US" sz="1200" dirty="0">
                <a:latin typeface="Neue Haas Grotesk Text Pro"/>
              </a:rPr>
              <a:t>4</a:t>
            </a:r>
            <a:r>
              <a:rPr sz="1200" dirty="0">
                <a:latin typeface="Neue Haas Grotesk Text Pro"/>
              </a:rPr>
              <a:t>) Risiko </a:t>
            </a:r>
            <a:r>
              <a:rPr sz="1200" dirty="0" err="1">
                <a:latin typeface="Neue Haas Grotesk Text Pro"/>
              </a:rPr>
              <a:t>Investasi</a:t>
            </a:r>
            <a:r>
              <a:rPr sz="1200" dirty="0">
                <a:latin typeface="Neue Haas Grotesk Text Pro"/>
              </a:rPr>
              <a:t> dan </a:t>
            </a:r>
            <a:r>
              <a:rPr sz="1200" dirty="0" err="1">
                <a:latin typeface="Neue Haas Grotesk Text Pro"/>
              </a:rPr>
              <a:t>Proyek</a:t>
            </a:r>
            <a:r>
              <a:rPr sz="1200" dirty="0">
                <a:latin typeface="Neue Haas Grotesk Text Pro"/>
              </a:rPr>
              <a:t>, </a:t>
            </a:r>
            <a:r>
              <a:rPr sz="1200" dirty="0" err="1">
                <a:latin typeface="Neue Haas Grotesk Text Pro"/>
              </a:rPr>
              <a:t>Operasional</a:t>
            </a:r>
            <a:r>
              <a:rPr sz="1200" dirty="0">
                <a:latin typeface="Neue Haas Grotesk Text Pro"/>
              </a:rPr>
              <a:t>, </a:t>
            </a:r>
            <a:r>
              <a:rPr sz="1200" dirty="0" err="1">
                <a:latin typeface="Neue Haas Grotesk Text Pro"/>
              </a:rPr>
              <a:t>Reputasi</a:t>
            </a:r>
            <a:r>
              <a:rPr sz="1200" dirty="0">
                <a:latin typeface="Neue Haas Grotesk Text Pro"/>
              </a:rPr>
              <a:t>, </a:t>
            </a:r>
            <a:r>
              <a:rPr sz="1200" dirty="0" err="1">
                <a:latin typeface="Neue Haas Grotesk Text Pro"/>
              </a:rPr>
              <a:t>serta</a:t>
            </a:r>
            <a:r>
              <a:rPr sz="1200" dirty="0">
                <a:latin typeface="Neue Haas Grotesk Text Pro"/>
              </a:rPr>
              <a:t> </a:t>
            </a:r>
            <a:r>
              <a:rPr sz="1200" dirty="0" err="1">
                <a:latin typeface="Neue Haas Grotesk Text Pro"/>
              </a:rPr>
              <a:t>Peraturan</a:t>
            </a:r>
            <a:r>
              <a:rPr sz="1200" dirty="0">
                <a:latin typeface="Neue Haas Grotesk Text Pro"/>
              </a:rPr>
              <a:t>, Hukum dan </a:t>
            </a:r>
            <a:r>
              <a:rPr sz="1200" dirty="0" err="1">
                <a:latin typeface="Neue Haas Grotesk Text Pro"/>
              </a:rPr>
              <a:t>Kepatuhan</a:t>
            </a:r>
            <a:endParaRPr sz="1200" dirty="0">
              <a:latin typeface="Neue Haas Grotesk Text Pro"/>
            </a:endParaRPr>
          </a:p>
        </p:txBody>
      </p:sp>
      <p:graphicFrame>
        <p:nvGraphicFramePr>
          <p:cNvPr id="4" name="Table 3"/>
          <p:cNvGraphicFramePr>
            <a:graphicFrameLocks noGrp="1"/>
          </p:cNvGraphicFramePr>
          <p:nvPr>
            <p:extLst>
              <p:ext uri="{D42A27DB-BD31-4B8C-83A1-F6EECF244321}">
                <p14:modId xmlns:p14="http://schemas.microsoft.com/office/powerpoint/2010/main" val="770835232"/>
              </p:ext>
            </p:extLst>
          </p:nvPr>
        </p:nvGraphicFramePr>
        <p:xfrm>
          <a:off x="310896" y="1261872"/>
          <a:ext cx="11558016" cy="6193536"/>
        </p:xfrm>
        <a:graphic>
          <a:graphicData uri="http://schemas.openxmlformats.org/drawingml/2006/table">
            <a:tbl>
              <a:tblPr>
                <a:tableStyleId>{5940675A-B579-460E-94D1-54222C63F5DA}</a:tableStyleId>
              </a:tblPr>
              <a:tblGrid>
                <a:gridCol w="320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811399">
                  <a:extLst>
                    <a:ext uri="{9D8B030D-6E8A-4147-A177-3AD203B41FA5}">
                      <a16:colId xmlns:a16="http://schemas.microsoft.com/office/drawing/2014/main" val="20003"/>
                    </a:ext>
                  </a:extLst>
                </a:gridCol>
                <a:gridCol w="2766441">
                  <a:extLst>
                    <a:ext uri="{9D8B030D-6E8A-4147-A177-3AD203B41FA5}">
                      <a16:colId xmlns:a16="http://schemas.microsoft.com/office/drawing/2014/main" val="20004"/>
                    </a:ext>
                  </a:extLst>
                </a:gridCol>
                <a:gridCol w="3054096">
                  <a:extLst>
                    <a:ext uri="{9D8B030D-6E8A-4147-A177-3AD203B41FA5}">
                      <a16:colId xmlns:a16="http://schemas.microsoft.com/office/drawing/2014/main" val="20005"/>
                    </a:ext>
                  </a:extLst>
                </a:gridCol>
              </a:tblGrid>
              <a:tr h="274320">
                <a:tc>
                  <a:txBody>
                    <a:bodyPr/>
                    <a:lstStyle/>
                    <a:p>
                      <a:pPr algn="ctr"/>
                      <a:r>
                        <a:rPr sz="800" b="1" i="0" dirty="0">
                          <a:solidFill>
                            <a:srgbClr val="FFFFFF"/>
                          </a:solidFill>
                          <a:latin typeface="Neue Haas Grotesk Text Pro"/>
                        </a:rPr>
                        <a:t>No</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a:solidFill>
                            <a:srgbClr val="FFFFFF"/>
                          </a:solidFill>
                          <a:latin typeface="Neue Haas Grotesk Text Pro"/>
                        </a:rPr>
                        <a:t>Taksonomi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a:solidFill>
                            <a:srgbClr val="FFFFFF"/>
                          </a:solidFill>
                          <a:latin typeface="Neue Haas Grotesk Text Pro"/>
                        </a:rPr>
                        <a:t>Sikap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a:solidFill>
                            <a:srgbClr val="FFFFFF"/>
                          </a:solidFill>
                          <a:latin typeface="Neue Haas Grotesk Text Pro"/>
                        </a:rPr>
                        <a:t>RAS PT</a:t>
                      </a:r>
                      <a:r>
                        <a:rPr lang="en-US" sz="800" b="1" i="0" dirty="0">
                          <a:solidFill>
                            <a:srgbClr val="FFFFFF"/>
                          </a:solidFill>
                          <a:latin typeface="Neue Haas Grotesk Text Pro"/>
                        </a:rPr>
                        <a:t>PN III (Persero)</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a:solidFill>
                            <a:srgbClr val="FFFFFF"/>
                          </a:solidFill>
                          <a:latin typeface="Neue Haas Grotesk Text Pro"/>
                        </a:rPr>
                        <a:t>RAS </a:t>
                      </a:r>
                      <a:r>
                        <a:rPr lang="en-US" sz="800" b="1" i="0" dirty="0">
                          <a:solidFill>
                            <a:srgbClr val="FFFFFF"/>
                          </a:solidFill>
                          <a:latin typeface="Neue Haas Grotesk Text Pro"/>
                        </a:rPr>
                        <a:t>(PT KINRA)</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err="1">
                          <a:solidFill>
                            <a:srgbClr val="FFFFFF"/>
                          </a:solidFill>
                          <a:latin typeface="Neue Haas Grotesk Text Pro"/>
                        </a:rPr>
                        <a:t>Rasionalisasi</a:t>
                      </a:r>
                      <a:r>
                        <a:rPr sz="800" b="1" i="0" dirty="0">
                          <a:solidFill>
                            <a:srgbClr val="FFFFFF"/>
                          </a:solidFill>
                          <a:latin typeface="Neue Haas Grotesk Text Pro"/>
                        </a:rPr>
                        <a:t> </a:t>
                      </a:r>
                      <a:r>
                        <a:rPr sz="800" b="1" i="0" dirty="0" err="1">
                          <a:solidFill>
                            <a:srgbClr val="FFFFFF"/>
                          </a:solidFill>
                          <a:latin typeface="Neue Haas Grotesk Text Pro"/>
                        </a:rPr>
                        <a:t>Sikap</a:t>
                      </a:r>
                      <a:r>
                        <a:rPr sz="800" b="1" i="0" dirty="0">
                          <a:solidFill>
                            <a:srgbClr val="FFFFFF"/>
                          </a:solidFill>
                          <a:latin typeface="Neue Haas Grotesk Text Pro"/>
                        </a:rPr>
                        <a:t> </a:t>
                      </a:r>
                      <a:r>
                        <a:rPr sz="800" b="1" i="0" dirty="0" err="1">
                          <a:solidFill>
                            <a:srgbClr val="FFFFFF"/>
                          </a:solidFill>
                          <a:latin typeface="Neue Haas Grotesk Text Pro"/>
                        </a:rPr>
                        <a:t>Risiko</a:t>
                      </a:r>
                      <a:r>
                        <a:rPr sz="800" b="1" i="0" dirty="0">
                          <a:solidFill>
                            <a:srgbClr val="FFFFFF"/>
                          </a:solidFill>
                          <a:latin typeface="Neue Haas Grotesk Text Pro"/>
                        </a:rPr>
                        <a:t> </a:t>
                      </a:r>
                      <a:r>
                        <a:rPr lang="en-US" sz="800" b="1" i="0" dirty="0">
                          <a:solidFill>
                            <a:srgbClr val="FFFFFF"/>
                          </a:solidFill>
                          <a:latin typeface="Neue Haas Grotesk Text Pro"/>
                        </a:rPr>
                        <a:t>(PT KINRA)</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extLst>
                  <a:ext uri="{0D108BD9-81ED-4DB2-BD59-A6C34878D82A}">
                    <a16:rowId xmlns:a16="http://schemas.microsoft.com/office/drawing/2014/main" val="10000"/>
                  </a:ext>
                </a:extLst>
              </a:tr>
              <a:tr h="1026414">
                <a:tc rowSpan="3">
                  <a:txBody>
                    <a:bodyPr/>
                    <a:lstStyle/>
                    <a:p>
                      <a:pPr algn="ctr"/>
                      <a:r>
                        <a:rPr sz="800" b="0" i="0" dirty="0">
                          <a:solidFill>
                            <a:srgbClr val="1A1A1A"/>
                          </a:solidFill>
                          <a:latin typeface="Neue Haas Grotesk Text Pro"/>
                        </a:rPr>
                        <a:t>5</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rowSpan="3">
                  <a:txBody>
                    <a:bodyPr/>
                    <a:lstStyle/>
                    <a:p>
                      <a:pPr algn="l"/>
                      <a:r>
                        <a:rPr sz="850" b="1" i="0" dirty="0">
                          <a:solidFill>
                            <a:srgbClr val="1A1A1A"/>
                          </a:solidFill>
                          <a:latin typeface="Neue Haas Grotesk Text Pro"/>
                        </a:rPr>
                        <a:t>Risiko </a:t>
                      </a:r>
                      <a:r>
                        <a:rPr sz="850" b="1" i="0" dirty="0" err="1">
                          <a:solidFill>
                            <a:srgbClr val="1A1A1A"/>
                          </a:solidFill>
                          <a:latin typeface="Neue Haas Grotesk Text Pro"/>
                        </a:rPr>
                        <a:t>Investasi</a:t>
                      </a:r>
                      <a:r>
                        <a:rPr sz="850" b="1" i="0" dirty="0">
                          <a:solidFill>
                            <a:srgbClr val="1A1A1A"/>
                          </a:solidFill>
                          <a:latin typeface="Neue Haas Grotesk Text Pro"/>
                        </a:rPr>
                        <a:t> dan </a:t>
                      </a:r>
                      <a:r>
                        <a:rPr sz="850" b="1" i="0" dirty="0" err="1">
                          <a:solidFill>
                            <a:srgbClr val="1A1A1A"/>
                          </a:solidFill>
                          <a:latin typeface="Neue Haas Grotesk Text Pro"/>
                        </a:rPr>
                        <a:t>Proyek</a:t>
                      </a:r>
                      <a:endParaRPr lang="id-ID" sz="850" b="0" i="0" dirty="0">
                        <a:solidFill>
                          <a:srgbClr val="1A1A1A"/>
                        </a:solidFill>
                        <a:latin typeface="Neue Haas Grotesk Text Pro"/>
                      </a:endParaRPr>
                    </a:p>
                    <a:p>
                      <a:pPr algn="l"/>
                      <a:r>
                        <a:rPr sz="850" b="0" i="0" dirty="0">
                          <a:solidFill>
                            <a:srgbClr val="1A1A1A"/>
                          </a:solidFill>
                          <a:latin typeface="Neue Haas Grotesk Text Pro"/>
                        </a:rPr>
                        <a:t>Investment and Project Risk</a:t>
                      </a:r>
                      <a:endParaRPr lang="id-ID" sz="85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sz="700" b="0" i="0" dirty="0">
                          <a:solidFill>
                            <a:srgbClr val="707070"/>
                          </a:solidFill>
                          <a:latin typeface="Neue Haas Grotesk Text Pro"/>
                        </a:rPr>
                        <a:t>PT</a:t>
                      </a:r>
                      <a:r>
                        <a:rPr lang="en-US" sz="700" b="0" i="0" dirty="0">
                          <a:solidFill>
                            <a:srgbClr val="707070"/>
                          </a:solidFill>
                          <a:latin typeface="Neue Haas Grotesk Text Pro"/>
                        </a:rPr>
                        <a:t>PN III (Persero)</a:t>
                      </a:r>
                      <a:endParaRPr lang="id-ID" sz="800" b="0" i="0" dirty="0">
                        <a:solidFill>
                          <a:srgbClr val="1A1A1A"/>
                        </a:solidFill>
                        <a:latin typeface="Neue Haas Grotesk Text Pro"/>
                      </a:endParaRPr>
                    </a:p>
                    <a:p>
                      <a:pPr algn="l"/>
                      <a:r>
                        <a:rPr sz="800" b="0" i="0" dirty="0">
                          <a:solidFill>
                            <a:srgbClr val="1A1A1A"/>
                          </a:solidFill>
                          <a:latin typeface="Neue Haas Grotesk Text Pro"/>
                        </a:rPr>
                        <a:t>Moderate to Aggressive</a:t>
                      </a:r>
                      <a:endParaRPr lang="id-ID" sz="800" b="0" i="0" dirty="0">
                        <a:solidFill>
                          <a:srgbClr val="1A1A1A"/>
                        </a:solidFill>
                        <a:latin typeface="Neue Haas Grotesk Text Pro"/>
                      </a:endParaRPr>
                    </a:p>
                    <a:p>
                      <a:pPr algn="l"/>
                      <a:endParaRPr lang="id-ID" sz="800" b="0" i="0" dirty="0">
                        <a:solidFill>
                          <a:srgbClr val="1A1A1A"/>
                        </a:solidFill>
                        <a:latin typeface="Neue Haas Grotesk Text Pro"/>
                      </a:endParaRPr>
                    </a:p>
                    <a:p>
                      <a:pPr algn="l"/>
                      <a:r>
                        <a:rPr lang="en-US" sz="700" b="0" i="0" dirty="0">
                          <a:solidFill>
                            <a:srgbClr val="707070"/>
                          </a:solidFill>
                          <a:latin typeface="Neue Haas Grotesk Text Pro"/>
                        </a:rPr>
                        <a:t>(PT KINRA)</a:t>
                      </a:r>
                      <a:endParaRPr lang="id-ID" sz="800" b="0" i="0" dirty="0">
                        <a:solidFill>
                          <a:srgbClr val="1A1A1A"/>
                        </a:solidFill>
                        <a:latin typeface="Neue Haas Grotesk Text Pro"/>
                      </a:endParaRPr>
                    </a:p>
                    <a:p>
                      <a:pPr algn="l"/>
                      <a:r>
                        <a:rPr lang="en-US" sz="800" b="1" i="0" dirty="0">
                          <a:solidFill>
                            <a:srgbClr val="600000"/>
                          </a:solidFill>
                          <a:latin typeface="Neue Haas Grotesk Text Pro"/>
                        </a:rPr>
                        <a:t>Moderate</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rowSpan="2">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bersedia</a:t>
                      </a:r>
                      <a:r>
                        <a:rPr lang="en-ID" sz="850" b="0" i="0" dirty="0">
                          <a:solidFill>
                            <a:srgbClr val="1A1A1A"/>
                          </a:solidFill>
                          <a:latin typeface="Neue Haas Grotesk Text Pro"/>
                        </a:rPr>
                        <a:t> </a:t>
                      </a:r>
                      <a:r>
                        <a:rPr lang="en-ID" sz="850" b="0" i="0" dirty="0" err="1">
                          <a:solidFill>
                            <a:srgbClr val="1A1A1A"/>
                          </a:solidFill>
                          <a:latin typeface="Neue Haas Grotesk Text Pro"/>
                        </a:rPr>
                        <a:t>mengambil</a:t>
                      </a:r>
                      <a:r>
                        <a:rPr lang="en-ID" sz="850" b="0" i="0" dirty="0">
                          <a:solidFill>
                            <a:srgbClr val="1A1A1A"/>
                          </a:solidFill>
                          <a:latin typeface="Neue Haas Grotesk Text Pro"/>
                        </a:rPr>
                        <a:t> risiko </a:t>
                      </a:r>
                      <a:r>
                        <a:rPr lang="en-ID" sz="850" b="0" i="0" dirty="0" err="1">
                          <a:solidFill>
                            <a:srgbClr val="1A1A1A"/>
                          </a:solidFill>
                          <a:latin typeface="Neue Haas Grotesk Text Pro"/>
                        </a:rPr>
                        <a:t>investasi</a:t>
                      </a:r>
                      <a:r>
                        <a:rPr lang="en-ID" sz="850" b="0" i="0" dirty="0">
                          <a:solidFill>
                            <a:srgbClr val="1A1A1A"/>
                          </a:solidFill>
                          <a:latin typeface="Neue Haas Grotesk Text Pro"/>
                        </a:rPr>
                        <a:t> </a:t>
                      </a:r>
                      <a:r>
                        <a:rPr lang="en-ID" sz="850" b="0" i="0" dirty="0" err="1">
                          <a:solidFill>
                            <a:srgbClr val="1A1A1A"/>
                          </a:solidFill>
                          <a:latin typeface="Neue Haas Grotesk Text Pro"/>
                        </a:rPr>
                        <a:t>secara</a:t>
                      </a:r>
                      <a:r>
                        <a:rPr lang="en-ID" sz="850" b="0" i="0" dirty="0">
                          <a:solidFill>
                            <a:srgbClr val="1A1A1A"/>
                          </a:solidFill>
                          <a:latin typeface="Neue Haas Grotesk Text Pro"/>
                        </a:rPr>
                        <a:t> prudent yang </a:t>
                      </a:r>
                      <a:r>
                        <a:rPr lang="en-ID" sz="850" b="0" i="0" dirty="0" err="1">
                          <a:solidFill>
                            <a:srgbClr val="1A1A1A"/>
                          </a:solidFill>
                          <a:latin typeface="Neue Haas Grotesk Text Pro"/>
                        </a:rPr>
                        <a:t>sepadan</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manfaat</a:t>
                      </a:r>
                      <a:r>
                        <a:rPr lang="en-ID" sz="850" b="0" i="0" dirty="0">
                          <a:solidFill>
                            <a:srgbClr val="1A1A1A"/>
                          </a:solidFill>
                          <a:latin typeface="Neue Haas Grotesk Text Pro"/>
                        </a:rPr>
                        <a:t>, </a:t>
                      </a:r>
                      <a:r>
                        <a:rPr lang="en-ID" sz="850" b="0" i="0" dirty="0" err="1">
                          <a:solidFill>
                            <a:srgbClr val="1A1A1A"/>
                          </a:solidFill>
                          <a:latin typeface="Neue Haas Grotesk Text Pro"/>
                        </a:rPr>
                        <a:t>nilai</a:t>
                      </a:r>
                      <a:r>
                        <a:rPr lang="en-ID" sz="850" b="0" i="0" dirty="0">
                          <a:solidFill>
                            <a:srgbClr val="1A1A1A"/>
                          </a:solidFill>
                          <a:latin typeface="Neue Haas Grotesk Text Pro"/>
                        </a:rPr>
                        <a:t> </a:t>
                      </a:r>
                      <a:r>
                        <a:rPr lang="en-ID" sz="850" b="0" i="0" dirty="0" err="1">
                          <a:solidFill>
                            <a:srgbClr val="1A1A1A"/>
                          </a:solidFill>
                          <a:latin typeface="Neue Haas Grotesk Text Pro"/>
                        </a:rPr>
                        <a:t>tambah</a:t>
                      </a:r>
                      <a:r>
                        <a:rPr lang="en-ID" sz="850" b="0" i="0" dirty="0">
                          <a:solidFill>
                            <a:srgbClr val="1A1A1A"/>
                          </a:solidFill>
                          <a:latin typeface="Neue Haas Grotesk Text Pro"/>
                        </a:rPr>
                        <a:t>, dan </a:t>
                      </a:r>
                      <a:r>
                        <a:rPr lang="en-ID" sz="850" b="0" i="0" dirty="0" err="1">
                          <a:solidFill>
                            <a:srgbClr val="1A1A1A"/>
                          </a:solidFill>
                          <a:latin typeface="Neue Haas Grotesk Text Pro"/>
                        </a:rPr>
                        <a:t>tingkat</a:t>
                      </a:r>
                      <a:r>
                        <a:rPr lang="en-ID" sz="850" b="0" i="0" dirty="0">
                          <a:solidFill>
                            <a:srgbClr val="1A1A1A"/>
                          </a:solidFill>
                          <a:latin typeface="Neue Haas Grotesk Text Pro"/>
                        </a:rPr>
                        <a:t> </a:t>
                      </a:r>
                      <a:r>
                        <a:rPr lang="en-ID" sz="850" b="0" i="0" dirty="0" err="1">
                          <a:solidFill>
                            <a:srgbClr val="1A1A1A"/>
                          </a:solidFill>
                          <a:latin typeface="Neue Haas Grotesk Text Pro"/>
                        </a:rPr>
                        <a:t>pengembalian</a:t>
                      </a:r>
                      <a:r>
                        <a:rPr lang="en-ID" sz="850" b="0" i="0" dirty="0">
                          <a:solidFill>
                            <a:srgbClr val="1A1A1A"/>
                          </a:solidFill>
                          <a:latin typeface="Neue Haas Grotesk Text Pro"/>
                        </a:rPr>
                        <a:t> yang </a:t>
                      </a:r>
                      <a:r>
                        <a:rPr lang="en-ID" sz="850" b="0" i="0" dirty="0" err="1">
                          <a:solidFill>
                            <a:srgbClr val="1A1A1A"/>
                          </a:solidFill>
                          <a:latin typeface="Neue Haas Grotesk Text Pro"/>
                        </a:rPr>
                        <a:t>sesuai</a:t>
                      </a:r>
                      <a:r>
                        <a:rPr lang="en-ID" sz="850" b="0" i="0" dirty="0">
                          <a:solidFill>
                            <a:srgbClr val="1A1A1A"/>
                          </a:solidFill>
                          <a:latin typeface="Neue Haas Grotesk Text Pro"/>
                        </a:rPr>
                        <a:t>, </a:t>
                      </a:r>
                      <a:r>
                        <a:rPr lang="en-ID" sz="850" b="0" i="0" dirty="0" err="1">
                          <a:solidFill>
                            <a:srgbClr val="1A1A1A"/>
                          </a:solidFill>
                          <a:latin typeface="Neue Haas Grotesk Text Pro"/>
                        </a:rPr>
                        <a:t>sepanjang</a:t>
                      </a:r>
                      <a:r>
                        <a:rPr lang="en-ID" sz="850" b="0" i="0" dirty="0">
                          <a:solidFill>
                            <a:srgbClr val="1A1A1A"/>
                          </a:solidFill>
                          <a:latin typeface="Neue Haas Grotesk Text Pro"/>
                        </a:rPr>
                        <a:t> </a:t>
                      </a:r>
                      <a:r>
                        <a:rPr lang="en-ID" sz="850" b="0" i="0" dirty="0" err="1">
                          <a:solidFill>
                            <a:srgbClr val="1A1A1A"/>
                          </a:solidFill>
                          <a:latin typeface="Neue Haas Grotesk Text Pro"/>
                        </a:rPr>
                        <a:t>setiap</a:t>
                      </a:r>
                      <a:r>
                        <a:rPr lang="en-ID" sz="850" b="0" i="0" dirty="0">
                          <a:solidFill>
                            <a:srgbClr val="1A1A1A"/>
                          </a:solidFill>
                          <a:latin typeface="Neue Haas Grotesk Text Pro"/>
                        </a:rPr>
                        <a:t> </a:t>
                      </a:r>
                      <a:r>
                        <a:rPr lang="en-ID" sz="850" b="0" i="0" dirty="0" err="1">
                          <a:solidFill>
                            <a:srgbClr val="1A1A1A"/>
                          </a:solidFill>
                          <a:latin typeface="Neue Haas Grotesk Text Pro"/>
                        </a:rPr>
                        <a:t>keputusan</a:t>
                      </a:r>
                      <a:r>
                        <a:rPr lang="en-ID" sz="850" b="0" i="0" dirty="0">
                          <a:solidFill>
                            <a:srgbClr val="1A1A1A"/>
                          </a:solidFill>
                          <a:latin typeface="Neue Haas Grotesk Text Pro"/>
                        </a:rPr>
                        <a:t> </a:t>
                      </a:r>
                      <a:r>
                        <a:rPr lang="en-ID" sz="850" b="0" i="0" dirty="0" err="1">
                          <a:solidFill>
                            <a:srgbClr val="1A1A1A"/>
                          </a:solidFill>
                          <a:latin typeface="Neue Haas Grotesk Text Pro"/>
                        </a:rPr>
                        <a:t>investasi</a:t>
                      </a:r>
                      <a:r>
                        <a:rPr lang="en-ID" sz="850" b="0" i="0" dirty="0">
                          <a:solidFill>
                            <a:srgbClr val="1A1A1A"/>
                          </a:solidFill>
                          <a:latin typeface="Neue Haas Grotesk Text Pro"/>
                        </a:rPr>
                        <a:t> </a:t>
                      </a:r>
                      <a:r>
                        <a:rPr lang="en-ID" sz="850" b="0" i="0" dirty="0" err="1">
                          <a:solidFill>
                            <a:srgbClr val="1A1A1A"/>
                          </a:solidFill>
                          <a:latin typeface="Neue Haas Grotesk Text Pro"/>
                        </a:rPr>
                        <a:t>didukung</a:t>
                      </a:r>
                      <a:r>
                        <a:rPr lang="en-ID" sz="850" b="0" i="0" dirty="0">
                          <a:solidFill>
                            <a:srgbClr val="1A1A1A"/>
                          </a:solidFill>
                          <a:latin typeface="Neue Haas Grotesk Text Pro"/>
                        </a:rPr>
                        <a:t> </a:t>
                      </a:r>
                      <a:r>
                        <a:rPr lang="en-ID" sz="850" b="0" i="0" dirty="0" err="1">
                          <a:solidFill>
                            <a:srgbClr val="1A1A1A"/>
                          </a:solidFill>
                          <a:latin typeface="Neue Haas Grotesk Text Pro"/>
                        </a:rPr>
                        <a:t>kajian</a:t>
                      </a:r>
                      <a:r>
                        <a:rPr lang="en-ID" sz="850" b="0" i="0" dirty="0">
                          <a:solidFill>
                            <a:srgbClr val="1A1A1A"/>
                          </a:solidFill>
                          <a:latin typeface="Neue Haas Grotesk Text Pro"/>
                        </a:rPr>
                        <a:t> </a:t>
                      </a:r>
                      <a:r>
                        <a:rPr lang="en-ID" sz="850" b="0" i="0" dirty="0" err="1">
                          <a:solidFill>
                            <a:srgbClr val="1A1A1A"/>
                          </a:solidFill>
                          <a:latin typeface="Neue Haas Grotesk Text Pro"/>
                        </a:rPr>
                        <a:t>kelayakan</a:t>
                      </a:r>
                      <a:r>
                        <a:rPr lang="en-ID" sz="850" b="0" i="0" dirty="0">
                          <a:solidFill>
                            <a:srgbClr val="1A1A1A"/>
                          </a:solidFill>
                          <a:latin typeface="Neue Haas Grotesk Text Pro"/>
                        </a:rPr>
                        <a:t> yang </a:t>
                      </a:r>
                      <a:r>
                        <a:rPr lang="en-ID" sz="850" b="0" i="0" dirty="0" err="1">
                          <a:solidFill>
                            <a:srgbClr val="1A1A1A"/>
                          </a:solidFill>
                          <a:latin typeface="Neue Haas Grotesk Text Pro"/>
                        </a:rPr>
                        <a:t>menyeluruh</a:t>
                      </a:r>
                      <a:r>
                        <a:rPr lang="en-ID" sz="850" b="0" i="0" dirty="0">
                          <a:solidFill>
                            <a:srgbClr val="1A1A1A"/>
                          </a:solidFill>
                          <a:latin typeface="Neue Haas Grotesk Text Pro"/>
                        </a:rPr>
                        <a:t>, </a:t>
                      </a:r>
                      <a:r>
                        <a:rPr lang="en-ID" sz="850" b="0" i="0" dirty="0" err="1">
                          <a:solidFill>
                            <a:srgbClr val="1A1A1A"/>
                          </a:solidFill>
                          <a:latin typeface="Neue Haas Grotesk Text Pro"/>
                        </a:rPr>
                        <a:t>berada</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batas </a:t>
                      </a:r>
                      <a:r>
                        <a:rPr lang="en-ID" sz="850" b="0" i="0" dirty="0" err="1">
                          <a:solidFill>
                            <a:srgbClr val="1A1A1A"/>
                          </a:solidFill>
                          <a:latin typeface="Neue Haas Grotesk Text Pro"/>
                        </a:rPr>
                        <a:t>kewenangan</a:t>
                      </a:r>
                      <a:r>
                        <a:rPr lang="en-ID" sz="850" b="0" i="0" dirty="0">
                          <a:solidFill>
                            <a:srgbClr val="1A1A1A"/>
                          </a:solidFill>
                          <a:latin typeface="Neue Haas Grotesk Text Pro"/>
                        </a:rPr>
                        <a:t> </a:t>
                      </a:r>
                      <a:r>
                        <a:rPr lang="en-ID" sz="850" b="0" i="0" dirty="0" err="1">
                          <a:solidFill>
                            <a:srgbClr val="1A1A1A"/>
                          </a:solidFill>
                          <a:latin typeface="Neue Haas Grotesk Text Pro"/>
                        </a:rPr>
                        <a:t>aksi</a:t>
                      </a:r>
                      <a:r>
                        <a:rPr lang="en-ID" sz="850" b="0" i="0" dirty="0">
                          <a:solidFill>
                            <a:srgbClr val="1A1A1A"/>
                          </a:solidFill>
                          <a:latin typeface="Neue Haas Grotesk Text Pro"/>
                        </a:rPr>
                        <a:t> </a:t>
                      </a:r>
                      <a:r>
                        <a:rPr lang="en-ID" sz="850" b="0" i="0" dirty="0" err="1">
                          <a:solidFill>
                            <a:srgbClr val="1A1A1A"/>
                          </a:solidFill>
                          <a:latin typeface="Neue Haas Grotesk Text Pro"/>
                        </a:rPr>
                        <a:t>korporasi</a:t>
                      </a:r>
                      <a:r>
                        <a:rPr lang="en-ID" sz="850" b="0" i="0" dirty="0">
                          <a:solidFill>
                            <a:srgbClr val="1A1A1A"/>
                          </a:solidFill>
                          <a:latin typeface="Neue Haas Grotesk Text Pro"/>
                        </a:rPr>
                        <a:t>, dan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mengancam</a:t>
                      </a:r>
                      <a:r>
                        <a:rPr lang="en-ID" sz="850" b="0" i="0" dirty="0">
                          <a:solidFill>
                            <a:srgbClr val="1A1A1A"/>
                          </a:solidFill>
                          <a:latin typeface="Neue Haas Grotesk Text Pro"/>
                        </a:rPr>
                        <a:t> </a:t>
                      </a:r>
                      <a:r>
                        <a:rPr lang="en-ID" sz="850" b="0" i="0" dirty="0" err="1">
                          <a:solidFill>
                            <a:srgbClr val="1A1A1A"/>
                          </a:solidFill>
                          <a:latin typeface="Neue Haas Grotesk Text Pro"/>
                        </a:rPr>
                        <a:t>keberlangsungan</a:t>
                      </a:r>
                      <a:r>
                        <a:rPr lang="en-ID" sz="850" b="0" i="0" dirty="0">
                          <a:solidFill>
                            <a:srgbClr val="1A1A1A"/>
                          </a:solidFill>
                          <a:latin typeface="Neue Haas Grotesk Text Pro"/>
                        </a:rPr>
                        <a:t> </a:t>
                      </a:r>
                      <a:r>
                        <a:rPr lang="en-ID" sz="850" b="0" i="0" dirty="0" err="1">
                          <a:solidFill>
                            <a:srgbClr val="1A1A1A"/>
                          </a:solidFill>
                          <a:latin typeface="Neue Haas Grotesk Text Pro"/>
                        </a:rPr>
                        <a:t>keuangan</a:t>
                      </a:r>
                      <a:r>
                        <a:rPr lang="en-ID" sz="850" b="0" i="0" dirty="0">
                          <a:solidFill>
                            <a:srgbClr val="1A1A1A"/>
                          </a:solidFill>
                          <a:latin typeface="Neue Haas Grotesk Text Pro"/>
                        </a:rPr>
                        <a:t>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850" b="0" i="0" dirty="0">
                          <a:solidFill>
                            <a:srgbClr val="1A1A1A"/>
                          </a:solidFill>
                          <a:latin typeface="Neue Haas Grotesk Text Pro"/>
                        </a:rPr>
                        <a:t>PT KINRA  </a:t>
                      </a:r>
                      <a:r>
                        <a:rPr lang="en-ID" sz="850" b="0" i="0" dirty="0" err="1">
                          <a:solidFill>
                            <a:srgbClr val="1A1A1A"/>
                          </a:solidFill>
                          <a:latin typeface="Neue Haas Grotesk Text Pro"/>
                        </a:rPr>
                        <a:t>bersedia</a:t>
                      </a:r>
                      <a:r>
                        <a:rPr lang="en-ID" sz="850" b="0" i="0" dirty="0">
                          <a:solidFill>
                            <a:srgbClr val="1A1A1A"/>
                          </a:solidFill>
                          <a:latin typeface="Neue Haas Grotesk Text Pro"/>
                        </a:rPr>
                        <a:t> </a:t>
                      </a:r>
                      <a:r>
                        <a:rPr lang="en-ID" sz="850" b="0" i="0" dirty="0" err="1">
                          <a:solidFill>
                            <a:srgbClr val="1A1A1A"/>
                          </a:solidFill>
                          <a:latin typeface="Neue Haas Grotesk Text Pro"/>
                        </a:rPr>
                        <a:t>mengambil</a:t>
                      </a:r>
                      <a:r>
                        <a:rPr lang="en-ID" sz="850" b="0" i="0" dirty="0">
                          <a:solidFill>
                            <a:srgbClr val="1A1A1A"/>
                          </a:solidFill>
                          <a:latin typeface="Neue Haas Grotesk Text Pro"/>
                        </a:rPr>
                        <a:t> </a:t>
                      </a:r>
                      <a:r>
                        <a:rPr lang="en-ID" sz="850" b="0" i="0" dirty="0" err="1">
                          <a:solidFill>
                            <a:srgbClr val="1A1A1A"/>
                          </a:solidFill>
                          <a:latin typeface="Neue Haas Grotesk Text Pro"/>
                        </a:rPr>
                        <a:t>risiko</a:t>
                      </a:r>
                      <a:r>
                        <a:rPr lang="en-ID" sz="850" b="0" i="0" dirty="0">
                          <a:solidFill>
                            <a:srgbClr val="1A1A1A"/>
                          </a:solidFill>
                          <a:latin typeface="Neue Haas Grotesk Text Pro"/>
                        </a:rPr>
                        <a:t> </a:t>
                      </a:r>
                      <a:r>
                        <a:rPr lang="en-ID" sz="850" b="0" i="0" dirty="0" err="1">
                          <a:solidFill>
                            <a:srgbClr val="1A1A1A"/>
                          </a:solidFill>
                          <a:latin typeface="Neue Haas Grotesk Text Pro"/>
                        </a:rPr>
                        <a:t>investasi</a:t>
                      </a:r>
                      <a:r>
                        <a:rPr lang="en-ID" sz="850" b="0" i="0" dirty="0">
                          <a:solidFill>
                            <a:srgbClr val="1A1A1A"/>
                          </a:solidFill>
                          <a:latin typeface="Neue Haas Grotesk Text Pro"/>
                        </a:rPr>
                        <a:t> </a:t>
                      </a:r>
                      <a:r>
                        <a:rPr lang="en-ID" sz="850" b="0" i="0" dirty="0" err="1">
                          <a:solidFill>
                            <a:srgbClr val="1A1A1A"/>
                          </a:solidFill>
                          <a:latin typeface="Neue Haas Grotesk Text Pro"/>
                        </a:rPr>
                        <a:t>secara</a:t>
                      </a:r>
                      <a:r>
                        <a:rPr lang="en-ID" sz="850" b="0" i="0" dirty="0">
                          <a:solidFill>
                            <a:srgbClr val="1A1A1A"/>
                          </a:solidFill>
                          <a:latin typeface="Neue Haas Grotesk Text Pro"/>
                        </a:rPr>
                        <a:t> prudent (</a:t>
                      </a:r>
                      <a:r>
                        <a:rPr lang="en-ID" sz="850" b="0" i="0" dirty="0" err="1">
                          <a:solidFill>
                            <a:srgbClr val="1A1A1A"/>
                          </a:solidFill>
                          <a:latin typeface="Neue Haas Grotesk Text Pro"/>
                        </a:rPr>
                        <a:t>bijaksana</a:t>
                      </a:r>
                      <a:r>
                        <a:rPr lang="en-ID" sz="850" b="0" i="0" dirty="0">
                          <a:solidFill>
                            <a:srgbClr val="1A1A1A"/>
                          </a:solidFill>
                          <a:latin typeface="Neue Haas Grotesk Text Pro"/>
                        </a:rPr>
                        <a:t>) yang </a:t>
                      </a:r>
                      <a:r>
                        <a:rPr lang="en-ID" sz="850" b="0" i="0" dirty="0" err="1">
                          <a:solidFill>
                            <a:srgbClr val="1A1A1A"/>
                          </a:solidFill>
                          <a:latin typeface="Neue Haas Grotesk Text Pro"/>
                        </a:rPr>
                        <a:t>sepadan</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manfaat</a:t>
                      </a:r>
                      <a:r>
                        <a:rPr lang="en-ID" sz="850" b="0" i="0" dirty="0">
                          <a:solidFill>
                            <a:srgbClr val="1A1A1A"/>
                          </a:solidFill>
                          <a:latin typeface="Neue Haas Grotesk Text Pro"/>
                        </a:rPr>
                        <a:t>, </a:t>
                      </a:r>
                      <a:r>
                        <a:rPr lang="en-ID" sz="850" b="0" i="0" dirty="0" err="1">
                          <a:solidFill>
                            <a:srgbClr val="1A1A1A"/>
                          </a:solidFill>
                          <a:latin typeface="Neue Haas Grotesk Text Pro"/>
                        </a:rPr>
                        <a:t>peningkatan</a:t>
                      </a:r>
                      <a:r>
                        <a:rPr lang="en-ID" sz="850" b="0" i="0" dirty="0">
                          <a:solidFill>
                            <a:srgbClr val="1A1A1A"/>
                          </a:solidFill>
                          <a:latin typeface="Neue Haas Grotesk Text Pro"/>
                        </a:rPr>
                        <a:t> </a:t>
                      </a:r>
                      <a:r>
                        <a:rPr lang="en-ID" sz="850" b="0" i="0" dirty="0" err="1">
                          <a:solidFill>
                            <a:srgbClr val="1A1A1A"/>
                          </a:solidFill>
                          <a:latin typeface="Neue Haas Grotesk Text Pro"/>
                        </a:rPr>
                        <a:t>daya</a:t>
                      </a:r>
                      <a:r>
                        <a:rPr lang="en-ID" sz="850" b="0" i="0" dirty="0">
                          <a:solidFill>
                            <a:srgbClr val="1A1A1A"/>
                          </a:solidFill>
                          <a:latin typeface="Neue Haas Grotesk Text Pro"/>
                        </a:rPr>
                        <a:t> </a:t>
                      </a:r>
                      <a:r>
                        <a:rPr lang="en-ID" sz="850" b="0" i="0" dirty="0" err="1">
                          <a:solidFill>
                            <a:srgbClr val="1A1A1A"/>
                          </a:solidFill>
                          <a:latin typeface="Neue Haas Grotesk Text Pro"/>
                        </a:rPr>
                        <a:t>saing</a:t>
                      </a:r>
                      <a:r>
                        <a:rPr lang="en-ID" sz="850" b="0" i="0" dirty="0">
                          <a:solidFill>
                            <a:srgbClr val="1A1A1A"/>
                          </a:solidFill>
                          <a:latin typeface="Neue Haas Grotesk Text Pro"/>
                        </a:rPr>
                        <a:t> </a:t>
                      </a:r>
                      <a:r>
                        <a:rPr lang="en-ID" sz="850" b="0" i="0" dirty="0" err="1">
                          <a:solidFill>
                            <a:srgbClr val="1A1A1A"/>
                          </a:solidFill>
                          <a:latin typeface="Neue Haas Grotesk Text Pro"/>
                        </a:rPr>
                        <a:t>kawasan</a:t>
                      </a:r>
                      <a:r>
                        <a:rPr lang="en-ID" sz="850" b="0" i="0" dirty="0">
                          <a:solidFill>
                            <a:srgbClr val="1A1A1A"/>
                          </a:solidFill>
                          <a:latin typeface="Neue Haas Grotesk Text Pro"/>
                        </a:rPr>
                        <a:t>, dan </a:t>
                      </a:r>
                      <a:r>
                        <a:rPr lang="en-ID" sz="850" b="0" i="0" dirty="0" err="1">
                          <a:solidFill>
                            <a:srgbClr val="1A1A1A"/>
                          </a:solidFill>
                          <a:latin typeface="Neue Haas Grotesk Text Pro"/>
                        </a:rPr>
                        <a:t>tingkat</a:t>
                      </a:r>
                      <a:r>
                        <a:rPr lang="en-ID" sz="850" b="0" i="0" dirty="0">
                          <a:solidFill>
                            <a:srgbClr val="1A1A1A"/>
                          </a:solidFill>
                          <a:latin typeface="Neue Haas Grotesk Text Pro"/>
                        </a:rPr>
                        <a:t> </a:t>
                      </a:r>
                      <a:r>
                        <a:rPr lang="en-ID" sz="850" b="0" i="0" dirty="0" err="1">
                          <a:solidFill>
                            <a:srgbClr val="1A1A1A"/>
                          </a:solidFill>
                          <a:latin typeface="Neue Haas Grotesk Text Pro"/>
                        </a:rPr>
                        <a:t>pengembalian</a:t>
                      </a:r>
                      <a:r>
                        <a:rPr lang="en-ID" sz="850" b="0" i="0" dirty="0">
                          <a:solidFill>
                            <a:srgbClr val="1A1A1A"/>
                          </a:solidFill>
                          <a:latin typeface="Neue Haas Grotesk Text Pro"/>
                        </a:rPr>
                        <a:t> yang </a:t>
                      </a:r>
                      <a:r>
                        <a:rPr lang="en-ID" sz="850" b="0" i="0" dirty="0" err="1">
                          <a:solidFill>
                            <a:srgbClr val="1A1A1A"/>
                          </a:solidFill>
                          <a:latin typeface="Neue Haas Grotesk Text Pro"/>
                        </a:rPr>
                        <a:t>sesuai</a:t>
                      </a:r>
                      <a:r>
                        <a:rPr lang="en-ID" sz="850" b="0" i="0" dirty="0">
                          <a:solidFill>
                            <a:srgbClr val="1A1A1A"/>
                          </a:solidFill>
                          <a:latin typeface="Neue Haas Grotesk Text Pro"/>
                        </a:rPr>
                        <a:t> dan </a:t>
                      </a:r>
                      <a:r>
                        <a:rPr lang="en-ID" sz="850" b="0" i="0" dirty="0" err="1">
                          <a:solidFill>
                            <a:srgbClr val="1A1A1A"/>
                          </a:solidFill>
                          <a:latin typeface="Neue Haas Grotesk Text Pro"/>
                        </a:rPr>
                        <a:t>didukung</a:t>
                      </a:r>
                      <a:r>
                        <a:rPr lang="en-ID" sz="850" b="0" i="0" dirty="0">
                          <a:solidFill>
                            <a:srgbClr val="1A1A1A"/>
                          </a:solidFill>
                          <a:latin typeface="Neue Haas Grotesk Text Pro"/>
                        </a:rPr>
                        <a:t> </a:t>
                      </a:r>
                      <a:r>
                        <a:rPr lang="en-ID" sz="850" b="0" i="0" dirty="0" err="1">
                          <a:solidFill>
                            <a:srgbClr val="1A1A1A"/>
                          </a:solidFill>
                          <a:latin typeface="Neue Haas Grotesk Text Pro"/>
                        </a:rPr>
                        <a:t>kajian</a:t>
                      </a:r>
                      <a:r>
                        <a:rPr lang="en-ID" sz="850" b="0" i="0" dirty="0">
                          <a:solidFill>
                            <a:srgbClr val="1A1A1A"/>
                          </a:solidFill>
                          <a:latin typeface="Neue Haas Grotesk Text Pro"/>
                        </a:rPr>
                        <a:t> </a:t>
                      </a:r>
                      <a:r>
                        <a:rPr lang="en-ID" sz="850" b="0" i="0" dirty="0" err="1">
                          <a:solidFill>
                            <a:srgbClr val="1A1A1A"/>
                          </a:solidFill>
                          <a:latin typeface="Neue Haas Grotesk Text Pro"/>
                        </a:rPr>
                        <a:t>kelayakan</a:t>
                      </a:r>
                      <a:r>
                        <a:rPr lang="en-ID" sz="850" b="0" i="0" dirty="0">
                          <a:solidFill>
                            <a:srgbClr val="1A1A1A"/>
                          </a:solidFill>
                          <a:latin typeface="Neue Haas Grotesk Text Pro"/>
                        </a:rPr>
                        <a:t> yang </a:t>
                      </a:r>
                      <a:r>
                        <a:rPr lang="en-ID" sz="850" b="0" i="0" dirty="0" err="1">
                          <a:solidFill>
                            <a:srgbClr val="1A1A1A"/>
                          </a:solidFill>
                          <a:latin typeface="Neue Haas Grotesk Text Pro"/>
                        </a:rPr>
                        <a:t>menyeluruh</a:t>
                      </a:r>
                      <a:r>
                        <a:rPr lang="en-ID" sz="850" b="0" i="0" dirty="0">
                          <a:solidFill>
                            <a:srgbClr val="1A1A1A"/>
                          </a:solidFill>
                          <a:latin typeface="Neue Haas Grotesk Text Pro"/>
                        </a:rPr>
                        <a:t>, </a:t>
                      </a:r>
                      <a:r>
                        <a:rPr lang="en-ID" sz="850" b="0" i="0" dirty="0" err="1">
                          <a:solidFill>
                            <a:srgbClr val="1A1A1A"/>
                          </a:solidFill>
                          <a:latin typeface="Neue Haas Grotesk Text Pro"/>
                        </a:rPr>
                        <a:t>berada</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batas </a:t>
                      </a:r>
                      <a:r>
                        <a:rPr lang="en-ID" sz="850" b="0" i="0" dirty="0" err="1">
                          <a:solidFill>
                            <a:srgbClr val="1A1A1A"/>
                          </a:solidFill>
                          <a:latin typeface="Neue Haas Grotesk Text Pro"/>
                        </a:rPr>
                        <a:t>kewenangan</a:t>
                      </a:r>
                      <a:r>
                        <a:rPr lang="en-ID" sz="850" b="0" i="0" dirty="0">
                          <a:solidFill>
                            <a:srgbClr val="1A1A1A"/>
                          </a:solidFill>
                          <a:latin typeface="Neue Haas Grotesk Text Pro"/>
                        </a:rPr>
                        <a:t> </a:t>
                      </a:r>
                      <a:r>
                        <a:rPr lang="en-ID" sz="850" b="0" i="0" dirty="0" err="1">
                          <a:solidFill>
                            <a:srgbClr val="1A1A1A"/>
                          </a:solidFill>
                          <a:latin typeface="Neue Haas Grotesk Text Pro"/>
                        </a:rPr>
                        <a:t>aksi</a:t>
                      </a:r>
                      <a:r>
                        <a:rPr lang="en-ID" sz="850" b="0" i="0" dirty="0">
                          <a:solidFill>
                            <a:srgbClr val="1A1A1A"/>
                          </a:solidFill>
                          <a:latin typeface="Neue Haas Grotesk Text Pro"/>
                        </a:rPr>
                        <a:t> </a:t>
                      </a:r>
                      <a:r>
                        <a:rPr lang="en-ID" sz="850" b="0" i="0" dirty="0" err="1">
                          <a:solidFill>
                            <a:srgbClr val="1A1A1A"/>
                          </a:solidFill>
                          <a:latin typeface="Neue Haas Grotesk Text Pro"/>
                        </a:rPr>
                        <a:t>korporasi</a:t>
                      </a:r>
                      <a:r>
                        <a:rPr lang="en-ID" sz="850" b="0" i="0" dirty="0">
                          <a:solidFill>
                            <a:srgbClr val="1A1A1A"/>
                          </a:solidFill>
                          <a:latin typeface="Neue Haas Grotesk Text Pro"/>
                        </a:rPr>
                        <a:t> </a:t>
                      </a:r>
                      <a:r>
                        <a:rPr lang="en-ID" sz="850" b="0" i="0" dirty="0" err="1">
                          <a:solidFill>
                            <a:srgbClr val="1A1A1A"/>
                          </a:solidFill>
                          <a:latin typeface="Neue Haas Grotesk Text Pro"/>
                        </a:rPr>
                        <a:t>anak</a:t>
                      </a:r>
                      <a:r>
                        <a:rPr lang="en-ID" sz="850" b="0" i="0" dirty="0">
                          <a:solidFill>
                            <a:srgbClr val="1A1A1A"/>
                          </a:solidFill>
                          <a:latin typeface="Neue Haas Grotesk Text Pro"/>
                        </a:rPr>
                        <a:t> </a:t>
                      </a:r>
                      <a:r>
                        <a:rPr lang="en-ID" sz="850" b="0" i="0" dirty="0" err="1">
                          <a:solidFill>
                            <a:srgbClr val="1A1A1A"/>
                          </a:solidFill>
                          <a:latin typeface="Neue Haas Grotesk Text Pro"/>
                        </a:rPr>
                        <a:t>perusahaan</a:t>
                      </a:r>
                      <a:r>
                        <a:rPr lang="en-ID" sz="850" b="0" i="0" dirty="0">
                          <a:solidFill>
                            <a:srgbClr val="1A1A1A"/>
                          </a:solidFill>
                          <a:latin typeface="Neue Haas Grotesk Text Pro"/>
                        </a:rPr>
                        <a:t>, </a:t>
                      </a:r>
                      <a:r>
                        <a:rPr lang="en-ID" sz="850" b="0" i="0" dirty="0" err="1">
                          <a:solidFill>
                            <a:srgbClr val="1A1A1A"/>
                          </a:solidFill>
                          <a:latin typeface="Neue Haas Grotesk Text Pro"/>
                        </a:rPr>
                        <a:t>memenuhi</a:t>
                      </a:r>
                      <a:r>
                        <a:rPr lang="en-ID" sz="850" b="0" i="0" dirty="0">
                          <a:solidFill>
                            <a:srgbClr val="1A1A1A"/>
                          </a:solidFill>
                          <a:latin typeface="Neue Haas Grotesk Text Pro"/>
                        </a:rPr>
                        <a:t> </a:t>
                      </a:r>
                      <a:r>
                        <a:rPr lang="en-ID" sz="850" b="0" i="0" dirty="0" err="1">
                          <a:solidFill>
                            <a:srgbClr val="1A1A1A"/>
                          </a:solidFill>
                          <a:latin typeface="Neue Haas Grotesk Text Pro"/>
                        </a:rPr>
                        <a:t>komitmen</a:t>
                      </a:r>
                      <a:r>
                        <a:rPr lang="en-ID" sz="850" b="0" i="0" dirty="0">
                          <a:solidFill>
                            <a:srgbClr val="1A1A1A"/>
                          </a:solidFill>
                          <a:latin typeface="Neue Haas Grotesk Text Pro"/>
                        </a:rPr>
                        <a:t> </a:t>
                      </a:r>
                      <a:r>
                        <a:rPr lang="en-ID" sz="850" b="0" i="0" dirty="0" err="1">
                          <a:solidFill>
                            <a:srgbClr val="1A1A1A"/>
                          </a:solidFill>
                          <a:latin typeface="Neue Haas Grotesk Text Pro"/>
                        </a:rPr>
                        <a:t>tingkat</a:t>
                      </a:r>
                      <a:r>
                        <a:rPr lang="en-ID" sz="850" b="0" i="0" dirty="0">
                          <a:solidFill>
                            <a:srgbClr val="1A1A1A"/>
                          </a:solidFill>
                          <a:latin typeface="Neue Haas Grotesk Text Pro"/>
                        </a:rPr>
                        <a:t> </a:t>
                      </a:r>
                      <a:r>
                        <a:rPr lang="en-ID" sz="850" b="0" i="0" dirty="0" err="1">
                          <a:solidFill>
                            <a:srgbClr val="1A1A1A"/>
                          </a:solidFill>
                          <a:latin typeface="Neue Haas Grotesk Text Pro"/>
                        </a:rPr>
                        <a:t>layanan</a:t>
                      </a:r>
                      <a:r>
                        <a:rPr lang="en-ID" sz="850" b="0" i="0" dirty="0">
                          <a:solidFill>
                            <a:srgbClr val="1A1A1A"/>
                          </a:solidFill>
                          <a:latin typeface="Neue Haas Grotesk Text Pro"/>
                        </a:rPr>
                        <a:t> (Service Level Agreement),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mengancam</a:t>
                      </a:r>
                      <a:r>
                        <a:rPr lang="en-ID" sz="850" b="0" i="0" dirty="0">
                          <a:solidFill>
                            <a:srgbClr val="1A1A1A"/>
                          </a:solidFill>
                          <a:latin typeface="Neue Haas Grotesk Text Pro"/>
                        </a:rPr>
                        <a:t> </a:t>
                      </a:r>
                      <a:r>
                        <a:rPr lang="en-ID" sz="850" b="0" i="0" dirty="0" err="1">
                          <a:solidFill>
                            <a:srgbClr val="1A1A1A"/>
                          </a:solidFill>
                          <a:latin typeface="Neue Haas Grotesk Text Pro"/>
                        </a:rPr>
                        <a:t>stabilitas</a:t>
                      </a:r>
                      <a:r>
                        <a:rPr lang="en-ID" sz="850" b="0" i="0" dirty="0">
                          <a:solidFill>
                            <a:srgbClr val="1A1A1A"/>
                          </a:solidFill>
                          <a:latin typeface="Neue Haas Grotesk Text Pro"/>
                        </a:rPr>
                        <a:t> </a:t>
                      </a:r>
                      <a:r>
                        <a:rPr lang="en-ID" sz="850" b="0" i="0" dirty="0" err="1">
                          <a:solidFill>
                            <a:srgbClr val="1A1A1A"/>
                          </a:solidFill>
                          <a:latin typeface="Neue Haas Grotesk Text Pro"/>
                        </a:rPr>
                        <a:t>arus</a:t>
                      </a:r>
                      <a:r>
                        <a:rPr lang="en-ID" sz="850" b="0" i="0" dirty="0">
                          <a:solidFill>
                            <a:srgbClr val="1A1A1A"/>
                          </a:solidFill>
                          <a:latin typeface="Neue Haas Grotesk Text Pro"/>
                        </a:rPr>
                        <a:t> kas </a:t>
                      </a:r>
                      <a:r>
                        <a:rPr lang="en-ID" sz="850" b="0" i="0" dirty="0" err="1">
                          <a:solidFill>
                            <a:srgbClr val="1A1A1A"/>
                          </a:solidFill>
                          <a:latin typeface="Neue Haas Grotesk Text Pro"/>
                        </a:rPr>
                        <a:t>operasional</a:t>
                      </a:r>
                      <a:r>
                        <a:rPr lang="en-ID" sz="850" b="0" i="0" dirty="0">
                          <a:solidFill>
                            <a:srgbClr val="1A1A1A"/>
                          </a:solidFill>
                          <a:latin typeface="Neue Haas Grotesk Text Pro"/>
                        </a:rPr>
                        <a:t> dan </a:t>
                      </a:r>
                      <a:r>
                        <a:rPr lang="en-ID" sz="850" b="0" i="0" dirty="0" err="1">
                          <a:solidFill>
                            <a:srgbClr val="1A1A1A"/>
                          </a:solidFill>
                          <a:latin typeface="Neue Haas Grotesk Text Pro"/>
                        </a:rPr>
                        <a:t>keberlangsungan</a:t>
                      </a:r>
                      <a:r>
                        <a:rPr lang="en-ID" sz="850" b="0" i="0" dirty="0">
                          <a:solidFill>
                            <a:srgbClr val="1A1A1A"/>
                          </a:solidFill>
                          <a:latin typeface="Neue Haas Grotesk Text Pro"/>
                        </a:rPr>
                        <a:t> </a:t>
                      </a:r>
                      <a:r>
                        <a:rPr lang="en-ID" sz="850" b="0" i="0" dirty="0" err="1">
                          <a:solidFill>
                            <a:srgbClr val="1A1A1A"/>
                          </a:solidFill>
                          <a:latin typeface="Neue Haas Grotesk Text Pro"/>
                        </a:rPr>
                        <a:t>keuangan</a:t>
                      </a:r>
                      <a:r>
                        <a:rPr lang="en-ID" sz="850" b="0" i="0" dirty="0">
                          <a:solidFill>
                            <a:srgbClr val="1A1A1A"/>
                          </a:solidFill>
                          <a:latin typeface="Neue Haas Grotesk Text Pro"/>
                        </a:rPr>
                        <a:t> Perusahaan.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rowSpan="2">
                  <a:txBody>
                    <a:bodyPr/>
                    <a:lstStyle/>
                    <a:p>
                      <a:pPr algn="just"/>
                      <a:r>
                        <a:rPr lang="id-ID" sz="850" b="0" i="0" dirty="0">
                          <a:solidFill>
                            <a:srgbClr val="1A1A1A"/>
                          </a:solidFill>
                          <a:latin typeface="Neue Haas Grotesk Text Pro"/>
                        </a:rPr>
                        <a:t>Sebagai badan pemasaran kawasan industri dan pengelolaan utilitas kawasan, PT KINRA dalam pengelolaan kawasan dibutuhkan pengemabangan usaha untuk mengakomodir  permintaan kebutuhan para tenant dengan mempertimbangkan tingkat pengembalian  dalam bentuk kajian kelayakan yang mempertimbangkan keseluruhan aspek</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extLst>
                  <a:ext uri="{0D108BD9-81ED-4DB2-BD59-A6C34878D82A}">
                    <a16:rowId xmlns:a16="http://schemas.microsoft.com/office/drawing/2014/main" val="10001"/>
                  </a:ext>
                </a:extLst>
              </a:tr>
              <a:tr h="0">
                <a:tc vMerge="1">
                  <a:txBody>
                    <a:bodyPr/>
                    <a:lstStyle/>
                    <a:p>
                      <a:endParaRPr lang="en-ID"/>
                    </a:p>
                  </a:txBody>
                  <a:tcPr/>
                </a:tc>
                <a:tc vMerge="1">
                  <a:txBody>
                    <a:bodyPr/>
                    <a:lstStyle/>
                    <a:p>
                      <a:endParaRPr lang="en-ID"/>
                    </a:p>
                  </a:txBody>
                  <a:tcPr/>
                </a:tc>
                <a:tc row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0" u="none" strike="noStrike" kern="0" cap="none" spc="0" normalizeH="0" baseline="0" noProof="0" dirty="0">
                          <a:ln>
                            <a:noFill/>
                          </a:ln>
                          <a:solidFill>
                            <a:srgbClr val="707070"/>
                          </a:solidFill>
                          <a:effectLst/>
                          <a:uLnTx/>
                          <a:uFillTx/>
                          <a:latin typeface="Neue Haas Grotesk Text Pro"/>
                          <a:ea typeface="+mn-ea"/>
                          <a:cs typeface="+mn-cs"/>
                          <a:sym typeface="Arial"/>
                        </a:rPr>
                        <a:t>PTPN III (Persero)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rPr>
                        <a:t>Moderate to Aggressive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r>
                        <a:rPr kumimoji="0" lang="en-ID" sz="700" b="0" i="0" u="none" strike="noStrike" kern="0" cap="none" spc="0" normalizeH="0" baseline="0" noProof="0" dirty="0">
                          <a:ln>
                            <a:noFill/>
                          </a:ln>
                          <a:solidFill>
                            <a:srgbClr val="707070"/>
                          </a:solidFill>
                          <a:effectLst/>
                          <a:uLnTx/>
                          <a:uFillTx/>
                          <a:latin typeface="Neue Haas Grotesk Text Pro"/>
                          <a:ea typeface="+mn-ea"/>
                          <a:cs typeface="+mn-cs"/>
                          <a:sym typeface="Arial"/>
                        </a:rPr>
                        <a:t>PT KINRA</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endParaRPr kumimoji="0" lang="en-ID" sz="800" b="0" i="1"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Moderate</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algn="l"/>
                      <a:endParaRPr lang="en-ID" sz="800" b="0" i="0" dirty="0">
                        <a:solidFill>
                          <a:srgbClr val="1A1A1A"/>
                        </a:solidFill>
                        <a:latin typeface="Neue Haas Grotesk Text Pro"/>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vMerge="1">
                  <a:txBody>
                    <a:bodyPr/>
                    <a:lstStyle/>
                    <a:p>
                      <a:endParaRPr lang="en-ID"/>
                    </a:p>
                  </a:txBody>
                  <a:tcPr/>
                </a:tc>
                <a:tc vMerge="1">
                  <a:txBody>
                    <a:bodyPr/>
                    <a:lstStyle/>
                    <a:p>
                      <a:endParaRPr lang="en-ID"/>
                    </a:p>
                  </a:txBody>
                  <a:tcPr/>
                </a:tc>
                <a:tc vMerge="1">
                  <a:txBody>
                    <a:bodyPr/>
                    <a:lstStyle/>
                    <a:p>
                      <a:endParaRPr lang="en-ID"/>
                    </a:p>
                  </a:txBody>
                  <a:tcPr/>
                </a:tc>
                <a:extLst>
                  <a:ext uri="{0D108BD9-81ED-4DB2-BD59-A6C34878D82A}">
                    <a16:rowId xmlns:a16="http://schemas.microsoft.com/office/drawing/2014/main" val="3508826301"/>
                  </a:ext>
                </a:extLst>
              </a:tr>
              <a:tr h="274320">
                <a:tc vMerge="1">
                  <a:txBody>
                    <a:bodyPr/>
                    <a:lstStyle/>
                    <a:p>
                      <a:pPr algn="ct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vMerge="1">
                  <a:txBody>
                    <a:bodyPr/>
                    <a:lstStyle/>
                    <a:p>
                      <a:pPr algn="l"/>
                      <a:endParaRPr lang="id-ID" sz="850" b="0" i="0" dirty="0">
                        <a:solidFill>
                          <a:srgbClr val="1A1A1A"/>
                        </a:solidFill>
                        <a:latin typeface="Neue Haas Grotesk Text Pro"/>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vMerge="1">
                  <a:txBody>
                    <a:bodyPr/>
                    <a:lstStyle/>
                    <a:p>
                      <a:pPr algn="l"/>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menerima</a:t>
                      </a:r>
                      <a:r>
                        <a:rPr lang="en-ID" sz="850" b="0" i="0" dirty="0">
                          <a:solidFill>
                            <a:srgbClr val="1A1A1A"/>
                          </a:solidFill>
                          <a:latin typeface="Neue Haas Grotesk Text Pro"/>
                        </a:rPr>
                        <a:t> </a:t>
                      </a:r>
                      <a:r>
                        <a:rPr lang="en-ID" sz="850" b="0" i="0" dirty="0" err="1">
                          <a:solidFill>
                            <a:srgbClr val="1A1A1A"/>
                          </a:solidFill>
                          <a:latin typeface="Neue Haas Grotesk Text Pro"/>
                        </a:rPr>
                        <a:t>penyimpangan</a:t>
                      </a:r>
                      <a:r>
                        <a:rPr lang="en-ID" sz="850" b="0" i="0" dirty="0">
                          <a:solidFill>
                            <a:srgbClr val="1A1A1A"/>
                          </a:solidFill>
                          <a:latin typeface="Neue Haas Grotesk Text Pro"/>
                        </a:rPr>
                        <a:t> </a:t>
                      </a:r>
                      <a:r>
                        <a:rPr lang="en-ID" sz="850" b="0" i="0" dirty="0" err="1">
                          <a:solidFill>
                            <a:srgbClr val="1A1A1A"/>
                          </a:solidFill>
                          <a:latin typeface="Neue Haas Grotesk Text Pro"/>
                        </a:rPr>
                        <a:t>biaya</a:t>
                      </a:r>
                      <a:r>
                        <a:rPr lang="en-ID" sz="850" b="0" i="0" dirty="0">
                          <a:solidFill>
                            <a:srgbClr val="1A1A1A"/>
                          </a:solidFill>
                          <a:latin typeface="Neue Haas Grotesk Text Pro"/>
                        </a:rPr>
                        <a:t> dan </a:t>
                      </a:r>
                      <a:r>
                        <a:rPr lang="en-ID" sz="850" b="0" i="0" dirty="0" err="1">
                          <a:solidFill>
                            <a:srgbClr val="1A1A1A"/>
                          </a:solidFill>
                          <a:latin typeface="Neue Haas Grotesk Text Pro"/>
                        </a:rPr>
                        <a:t>waktu</a:t>
                      </a:r>
                      <a:r>
                        <a:rPr lang="en-ID" sz="850" b="0" i="0" dirty="0">
                          <a:solidFill>
                            <a:srgbClr val="1A1A1A"/>
                          </a:solidFill>
                          <a:latin typeface="Neue Haas Grotesk Text Pro"/>
                        </a:rPr>
                        <a:t> </a:t>
                      </a:r>
                      <a:r>
                        <a:rPr lang="en-ID" sz="850" b="0" i="0" dirty="0" err="1">
                          <a:solidFill>
                            <a:srgbClr val="1A1A1A"/>
                          </a:solidFill>
                          <a:latin typeface="Neue Haas Grotesk Text Pro"/>
                        </a:rPr>
                        <a:t>pelaksanaan</a:t>
                      </a:r>
                      <a:r>
                        <a:rPr lang="en-ID" sz="850" b="0" i="0" dirty="0">
                          <a:solidFill>
                            <a:srgbClr val="1A1A1A"/>
                          </a:solidFill>
                          <a:latin typeface="Neue Haas Grotesk Text Pro"/>
                        </a:rPr>
                        <a:t> </a:t>
                      </a:r>
                      <a:r>
                        <a:rPr lang="en-ID" sz="850" b="0" i="0" dirty="0" err="1">
                          <a:solidFill>
                            <a:srgbClr val="1A1A1A"/>
                          </a:solidFill>
                          <a:latin typeface="Neue Haas Grotesk Text Pro"/>
                        </a:rPr>
                        <a:t>proyek</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batas yang </a:t>
                      </a:r>
                      <a:r>
                        <a:rPr lang="en-ID" sz="850" b="0" i="0" dirty="0" err="1">
                          <a:solidFill>
                            <a:srgbClr val="1A1A1A"/>
                          </a:solidFill>
                          <a:latin typeface="Neue Haas Grotesk Text Pro"/>
                        </a:rPr>
                        <a:t>ditetapkan</a:t>
                      </a:r>
                      <a:r>
                        <a:rPr lang="en-ID" sz="850" b="0" i="0" dirty="0">
                          <a:solidFill>
                            <a:srgbClr val="1A1A1A"/>
                          </a:solidFill>
                          <a:latin typeface="Neue Haas Grotesk Text Pro"/>
                        </a:rPr>
                        <a:t> pada Risk Acceptance Matrix, </a:t>
                      </a:r>
                      <a:r>
                        <a:rPr lang="en-ID" sz="850" b="0" i="0" dirty="0" err="1">
                          <a:solidFill>
                            <a:srgbClr val="1A1A1A"/>
                          </a:solidFill>
                          <a:latin typeface="Neue Haas Grotesk Text Pro"/>
                        </a:rPr>
                        <a:t>sepanjang</a:t>
                      </a:r>
                      <a:r>
                        <a:rPr lang="en-ID" sz="850" b="0" i="0" dirty="0">
                          <a:solidFill>
                            <a:srgbClr val="1A1A1A"/>
                          </a:solidFill>
                          <a:latin typeface="Neue Haas Grotesk Text Pro"/>
                        </a:rPr>
                        <a:t> </a:t>
                      </a:r>
                      <a:r>
                        <a:rPr lang="en-ID" sz="850" b="0" i="0" dirty="0" err="1">
                          <a:solidFill>
                            <a:srgbClr val="1A1A1A"/>
                          </a:solidFill>
                          <a:latin typeface="Neue Haas Grotesk Text Pro"/>
                        </a:rPr>
                        <a:t>tingkat</a:t>
                      </a:r>
                      <a:r>
                        <a:rPr lang="en-ID" sz="850" b="0" i="0" dirty="0">
                          <a:solidFill>
                            <a:srgbClr val="1A1A1A"/>
                          </a:solidFill>
                          <a:latin typeface="Neue Haas Grotesk Text Pro"/>
                        </a:rPr>
                        <a:t> </a:t>
                      </a:r>
                      <a:r>
                        <a:rPr lang="en-ID" sz="850" b="0" i="0" dirty="0" err="1">
                          <a:solidFill>
                            <a:srgbClr val="1A1A1A"/>
                          </a:solidFill>
                          <a:latin typeface="Neue Haas Grotesk Text Pro"/>
                        </a:rPr>
                        <a:t>pengembalian</a:t>
                      </a:r>
                      <a:r>
                        <a:rPr lang="en-ID" sz="850" b="0" i="0" dirty="0">
                          <a:solidFill>
                            <a:srgbClr val="1A1A1A"/>
                          </a:solidFill>
                          <a:latin typeface="Neue Haas Grotesk Text Pro"/>
                        </a:rPr>
                        <a:t> </a:t>
                      </a:r>
                      <a:r>
                        <a:rPr lang="en-ID" sz="850" b="0" i="0" dirty="0" err="1">
                          <a:solidFill>
                            <a:srgbClr val="1A1A1A"/>
                          </a:solidFill>
                          <a:latin typeface="Neue Haas Grotesk Text Pro"/>
                        </a:rPr>
                        <a:t>proyek</a:t>
                      </a:r>
                      <a:r>
                        <a:rPr lang="en-ID" sz="850" b="0" i="0" dirty="0">
                          <a:solidFill>
                            <a:srgbClr val="1A1A1A"/>
                          </a:solidFill>
                          <a:latin typeface="Neue Haas Grotesk Text Pro"/>
                        </a:rPr>
                        <a:t> yang </a:t>
                      </a:r>
                      <a:r>
                        <a:rPr lang="en-ID" sz="850" b="0" i="0" dirty="0" err="1">
                          <a:solidFill>
                            <a:srgbClr val="1A1A1A"/>
                          </a:solidFill>
                          <a:latin typeface="Neue Haas Grotesk Text Pro"/>
                        </a:rPr>
                        <a:t>dihitung</a:t>
                      </a:r>
                      <a:r>
                        <a:rPr lang="en-ID" sz="850" b="0" i="0" dirty="0">
                          <a:solidFill>
                            <a:srgbClr val="1A1A1A"/>
                          </a:solidFill>
                          <a:latin typeface="Neue Haas Grotesk Text Pro"/>
                        </a:rPr>
                        <a:t> </a:t>
                      </a:r>
                      <a:r>
                        <a:rPr lang="en-ID" sz="850" b="0" i="0" dirty="0" err="1">
                          <a:solidFill>
                            <a:srgbClr val="1A1A1A"/>
                          </a:solidFill>
                          <a:latin typeface="Neue Haas Grotesk Text Pro"/>
                        </a:rPr>
                        <a:t>ulang</a:t>
                      </a:r>
                      <a:r>
                        <a:rPr lang="en-ID" sz="850" b="0" i="0" dirty="0">
                          <a:solidFill>
                            <a:srgbClr val="1A1A1A"/>
                          </a:solidFill>
                          <a:latin typeface="Neue Haas Grotesk Text Pro"/>
                        </a:rPr>
                        <a:t>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turun</a:t>
                      </a:r>
                      <a:r>
                        <a:rPr lang="en-ID" sz="850" b="0" i="0" dirty="0">
                          <a:solidFill>
                            <a:srgbClr val="1A1A1A"/>
                          </a:solidFill>
                          <a:latin typeface="Neue Haas Grotesk Text Pro"/>
                        </a:rPr>
                        <a:t> di </a:t>
                      </a:r>
                      <a:r>
                        <a:rPr lang="en-ID" sz="850" b="0" i="0" dirty="0" err="1">
                          <a:solidFill>
                            <a:srgbClr val="1A1A1A"/>
                          </a:solidFill>
                          <a:latin typeface="Neue Haas Grotesk Text Pro"/>
                        </a:rPr>
                        <a:t>bawah</a:t>
                      </a:r>
                      <a:r>
                        <a:rPr lang="en-ID" sz="850" b="0" i="0" dirty="0">
                          <a:solidFill>
                            <a:srgbClr val="1A1A1A"/>
                          </a:solidFill>
                          <a:latin typeface="Neue Haas Grotesk Text Pro"/>
                        </a:rPr>
                        <a:t> </a:t>
                      </a:r>
                      <a:r>
                        <a:rPr lang="en-ID" sz="850" b="0" i="0" dirty="0" err="1">
                          <a:solidFill>
                            <a:srgbClr val="1A1A1A"/>
                          </a:solidFill>
                          <a:latin typeface="Neue Haas Grotesk Text Pro"/>
                        </a:rPr>
                        <a:t>tingkat</a:t>
                      </a:r>
                      <a:r>
                        <a:rPr lang="en-ID" sz="850" b="0" i="0" dirty="0">
                          <a:solidFill>
                            <a:srgbClr val="1A1A1A"/>
                          </a:solidFill>
                          <a:latin typeface="Neue Haas Grotesk Text Pro"/>
                        </a:rPr>
                        <a:t> </a:t>
                      </a:r>
                      <a:r>
                        <a:rPr lang="en-ID" sz="850" b="0" i="0" dirty="0" err="1">
                          <a:solidFill>
                            <a:srgbClr val="1A1A1A"/>
                          </a:solidFill>
                          <a:latin typeface="Neue Haas Grotesk Text Pro"/>
                        </a:rPr>
                        <a:t>pengembalian</a:t>
                      </a:r>
                      <a:r>
                        <a:rPr lang="en-ID" sz="850" b="0" i="0" dirty="0">
                          <a:solidFill>
                            <a:srgbClr val="1A1A1A"/>
                          </a:solidFill>
                          <a:latin typeface="Neue Haas Grotesk Text Pro"/>
                        </a:rPr>
                        <a:t> minimum dan </a:t>
                      </a:r>
                      <a:r>
                        <a:rPr lang="en-ID" sz="850" b="0" i="0" dirty="0" err="1">
                          <a:solidFill>
                            <a:srgbClr val="1A1A1A"/>
                          </a:solidFill>
                          <a:latin typeface="Neue Haas Grotesk Text Pro"/>
                        </a:rPr>
                        <a:t>mutu</a:t>
                      </a:r>
                      <a:r>
                        <a:rPr lang="en-ID" sz="850" b="0" i="0" dirty="0">
                          <a:solidFill>
                            <a:srgbClr val="1A1A1A"/>
                          </a:solidFill>
                          <a:latin typeface="Neue Haas Grotesk Text Pro"/>
                        </a:rPr>
                        <a:t> </a:t>
                      </a:r>
                      <a:r>
                        <a:rPr lang="en-ID" sz="850" b="0" i="0" dirty="0" err="1">
                          <a:solidFill>
                            <a:srgbClr val="1A1A1A"/>
                          </a:solidFill>
                          <a:latin typeface="Neue Haas Grotesk Text Pro"/>
                        </a:rPr>
                        <a:t>hasil</a:t>
                      </a:r>
                      <a:r>
                        <a:rPr lang="en-ID" sz="850" b="0" i="0" dirty="0">
                          <a:solidFill>
                            <a:srgbClr val="1A1A1A"/>
                          </a:solidFill>
                          <a:latin typeface="Neue Haas Grotesk Text Pro"/>
                        </a:rPr>
                        <a:t> </a:t>
                      </a:r>
                      <a:r>
                        <a:rPr lang="en-ID" sz="850" b="0" i="0" dirty="0" err="1">
                          <a:solidFill>
                            <a:srgbClr val="1A1A1A"/>
                          </a:solidFill>
                          <a:latin typeface="Neue Haas Grotesk Text Pro"/>
                        </a:rPr>
                        <a:t>proyek</a:t>
                      </a:r>
                      <a:r>
                        <a:rPr lang="en-ID" sz="850" b="0" i="0" dirty="0">
                          <a:solidFill>
                            <a:srgbClr val="1A1A1A"/>
                          </a:solidFill>
                          <a:latin typeface="Neue Haas Grotesk Text Pro"/>
                        </a:rPr>
                        <a:t> </a:t>
                      </a:r>
                      <a:r>
                        <a:rPr lang="en-ID" sz="850" b="0" i="0" dirty="0" err="1">
                          <a:solidFill>
                            <a:srgbClr val="1A1A1A"/>
                          </a:solidFill>
                          <a:latin typeface="Neue Haas Grotesk Text Pro"/>
                        </a:rPr>
                        <a:t>tetap</a:t>
                      </a:r>
                      <a:r>
                        <a:rPr lang="en-ID" sz="850" b="0" i="0" dirty="0">
                          <a:solidFill>
                            <a:srgbClr val="1A1A1A"/>
                          </a:solidFill>
                          <a:latin typeface="Neue Haas Grotesk Text Pro"/>
                        </a:rPr>
                        <a:t> </a:t>
                      </a:r>
                      <a:r>
                        <a:rPr lang="en-ID" sz="850" b="0" i="0" dirty="0" err="1">
                          <a:solidFill>
                            <a:srgbClr val="1A1A1A"/>
                          </a:solidFill>
                          <a:latin typeface="Neue Haas Grotesk Text Pro"/>
                        </a:rPr>
                        <a:t>memenuhi</a:t>
                      </a:r>
                      <a:r>
                        <a:rPr lang="en-ID" sz="850" b="0" i="0" dirty="0">
                          <a:solidFill>
                            <a:srgbClr val="1A1A1A"/>
                          </a:solidFill>
                          <a:latin typeface="Neue Haas Grotesk Text Pro"/>
                        </a:rPr>
                        <a:t> </a:t>
                      </a:r>
                      <a:r>
                        <a:rPr lang="en-ID" sz="850" b="0" i="0" dirty="0" err="1">
                          <a:solidFill>
                            <a:srgbClr val="1A1A1A"/>
                          </a:solidFill>
                          <a:latin typeface="Neue Haas Grotesk Text Pro"/>
                        </a:rPr>
                        <a:t>persyaratan</a:t>
                      </a:r>
                      <a:r>
                        <a:rPr lang="en-ID" sz="850" b="0" i="0" dirty="0">
                          <a:solidFill>
                            <a:srgbClr val="1A1A1A"/>
                          </a:solidFill>
                          <a:latin typeface="Neue Haas Grotesk Text Pro"/>
                        </a:rPr>
                        <a:t> </a:t>
                      </a:r>
                      <a:r>
                        <a:rPr lang="en-ID" sz="850" b="0" i="0" dirty="0" err="1">
                          <a:solidFill>
                            <a:srgbClr val="1A1A1A"/>
                          </a:solidFill>
                          <a:latin typeface="Neue Haas Grotesk Text Pro"/>
                        </a:rPr>
                        <a:t>keselamatan</a:t>
                      </a:r>
                      <a:r>
                        <a:rPr lang="en-ID" sz="850" b="0" i="0" dirty="0">
                          <a:solidFill>
                            <a:srgbClr val="1A1A1A"/>
                          </a:solidFill>
                          <a:latin typeface="Neue Haas Grotesk Text Pro"/>
                        </a:rPr>
                        <a:t> dan </a:t>
                      </a:r>
                      <a:r>
                        <a:rPr lang="en-ID" sz="850" b="0" i="0" dirty="0" err="1">
                          <a:solidFill>
                            <a:srgbClr val="1A1A1A"/>
                          </a:solidFill>
                          <a:latin typeface="Neue Haas Grotesk Text Pro"/>
                        </a:rPr>
                        <a:t>izin</a:t>
                      </a:r>
                      <a:r>
                        <a:rPr lang="en-ID" sz="850" b="0" i="0" dirty="0">
                          <a:solidFill>
                            <a:srgbClr val="1A1A1A"/>
                          </a:solidFill>
                          <a:latin typeface="Neue Haas Grotesk Text Pro"/>
                        </a:rPr>
                        <a:t> </a:t>
                      </a:r>
                      <a:r>
                        <a:rPr lang="en-ID" sz="850" b="0" i="0" dirty="0" err="1">
                          <a:solidFill>
                            <a:srgbClr val="1A1A1A"/>
                          </a:solidFill>
                          <a:latin typeface="Neue Haas Grotesk Text Pro"/>
                        </a:rPr>
                        <a:t>operasi</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850" b="0" i="0" dirty="0">
                          <a:solidFill>
                            <a:srgbClr val="1A1A1A"/>
                          </a:solidFill>
                          <a:latin typeface="Neue Haas Grotesk Text Pro"/>
                        </a:rPr>
                        <a:t>PT KINRA </a:t>
                      </a:r>
                      <a:r>
                        <a:rPr lang="en-ID" sz="850" b="0" i="0" dirty="0" err="1">
                          <a:solidFill>
                            <a:srgbClr val="1A1A1A"/>
                          </a:solidFill>
                          <a:latin typeface="Neue Haas Grotesk Text Pro"/>
                        </a:rPr>
                        <a:t>secara</a:t>
                      </a:r>
                      <a:r>
                        <a:rPr lang="en-ID" sz="850" b="0" i="0" dirty="0">
                          <a:solidFill>
                            <a:srgbClr val="1A1A1A"/>
                          </a:solidFill>
                          <a:latin typeface="Neue Haas Grotesk Text Pro"/>
                        </a:rPr>
                        <a:t> </a:t>
                      </a:r>
                      <a:r>
                        <a:rPr lang="en-ID" sz="850" b="0" i="0" dirty="0" err="1">
                          <a:solidFill>
                            <a:srgbClr val="1A1A1A"/>
                          </a:solidFill>
                          <a:latin typeface="Neue Haas Grotesk Text Pro"/>
                        </a:rPr>
                        <a:t>proaktif</a:t>
                      </a:r>
                      <a:r>
                        <a:rPr lang="en-ID" sz="850" b="0" i="0" dirty="0">
                          <a:solidFill>
                            <a:srgbClr val="1A1A1A"/>
                          </a:solidFill>
                          <a:latin typeface="Neue Haas Grotesk Text Pro"/>
                        </a:rPr>
                        <a:t> </a:t>
                      </a:r>
                      <a:r>
                        <a:rPr lang="en-ID" sz="850" b="0" i="0" dirty="0" err="1">
                          <a:solidFill>
                            <a:srgbClr val="1A1A1A"/>
                          </a:solidFill>
                          <a:latin typeface="Neue Haas Grotesk Text Pro"/>
                        </a:rPr>
                        <a:t>memitigasi</a:t>
                      </a:r>
                      <a:r>
                        <a:rPr lang="en-ID" sz="850" b="0" i="0" dirty="0">
                          <a:solidFill>
                            <a:srgbClr val="1A1A1A"/>
                          </a:solidFill>
                          <a:latin typeface="Neue Haas Grotesk Text Pro"/>
                        </a:rPr>
                        <a:t> </a:t>
                      </a:r>
                      <a:r>
                        <a:rPr lang="en-ID" sz="850" b="0" i="0" dirty="0" err="1">
                          <a:solidFill>
                            <a:srgbClr val="1A1A1A"/>
                          </a:solidFill>
                          <a:latin typeface="Neue Haas Grotesk Text Pro"/>
                        </a:rPr>
                        <a:t>risiko</a:t>
                      </a:r>
                      <a:r>
                        <a:rPr lang="en-ID" sz="850" b="0" i="0" dirty="0">
                          <a:solidFill>
                            <a:srgbClr val="1A1A1A"/>
                          </a:solidFill>
                          <a:latin typeface="Neue Haas Grotesk Text Pro"/>
                        </a:rPr>
                        <a:t> </a:t>
                      </a:r>
                      <a:r>
                        <a:rPr lang="en-ID" sz="850" b="0" i="0" dirty="0" err="1">
                          <a:solidFill>
                            <a:srgbClr val="1A1A1A"/>
                          </a:solidFill>
                          <a:latin typeface="Neue Haas Grotesk Text Pro"/>
                        </a:rPr>
                        <a:t>keterlambatan</a:t>
                      </a:r>
                      <a:r>
                        <a:rPr lang="en-ID" sz="850" b="0" i="0" dirty="0">
                          <a:solidFill>
                            <a:srgbClr val="1A1A1A"/>
                          </a:solidFill>
                          <a:latin typeface="Neue Haas Grotesk Text Pro"/>
                        </a:rPr>
                        <a:t> </a:t>
                      </a:r>
                      <a:r>
                        <a:rPr lang="en-ID" sz="850" b="0" i="0" dirty="0" err="1">
                          <a:solidFill>
                            <a:srgbClr val="1A1A1A"/>
                          </a:solidFill>
                          <a:latin typeface="Neue Haas Grotesk Text Pro"/>
                        </a:rPr>
                        <a:t>serah</a:t>
                      </a:r>
                      <a:r>
                        <a:rPr lang="en-ID" sz="850" b="0" i="0" dirty="0">
                          <a:solidFill>
                            <a:srgbClr val="1A1A1A"/>
                          </a:solidFill>
                          <a:latin typeface="Neue Haas Grotesk Text Pro"/>
                        </a:rPr>
                        <a:t> </a:t>
                      </a:r>
                      <a:r>
                        <a:rPr lang="en-ID" sz="850" b="0" i="0" dirty="0" err="1">
                          <a:solidFill>
                            <a:srgbClr val="1A1A1A"/>
                          </a:solidFill>
                          <a:latin typeface="Neue Haas Grotesk Text Pro"/>
                        </a:rPr>
                        <a:t>terima</a:t>
                      </a:r>
                      <a:r>
                        <a:rPr lang="en-ID" sz="850" b="0" i="0" dirty="0">
                          <a:solidFill>
                            <a:srgbClr val="1A1A1A"/>
                          </a:solidFill>
                          <a:latin typeface="Neue Haas Grotesk Text Pro"/>
                        </a:rPr>
                        <a:t> (handover), </a:t>
                      </a:r>
                      <a:r>
                        <a:rPr lang="en-ID" sz="850" b="0" i="0" dirty="0" err="1">
                          <a:solidFill>
                            <a:srgbClr val="1A1A1A"/>
                          </a:solidFill>
                          <a:latin typeface="Neue Haas Grotesk Text Pro"/>
                        </a:rPr>
                        <a:t>memastikan</a:t>
                      </a:r>
                      <a:r>
                        <a:rPr lang="en-ID" sz="850" b="0" i="0" dirty="0">
                          <a:solidFill>
                            <a:srgbClr val="1A1A1A"/>
                          </a:solidFill>
                          <a:latin typeface="Neue Haas Grotesk Text Pro"/>
                        </a:rPr>
                        <a:t> </a:t>
                      </a:r>
                      <a:r>
                        <a:rPr lang="en-ID" sz="850" b="0" i="0" dirty="0" err="1">
                          <a:solidFill>
                            <a:srgbClr val="1A1A1A"/>
                          </a:solidFill>
                          <a:latin typeface="Neue Haas Grotesk Text Pro"/>
                        </a:rPr>
                        <a:t>mutu</a:t>
                      </a:r>
                      <a:r>
                        <a:rPr lang="en-ID" sz="850" b="0" i="0" dirty="0">
                          <a:solidFill>
                            <a:srgbClr val="1A1A1A"/>
                          </a:solidFill>
                          <a:latin typeface="Neue Haas Grotesk Text Pro"/>
                        </a:rPr>
                        <a:t> </a:t>
                      </a:r>
                      <a:r>
                        <a:rPr lang="en-ID" sz="850" b="0" i="0" dirty="0" err="1">
                          <a:solidFill>
                            <a:srgbClr val="1A1A1A"/>
                          </a:solidFill>
                          <a:latin typeface="Neue Haas Grotesk Text Pro"/>
                        </a:rPr>
                        <a:t>hasil</a:t>
                      </a:r>
                      <a:r>
                        <a:rPr lang="en-ID" sz="850" b="0" i="0" dirty="0">
                          <a:solidFill>
                            <a:srgbClr val="1A1A1A"/>
                          </a:solidFill>
                          <a:latin typeface="Neue Haas Grotesk Text Pro"/>
                        </a:rPr>
                        <a:t> </a:t>
                      </a:r>
                      <a:r>
                        <a:rPr lang="en-ID" sz="850" b="0" i="0" dirty="0" err="1">
                          <a:solidFill>
                            <a:srgbClr val="1A1A1A"/>
                          </a:solidFill>
                          <a:latin typeface="Neue Haas Grotesk Text Pro"/>
                        </a:rPr>
                        <a:t>proyek</a:t>
                      </a:r>
                      <a:r>
                        <a:rPr lang="en-ID" sz="850" b="0" i="0" dirty="0">
                          <a:solidFill>
                            <a:srgbClr val="1A1A1A"/>
                          </a:solidFill>
                          <a:latin typeface="Neue Haas Grotesk Text Pro"/>
                        </a:rPr>
                        <a:t> </a:t>
                      </a:r>
                      <a:r>
                        <a:rPr lang="en-ID" sz="850" b="0" i="0" dirty="0" err="1">
                          <a:solidFill>
                            <a:srgbClr val="1A1A1A"/>
                          </a:solidFill>
                          <a:latin typeface="Neue Haas Grotesk Text Pro"/>
                        </a:rPr>
                        <a:t>dari</a:t>
                      </a:r>
                      <a:r>
                        <a:rPr lang="en-ID" sz="850" b="0" i="0" dirty="0">
                          <a:solidFill>
                            <a:srgbClr val="1A1A1A"/>
                          </a:solidFill>
                          <a:latin typeface="Neue Haas Grotesk Text Pro"/>
                        </a:rPr>
                        <a:t> </a:t>
                      </a:r>
                      <a:r>
                        <a:rPr lang="en-ID" sz="850" b="0" i="0" dirty="0" err="1">
                          <a:solidFill>
                            <a:srgbClr val="1A1A1A"/>
                          </a:solidFill>
                          <a:latin typeface="Neue Haas Grotesk Text Pro"/>
                        </a:rPr>
                        <a:t>induk</a:t>
                      </a:r>
                      <a:r>
                        <a:rPr lang="en-ID" sz="850" b="0" i="0" dirty="0">
                          <a:solidFill>
                            <a:srgbClr val="1A1A1A"/>
                          </a:solidFill>
                          <a:latin typeface="Neue Haas Grotesk Text Pro"/>
                        </a:rPr>
                        <a:t> </a:t>
                      </a:r>
                      <a:r>
                        <a:rPr lang="en-ID" sz="850" b="0" i="0" dirty="0" err="1">
                          <a:solidFill>
                            <a:srgbClr val="1A1A1A"/>
                          </a:solidFill>
                          <a:latin typeface="Neue Haas Grotesk Text Pro"/>
                        </a:rPr>
                        <a:t>memenuhi</a:t>
                      </a:r>
                      <a:r>
                        <a:rPr lang="en-ID" sz="850" b="0" i="0" dirty="0">
                          <a:solidFill>
                            <a:srgbClr val="1A1A1A"/>
                          </a:solidFill>
                          <a:latin typeface="Neue Haas Grotesk Text Pro"/>
                        </a:rPr>
                        <a:t> </a:t>
                      </a:r>
                      <a:r>
                        <a:rPr lang="en-ID" sz="850" b="0" i="0" dirty="0" err="1">
                          <a:solidFill>
                            <a:srgbClr val="1A1A1A"/>
                          </a:solidFill>
                          <a:latin typeface="Neue Haas Grotesk Text Pro"/>
                        </a:rPr>
                        <a:t>standar</a:t>
                      </a:r>
                      <a:r>
                        <a:rPr lang="en-ID" sz="850" b="0" i="0" dirty="0">
                          <a:solidFill>
                            <a:srgbClr val="1A1A1A"/>
                          </a:solidFill>
                          <a:latin typeface="Neue Haas Grotesk Text Pro"/>
                        </a:rPr>
                        <a:t> </a:t>
                      </a:r>
                      <a:r>
                        <a:rPr lang="en-ID" sz="850" b="0" i="0" dirty="0" err="1">
                          <a:solidFill>
                            <a:srgbClr val="1A1A1A"/>
                          </a:solidFill>
                          <a:latin typeface="Neue Haas Grotesk Text Pro"/>
                        </a:rPr>
                        <a:t>keandalan</a:t>
                      </a:r>
                      <a:r>
                        <a:rPr lang="en-ID" sz="850" b="0" i="0" dirty="0">
                          <a:solidFill>
                            <a:srgbClr val="1A1A1A"/>
                          </a:solidFill>
                          <a:latin typeface="Neue Haas Grotesk Text Pro"/>
                        </a:rPr>
                        <a:t> </a:t>
                      </a:r>
                      <a:r>
                        <a:rPr lang="en-ID" sz="850" b="0" i="0" dirty="0" err="1">
                          <a:solidFill>
                            <a:srgbClr val="1A1A1A"/>
                          </a:solidFill>
                          <a:latin typeface="Neue Haas Grotesk Text Pro"/>
                        </a:rPr>
                        <a:t>operasional</a:t>
                      </a:r>
                      <a:r>
                        <a:rPr lang="en-ID" sz="850" b="0" i="0" dirty="0">
                          <a:solidFill>
                            <a:srgbClr val="1A1A1A"/>
                          </a:solidFill>
                          <a:latin typeface="Neue Haas Grotesk Text Pro"/>
                        </a:rPr>
                        <a:t> </a:t>
                      </a:r>
                      <a:r>
                        <a:rPr lang="en-ID" sz="850" b="0" i="0" dirty="0" err="1">
                          <a:solidFill>
                            <a:srgbClr val="1A1A1A"/>
                          </a:solidFill>
                          <a:latin typeface="Neue Haas Grotesk Text Pro"/>
                        </a:rPr>
                        <a:t>kawasan</a:t>
                      </a:r>
                      <a:r>
                        <a:rPr lang="en-ID" sz="850" b="0" i="0" dirty="0">
                          <a:solidFill>
                            <a:srgbClr val="1A1A1A"/>
                          </a:solidFill>
                          <a:latin typeface="Neue Haas Grotesk Text Pro"/>
                        </a:rPr>
                        <a:t>, </a:t>
                      </a:r>
                      <a:r>
                        <a:rPr lang="en-ID" sz="850" b="0" i="0" dirty="0" err="1">
                          <a:solidFill>
                            <a:srgbClr val="1A1A1A"/>
                          </a:solidFill>
                          <a:latin typeface="Neue Haas Grotesk Text Pro"/>
                        </a:rPr>
                        <a:t>memenuhi</a:t>
                      </a:r>
                      <a:r>
                        <a:rPr lang="en-ID" sz="850" b="0" i="0" dirty="0">
                          <a:solidFill>
                            <a:srgbClr val="1A1A1A"/>
                          </a:solidFill>
                          <a:latin typeface="Neue Haas Grotesk Text Pro"/>
                        </a:rPr>
                        <a:t> </a:t>
                      </a:r>
                      <a:r>
                        <a:rPr lang="en-ID" sz="850" b="0" i="0" dirty="0" err="1">
                          <a:solidFill>
                            <a:srgbClr val="1A1A1A"/>
                          </a:solidFill>
                          <a:latin typeface="Neue Haas Grotesk Text Pro"/>
                        </a:rPr>
                        <a:t>komitmen</a:t>
                      </a:r>
                      <a:r>
                        <a:rPr lang="en-ID" sz="850" b="0" i="0" dirty="0">
                          <a:solidFill>
                            <a:srgbClr val="1A1A1A"/>
                          </a:solidFill>
                          <a:latin typeface="Neue Haas Grotesk Text Pro"/>
                        </a:rPr>
                        <a:t> Service Level Agreement (SLA) </a:t>
                      </a:r>
                      <a:r>
                        <a:rPr lang="en-ID" sz="850" b="0" i="0" dirty="0" err="1">
                          <a:solidFill>
                            <a:srgbClr val="1A1A1A"/>
                          </a:solidFill>
                          <a:latin typeface="Neue Haas Grotesk Text Pro"/>
                        </a:rPr>
                        <a:t>kepada</a:t>
                      </a:r>
                      <a:r>
                        <a:rPr lang="en-ID" sz="850" b="0" i="0" dirty="0">
                          <a:solidFill>
                            <a:srgbClr val="1A1A1A"/>
                          </a:solidFill>
                          <a:latin typeface="Neue Haas Grotesk Text Pro"/>
                        </a:rPr>
                        <a:t> </a:t>
                      </a:r>
                      <a:r>
                        <a:rPr lang="en-ID" sz="850" b="0" i="0" dirty="0" err="1">
                          <a:solidFill>
                            <a:srgbClr val="1A1A1A"/>
                          </a:solidFill>
                          <a:latin typeface="Neue Haas Grotesk Text Pro"/>
                        </a:rPr>
                        <a:t>induk</a:t>
                      </a:r>
                      <a:r>
                        <a:rPr lang="en-ID" sz="850" b="0" i="0" dirty="0">
                          <a:solidFill>
                            <a:srgbClr val="1A1A1A"/>
                          </a:solidFill>
                          <a:latin typeface="Neue Haas Grotesk Text Pro"/>
                        </a:rPr>
                        <a:t> </a:t>
                      </a:r>
                      <a:r>
                        <a:rPr lang="en-ID" sz="850" b="0" i="0" dirty="0" err="1">
                          <a:solidFill>
                            <a:srgbClr val="1A1A1A"/>
                          </a:solidFill>
                          <a:latin typeface="Neue Haas Grotesk Text Pro"/>
                        </a:rPr>
                        <a:t>perusahaan</a:t>
                      </a:r>
                      <a:r>
                        <a:rPr lang="en-ID" sz="850" b="0" i="0" dirty="0">
                          <a:solidFill>
                            <a:srgbClr val="1A1A1A"/>
                          </a:solidFill>
                          <a:latin typeface="Neue Haas Grotesk Text Pro"/>
                        </a:rPr>
                        <a: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tetap</a:t>
                      </a:r>
                      <a:r>
                        <a:rPr lang="en-ID" sz="850" b="0" i="0" dirty="0">
                          <a:solidFill>
                            <a:srgbClr val="1A1A1A"/>
                          </a:solidFill>
                          <a:latin typeface="Neue Haas Grotesk Text Pro"/>
                        </a:rPr>
                        <a:t> </a:t>
                      </a:r>
                      <a:r>
                        <a:rPr lang="en-ID" sz="850" b="0" i="0" dirty="0" err="1">
                          <a:solidFill>
                            <a:srgbClr val="1A1A1A"/>
                          </a:solidFill>
                          <a:latin typeface="Neue Haas Grotesk Text Pro"/>
                        </a:rPr>
                        <a:t>mematuhi</a:t>
                      </a:r>
                      <a:r>
                        <a:rPr lang="en-ID" sz="850" b="0" i="0" dirty="0">
                          <a:solidFill>
                            <a:srgbClr val="1A1A1A"/>
                          </a:solidFill>
                          <a:latin typeface="Neue Haas Grotesk Text Pro"/>
                        </a:rPr>
                        <a:t> </a:t>
                      </a:r>
                      <a:r>
                        <a:rPr lang="en-ID" sz="850" b="0" i="0" dirty="0" err="1">
                          <a:solidFill>
                            <a:srgbClr val="1A1A1A"/>
                          </a:solidFill>
                          <a:latin typeface="Neue Haas Grotesk Text Pro"/>
                        </a:rPr>
                        <a:t>seluruh</a:t>
                      </a:r>
                      <a:r>
                        <a:rPr lang="en-ID" sz="850" b="0" i="0" dirty="0">
                          <a:solidFill>
                            <a:srgbClr val="1A1A1A"/>
                          </a:solidFill>
                          <a:latin typeface="Neue Haas Grotesk Text Pro"/>
                        </a:rPr>
                        <a:t> </a:t>
                      </a:r>
                      <a:r>
                        <a:rPr lang="en-ID" sz="850" b="0" i="0" dirty="0" err="1">
                          <a:solidFill>
                            <a:srgbClr val="1A1A1A"/>
                          </a:solidFill>
                          <a:latin typeface="Neue Haas Grotesk Text Pro"/>
                        </a:rPr>
                        <a:t>persyaratan</a:t>
                      </a:r>
                      <a:r>
                        <a:rPr lang="en-ID" sz="850" b="0" i="0" dirty="0">
                          <a:solidFill>
                            <a:srgbClr val="1A1A1A"/>
                          </a:solidFill>
                          <a:latin typeface="Neue Haas Grotesk Text Pro"/>
                        </a:rPr>
                        <a:t> </a:t>
                      </a:r>
                      <a:r>
                        <a:rPr lang="en-ID" sz="850" b="0" i="0" dirty="0" err="1">
                          <a:solidFill>
                            <a:srgbClr val="1A1A1A"/>
                          </a:solidFill>
                          <a:latin typeface="Neue Haas Grotesk Text Pro"/>
                        </a:rPr>
                        <a:t>keselamatan</a:t>
                      </a:r>
                      <a:r>
                        <a:rPr lang="en-ID" sz="850" b="0" i="0" dirty="0">
                          <a:solidFill>
                            <a:srgbClr val="1A1A1A"/>
                          </a:solidFill>
                          <a:latin typeface="Neue Haas Grotesk Text Pro"/>
                        </a:rPr>
                        <a:t> </a:t>
                      </a:r>
                      <a:r>
                        <a:rPr lang="en-ID" sz="850" b="0" i="0" dirty="0" err="1">
                          <a:solidFill>
                            <a:srgbClr val="1A1A1A"/>
                          </a:solidFill>
                          <a:latin typeface="Neue Haas Grotesk Text Pro"/>
                        </a:rPr>
                        <a:t>kerja</a:t>
                      </a:r>
                      <a:r>
                        <a:rPr lang="en-ID" sz="850" b="0" i="0" dirty="0">
                          <a:solidFill>
                            <a:srgbClr val="1A1A1A"/>
                          </a:solidFill>
                          <a:latin typeface="Neue Haas Grotesk Text Pro"/>
                        </a:rPr>
                        <a:t> (K3) dan </a:t>
                      </a:r>
                      <a:r>
                        <a:rPr lang="en-ID" sz="850" b="0" i="0" dirty="0" err="1">
                          <a:solidFill>
                            <a:srgbClr val="1A1A1A"/>
                          </a:solidFill>
                          <a:latin typeface="Neue Haas Grotesk Text Pro"/>
                        </a:rPr>
                        <a:t>izin</a:t>
                      </a:r>
                      <a:r>
                        <a:rPr lang="en-ID" sz="850" b="0" i="0" dirty="0">
                          <a:solidFill>
                            <a:srgbClr val="1A1A1A"/>
                          </a:solidFill>
                          <a:latin typeface="Neue Haas Grotesk Text Pro"/>
                        </a:rPr>
                        <a:t> </a:t>
                      </a:r>
                      <a:r>
                        <a:rPr lang="en-ID" sz="850" b="0" i="0" dirty="0" err="1">
                          <a:solidFill>
                            <a:srgbClr val="1A1A1A"/>
                          </a:solidFill>
                          <a:latin typeface="Neue Haas Grotesk Text Pro"/>
                        </a:rPr>
                        <a:t>lingkungan</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PT KINRA berkomitmen melakukan mitigasi risiko proyek secara proaktif untuk mencegah keterlambatan serah terima (handover) demi memberikan kepastian operasional bagi para tenant. Melalui pengawasan mutu infrastruktur dari induk perusahaan, PT KINRA memastikan keandalan operasional kawasan jangka panjang sekaligus memenuhi komitmen Service Level Agreement (SLA) kepada holding. Selain itu, kepatuhan ketat terhadap standar K3 dan izin lingkungan diterapkan untuk melindungi perusahaan dari risiko hukum serta menjaga keberlanjutan bisnis berbasis prinsip ESG.</a:t>
                      </a: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extLst>
                  <a:ext uri="{0D108BD9-81ED-4DB2-BD59-A6C34878D82A}">
                    <a16:rowId xmlns:a16="http://schemas.microsoft.com/office/drawing/2014/main" val="642650390"/>
                  </a:ext>
                </a:extLst>
              </a:tr>
              <a:tr h="274320">
                <a:tc rowSpan="3">
                  <a:txBody>
                    <a:bodyPr/>
                    <a:lstStyle/>
                    <a:p>
                      <a:pPr algn="ctr"/>
                      <a:r>
                        <a:rPr sz="800" b="0" i="0" dirty="0">
                          <a:solidFill>
                            <a:srgbClr val="1A1A1A"/>
                          </a:solidFill>
                          <a:latin typeface="Neue Haas Grotesk Text Pro"/>
                        </a:rPr>
                        <a:t>6</a:t>
                      </a: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rowSpan="3">
                  <a:txBody>
                    <a:bodyPr/>
                    <a:lstStyle/>
                    <a:p>
                      <a:pPr algn="l"/>
                      <a:r>
                        <a:rPr sz="850" b="1" i="0" dirty="0">
                          <a:solidFill>
                            <a:srgbClr val="1A1A1A"/>
                          </a:solidFill>
                          <a:latin typeface="Neue Haas Grotesk Text Pro"/>
                        </a:rPr>
                        <a:t>Risiko </a:t>
                      </a:r>
                      <a:r>
                        <a:rPr sz="850" b="1" i="0" dirty="0" err="1">
                          <a:solidFill>
                            <a:srgbClr val="1A1A1A"/>
                          </a:solidFill>
                          <a:latin typeface="Neue Haas Grotesk Text Pro"/>
                        </a:rPr>
                        <a:t>Operasional</a:t>
                      </a:r>
                      <a:endParaRPr lang="id-ID" sz="850" b="0" i="0" dirty="0">
                        <a:solidFill>
                          <a:srgbClr val="1A1A1A"/>
                        </a:solidFill>
                        <a:latin typeface="Neue Haas Grotesk Text Pro"/>
                      </a:endParaRPr>
                    </a:p>
                    <a:p>
                      <a:pPr algn="l"/>
                      <a:r>
                        <a:rPr sz="850" b="0" i="0" dirty="0">
                          <a:solidFill>
                            <a:srgbClr val="1A1A1A"/>
                          </a:solidFill>
                          <a:latin typeface="Neue Haas Grotesk Text Pro"/>
                        </a:rPr>
                        <a:t>Operational Risk</a:t>
                      </a:r>
                      <a:endParaRPr lang="id-ID" sz="85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row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0" u="none" strike="noStrike" kern="0" cap="none" spc="0" normalizeH="0" baseline="0" noProof="0" dirty="0">
                          <a:ln>
                            <a:noFill/>
                          </a:ln>
                          <a:solidFill>
                            <a:srgbClr val="707070"/>
                          </a:solidFill>
                          <a:effectLst/>
                          <a:uLnTx/>
                          <a:uFillTx/>
                          <a:latin typeface="Neue Haas Grotesk Text Pro"/>
                          <a:ea typeface="+mn-ea"/>
                          <a:cs typeface="+mn-cs"/>
                          <a:sym typeface="Arial"/>
                        </a:rPr>
                        <a:t>PTPN III (Persero)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rPr>
                        <a:t>Zero Tolerance to Conservative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(PT KINRA)</a:t>
                      </a:r>
                      <a:endParaRPr kumimoji="0" lang="en-ID" sz="800" b="0" i="1"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Diisi</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a:t>
                      </a: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sikap</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risiko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round/>
                      <a:headEnd type="none" w="med" len="med"/>
                      <a:tailEnd type="none" w="med" len="me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mengendalikan</a:t>
                      </a:r>
                      <a:r>
                        <a:rPr lang="en-ID" sz="850" b="0" i="0" dirty="0">
                          <a:solidFill>
                            <a:srgbClr val="1A1A1A"/>
                          </a:solidFill>
                          <a:latin typeface="Neue Haas Grotesk Text Pro"/>
                        </a:rPr>
                        <a:t> </a:t>
                      </a:r>
                      <a:r>
                        <a:rPr lang="en-ID" sz="850" b="0" i="0" dirty="0" err="1">
                          <a:solidFill>
                            <a:srgbClr val="1A1A1A"/>
                          </a:solidFill>
                          <a:latin typeface="Neue Haas Grotesk Text Pro"/>
                        </a:rPr>
                        <a:t>keberlangsungan</a:t>
                      </a:r>
                      <a:r>
                        <a:rPr lang="en-ID" sz="850" b="0" i="0" dirty="0">
                          <a:solidFill>
                            <a:srgbClr val="1A1A1A"/>
                          </a:solidFill>
                          <a:latin typeface="Neue Haas Grotesk Text Pro"/>
                        </a:rPr>
                        <a:t> </a:t>
                      </a:r>
                      <a:r>
                        <a:rPr lang="en-ID" sz="850" b="0" i="0" dirty="0" err="1">
                          <a:solidFill>
                            <a:srgbClr val="1A1A1A"/>
                          </a:solidFill>
                          <a:latin typeface="Neue Haas Grotesk Text Pro"/>
                        </a:rPr>
                        <a:t>operasional</a:t>
                      </a:r>
                      <a:r>
                        <a:rPr lang="en-ID" sz="850" b="0" i="0" dirty="0">
                          <a:solidFill>
                            <a:srgbClr val="1A1A1A"/>
                          </a:solidFill>
                          <a:latin typeface="Neue Haas Grotesk Text Pro"/>
                        </a:rPr>
                        <a:t> </a:t>
                      </a:r>
                      <a:r>
                        <a:rPr lang="en-ID" sz="850" b="0" i="0" dirty="0" err="1">
                          <a:solidFill>
                            <a:srgbClr val="1A1A1A"/>
                          </a:solidFill>
                          <a:latin typeface="Neue Haas Grotesk Text Pro"/>
                        </a:rPr>
                        <a:t>kegiatan</a:t>
                      </a:r>
                      <a:r>
                        <a:rPr lang="en-ID" sz="850" b="0" i="0" dirty="0">
                          <a:solidFill>
                            <a:srgbClr val="1A1A1A"/>
                          </a:solidFill>
                          <a:latin typeface="Neue Haas Grotesk Text Pro"/>
                        </a:rPr>
                        <a:t> </a:t>
                      </a:r>
                      <a:r>
                        <a:rPr lang="en-ID" sz="850" b="0" i="0" dirty="0" err="1">
                          <a:solidFill>
                            <a:srgbClr val="1A1A1A"/>
                          </a:solidFill>
                          <a:latin typeface="Neue Haas Grotesk Text Pro"/>
                        </a:rPr>
                        <a:t>usaha</a:t>
                      </a:r>
                      <a:r>
                        <a:rPr lang="en-ID" sz="850" b="0" i="0" dirty="0">
                          <a:solidFill>
                            <a:srgbClr val="1A1A1A"/>
                          </a:solidFill>
                          <a:latin typeface="Neue Haas Grotesk Text Pro"/>
                        </a:rPr>
                        <a:t> </a:t>
                      </a:r>
                      <a:r>
                        <a:rPr lang="en-ID" sz="850" b="0" i="0" dirty="0" err="1">
                          <a:solidFill>
                            <a:srgbClr val="1A1A1A"/>
                          </a:solidFill>
                          <a:latin typeface="Neue Haas Grotesk Text Pro"/>
                        </a:rPr>
                        <a:t>dengan</a:t>
                      </a:r>
                      <a:r>
                        <a:rPr lang="en-ID" sz="850" b="0" i="0" dirty="0">
                          <a:solidFill>
                            <a:srgbClr val="1A1A1A"/>
                          </a:solidFill>
                          <a:latin typeface="Neue Haas Grotesk Text Pro"/>
                        </a:rPr>
                        <a:t> </a:t>
                      </a:r>
                      <a:r>
                        <a:rPr lang="en-ID" sz="850" b="0" i="0" dirty="0" err="1">
                          <a:solidFill>
                            <a:srgbClr val="1A1A1A"/>
                          </a:solidFill>
                          <a:latin typeface="Neue Haas Grotesk Text Pro"/>
                        </a:rPr>
                        <a:t>menjaga</a:t>
                      </a:r>
                      <a:r>
                        <a:rPr lang="en-ID" sz="850" b="0" i="0" dirty="0">
                          <a:solidFill>
                            <a:srgbClr val="1A1A1A"/>
                          </a:solidFill>
                          <a:latin typeface="Neue Haas Grotesk Text Pro"/>
                        </a:rPr>
                        <a:t> </a:t>
                      </a:r>
                      <a:r>
                        <a:rPr lang="en-ID" sz="850" b="0" i="0" dirty="0" err="1">
                          <a:solidFill>
                            <a:srgbClr val="1A1A1A"/>
                          </a:solidFill>
                          <a:latin typeface="Neue Haas Grotesk Text Pro"/>
                        </a:rPr>
                        <a:t>efektivitas</a:t>
                      </a:r>
                      <a:r>
                        <a:rPr lang="en-ID" sz="850" b="0" i="0" dirty="0">
                          <a:solidFill>
                            <a:srgbClr val="1A1A1A"/>
                          </a:solidFill>
                          <a:latin typeface="Neue Haas Grotesk Text Pro"/>
                        </a:rPr>
                        <a:t> proses </a:t>
                      </a:r>
                      <a:r>
                        <a:rPr lang="en-ID" sz="850" b="0" i="0" dirty="0" err="1">
                          <a:solidFill>
                            <a:srgbClr val="1A1A1A"/>
                          </a:solidFill>
                          <a:latin typeface="Neue Haas Grotesk Text Pro"/>
                        </a:rPr>
                        <a:t>kebun</a:t>
                      </a:r>
                      <a:r>
                        <a:rPr lang="en-ID" sz="850" b="0" i="0" dirty="0">
                          <a:solidFill>
                            <a:srgbClr val="1A1A1A"/>
                          </a:solidFill>
                          <a:latin typeface="Neue Haas Grotesk Text Pro"/>
                        </a:rPr>
                        <a:t> dan </a:t>
                      </a:r>
                      <a:r>
                        <a:rPr lang="en-ID" sz="850" b="0" i="0" dirty="0" err="1">
                          <a:solidFill>
                            <a:srgbClr val="1A1A1A"/>
                          </a:solidFill>
                          <a:latin typeface="Neue Haas Grotesk Text Pro"/>
                        </a:rPr>
                        <a:t>pabrik</a:t>
                      </a:r>
                      <a:r>
                        <a:rPr lang="en-ID" sz="850" b="0" i="0" dirty="0">
                          <a:solidFill>
                            <a:srgbClr val="1A1A1A"/>
                          </a:solidFill>
                          <a:latin typeface="Neue Haas Grotesk Text Pro"/>
                        </a:rPr>
                        <a:t>, </a:t>
                      </a:r>
                      <a:r>
                        <a:rPr lang="en-ID" sz="850" b="0" i="0" dirty="0" err="1">
                          <a:solidFill>
                            <a:srgbClr val="1A1A1A"/>
                          </a:solidFill>
                          <a:latin typeface="Neue Haas Grotesk Text Pro"/>
                        </a:rPr>
                        <a:t>keandalan</a:t>
                      </a:r>
                      <a:r>
                        <a:rPr lang="en-ID" sz="850" b="0" i="0" dirty="0">
                          <a:solidFill>
                            <a:srgbClr val="1A1A1A"/>
                          </a:solidFill>
                          <a:latin typeface="Neue Haas Grotesk Text Pro"/>
                        </a:rPr>
                        <a:t> </a:t>
                      </a:r>
                      <a:r>
                        <a:rPr lang="en-ID" sz="850" b="0" i="0" dirty="0" err="1">
                          <a:solidFill>
                            <a:srgbClr val="1A1A1A"/>
                          </a:solidFill>
                          <a:latin typeface="Neue Haas Grotesk Text Pro"/>
                        </a:rPr>
                        <a:t>mesin</a:t>
                      </a:r>
                      <a:r>
                        <a:rPr lang="en-ID" sz="850" b="0" i="0" dirty="0">
                          <a:solidFill>
                            <a:srgbClr val="1A1A1A"/>
                          </a:solidFill>
                          <a:latin typeface="Neue Haas Grotesk Text Pro"/>
                        </a:rPr>
                        <a:t>, </a:t>
                      </a:r>
                      <a:r>
                        <a:rPr lang="en-ID" sz="850" b="0" i="0" dirty="0" err="1">
                          <a:solidFill>
                            <a:srgbClr val="1A1A1A"/>
                          </a:solidFill>
                          <a:latin typeface="Neue Haas Grotesk Text Pro"/>
                        </a:rPr>
                        <a:t>instalasi</a:t>
                      </a:r>
                      <a:r>
                        <a:rPr lang="en-ID" sz="850" b="0" i="0" dirty="0">
                          <a:solidFill>
                            <a:srgbClr val="1A1A1A"/>
                          </a:solidFill>
                          <a:latin typeface="Neue Haas Grotesk Text Pro"/>
                        </a:rPr>
                        <a:t>, dan </a:t>
                      </a:r>
                      <a:r>
                        <a:rPr lang="en-ID" sz="850" b="0" i="0" dirty="0" err="1">
                          <a:solidFill>
                            <a:srgbClr val="1A1A1A"/>
                          </a:solidFill>
                          <a:latin typeface="Neue Haas Grotesk Text Pro"/>
                        </a:rPr>
                        <a:t>sistem</a:t>
                      </a:r>
                      <a:r>
                        <a:rPr lang="en-ID" sz="850" b="0" i="0" dirty="0">
                          <a:solidFill>
                            <a:srgbClr val="1A1A1A"/>
                          </a:solidFill>
                          <a:latin typeface="Neue Haas Grotesk Text Pro"/>
                        </a:rPr>
                        <a:t> </a:t>
                      </a:r>
                      <a:r>
                        <a:rPr lang="en-ID" sz="850" b="0" i="0" dirty="0" err="1">
                          <a:solidFill>
                            <a:srgbClr val="1A1A1A"/>
                          </a:solidFill>
                          <a:latin typeface="Neue Haas Grotesk Text Pro"/>
                        </a:rPr>
                        <a:t>informasi</a:t>
                      </a:r>
                      <a:r>
                        <a:rPr lang="en-ID" sz="850" b="0" i="0" dirty="0">
                          <a:solidFill>
                            <a:srgbClr val="1A1A1A"/>
                          </a:solidFill>
                          <a:latin typeface="Neue Haas Grotesk Text Pro"/>
                        </a:rPr>
                        <a: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keamanan</a:t>
                      </a:r>
                      <a:r>
                        <a:rPr lang="en-ID" sz="850" b="0" i="0" dirty="0">
                          <a:solidFill>
                            <a:srgbClr val="1A1A1A"/>
                          </a:solidFill>
                          <a:latin typeface="Neue Haas Grotesk Text Pro"/>
                        </a:rPr>
                        <a:t> </a:t>
                      </a:r>
                      <a:r>
                        <a:rPr lang="en-ID" sz="850" b="0" i="0" dirty="0" err="1">
                          <a:solidFill>
                            <a:srgbClr val="1A1A1A"/>
                          </a:solidFill>
                          <a:latin typeface="Neue Haas Grotesk Text Pro"/>
                        </a:rPr>
                        <a:t>aset</a:t>
                      </a:r>
                      <a:r>
                        <a:rPr lang="en-ID" sz="850" b="0" i="0" dirty="0">
                          <a:solidFill>
                            <a:srgbClr val="1A1A1A"/>
                          </a:solidFill>
                          <a:latin typeface="Neue Haas Grotesk Text Pro"/>
                        </a:rPr>
                        <a:t> dan </a:t>
                      </a:r>
                      <a:r>
                        <a:rPr lang="en-ID" sz="850" b="0" i="0" dirty="0" err="1">
                          <a:solidFill>
                            <a:srgbClr val="1A1A1A"/>
                          </a:solidFill>
                          <a:latin typeface="Neue Haas Grotesk Text Pro"/>
                        </a:rPr>
                        <a:t>informasi</a:t>
                      </a:r>
                      <a:r>
                        <a:rPr lang="en-ID" sz="850" b="0" i="0" dirty="0">
                          <a:solidFill>
                            <a:srgbClr val="1A1A1A"/>
                          </a:solidFill>
                          <a:latin typeface="Neue Haas Grotesk Text Pro"/>
                        </a:rPr>
                        <a:t> (cyber security), dan </a:t>
                      </a:r>
                      <a:r>
                        <a:rPr lang="en-ID" sz="850" b="0" i="0" dirty="0" err="1">
                          <a:solidFill>
                            <a:srgbClr val="1A1A1A"/>
                          </a:solidFill>
                          <a:latin typeface="Neue Haas Grotesk Text Pro"/>
                        </a:rPr>
                        <a:t>hanya</a:t>
                      </a:r>
                      <a:r>
                        <a:rPr lang="en-ID" sz="850" b="0" i="0" dirty="0">
                          <a:solidFill>
                            <a:srgbClr val="1A1A1A"/>
                          </a:solidFill>
                          <a:latin typeface="Neue Haas Grotesk Text Pro"/>
                        </a:rPr>
                        <a:t> </a:t>
                      </a:r>
                      <a:r>
                        <a:rPr lang="en-ID" sz="850" b="0" i="0" dirty="0" err="1">
                          <a:solidFill>
                            <a:srgbClr val="1A1A1A"/>
                          </a:solidFill>
                          <a:latin typeface="Neue Haas Grotesk Text Pro"/>
                        </a:rPr>
                        <a:t>menerima</a:t>
                      </a:r>
                      <a:r>
                        <a:rPr lang="en-ID" sz="850" b="0" i="0" dirty="0">
                          <a:solidFill>
                            <a:srgbClr val="1A1A1A"/>
                          </a:solidFill>
                          <a:latin typeface="Neue Haas Grotesk Text Pro"/>
                        </a:rPr>
                        <a:t> </a:t>
                      </a:r>
                      <a:r>
                        <a:rPr lang="en-ID" sz="850" b="0" i="0" dirty="0" err="1">
                          <a:solidFill>
                            <a:srgbClr val="1A1A1A"/>
                          </a:solidFill>
                          <a:latin typeface="Neue Haas Grotesk Text Pro"/>
                        </a:rPr>
                        <a:t>gangguan</a:t>
                      </a:r>
                      <a:r>
                        <a:rPr lang="en-ID" sz="850" b="0" i="0" dirty="0">
                          <a:solidFill>
                            <a:srgbClr val="1A1A1A"/>
                          </a:solidFill>
                          <a:latin typeface="Neue Haas Grotesk Text Pro"/>
                        </a:rPr>
                        <a:t> </a:t>
                      </a:r>
                      <a:r>
                        <a:rPr lang="en-ID" sz="850" b="0" i="0" dirty="0" err="1">
                          <a:solidFill>
                            <a:srgbClr val="1A1A1A"/>
                          </a:solidFill>
                          <a:latin typeface="Neue Haas Grotesk Text Pro"/>
                        </a:rPr>
                        <a:t>operasional</a:t>
                      </a:r>
                      <a:r>
                        <a:rPr lang="en-ID" sz="850" b="0" i="0" dirty="0">
                          <a:solidFill>
                            <a:srgbClr val="1A1A1A"/>
                          </a:solidFill>
                          <a:latin typeface="Neue Haas Grotesk Text Pro"/>
                        </a:rPr>
                        <a:t> yang </a:t>
                      </a:r>
                      <a:r>
                        <a:rPr lang="en-ID" sz="850" b="0" i="0" dirty="0" err="1">
                          <a:solidFill>
                            <a:srgbClr val="1A1A1A"/>
                          </a:solidFill>
                          <a:latin typeface="Neue Haas Grotesk Text Pro"/>
                        </a:rPr>
                        <a:t>terbatas</a:t>
                      </a:r>
                      <a:r>
                        <a:rPr lang="en-ID" sz="850" b="0" i="0" dirty="0">
                          <a:solidFill>
                            <a:srgbClr val="1A1A1A"/>
                          </a:solidFill>
                          <a:latin typeface="Neue Haas Grotesk Text Pro"/>
                        </a:rPr>
                        <a:t> dan </a:t>
                      </a:r>
                      <a:r>
                        <a:rPr lang="en-ID" sz="850" b="0" i="0" dirty="0" err="1">
                          <a:solidFill>
                            <a:srgbClr val="1A1A1A"/>
                          </a:solidFill>
                          <a:latin typeface="Neue Haas Grotesk Text Pro"/>
                        </a:rPr>
                        <a:t>dapat</a:t>
                      </a:r>
                      <a:r>
                        <a:rPr lang="en-ID" sz="850" b="0" i="0" dirty="0">
                          <a:solidFill>
                            <a:srgbClr val="1A1A1A"/>
                          </a:solidFill>
                          <a:latin typeface="Neue Haas Grotesk Text Pro"/>
                        </a:rPr>
                        <a:t> </a:t>
                      </a:r>
                      <a:r>
                        <a:rPr lang="en-ID" sz="850" b="0" i="0" dirty="0" err="1">
                          <a:solidFill>
                            <a:srgbClr val="1A1A1A"/>
                          </a:solidFill>
                          <a:latin typeface="Neue Haas Grotesk Text Pro"/>
                        </a:rPr>
                        <a:t>dipulihkan</a:t>
                      </a:r>
                      <a:r>
                        <a:rPr lang="en-ID" sz="850" b="0" i="0" dirty="0">
                          <a:solidFill>
                            <a:srgbClr val="1A1A1A"/>
                          </a:solidFill>
                          <a:latin typeface="Neue Haas Grotesk Text Pro"/>
                        </a:rPr>
                        <a:t> </a:t>
                      </a:r>
                      <a:r>
                        <a:rPr lang="en-ID" sz="850" b="0" i="0" dirty="0" err="1">
                          <a:solidFill>
                            <a:srgbClr val="1A1A1A"/>
                          </a:solidFill>
                          <a:latin typeface="Neue Haas Grotesk Text Pro"/>
                        </a:rPr>
                        <a:t>dalam</a:t>
                      </a:r>
                      <a:r>
                        <a:rPr lang="en-ID" sz="850" b="0" i="0" dirty="0">
                          <a:solidFill>
                            <a:srgbClr val="1A1A1A"/>
                          </a:solidFill>
                          <a:latin typeface="Neue Haas Grotesk Text Pro"/>
                        </a:rPr>
                        <a:t> </a:t>
                      </a:r>
                      <a:r>
                        <a:rPr lang="en-ID" sz="850" b="0" i="0" dirty="0" err="1">
                          <a:solidFill>
                            <a:srgbClr val="1A1A1A"/>
                          </a:solidFill>
                          <a:latin typeface="Neue Haas Grotesk Text Pro"/>
                        </a:rPr>
                        <a:t>kerangka</a:t>
                      </a:r>
                      <a:r>
                        <a:rPr lang="en-ID" sz="850" b="0" i="0" dirty="0">
                          <a:solidFill>
                            <a:srgbClr val="1A1A1A"/>
                          </a:solidFill>
                          <a:latin typeface="Neue Haas Grotesk Text Pro"/>
                        </a:rPr>
                        <a:t> Business Continuity Management.</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id-ID" sz="850" b="0" i="0" dirty="0">
                          <a:solidFill>
                            <a:srgbClr val="1A1A1A"/>
                          </a:solidFill>
                          <a:latin typeface="Neue Haas Grotesk Text Pro"/>
                        </a:rPr>
                        <a:t>PT KINRA mengendalikan keberlangsungan operasional kegiatan usaha dengan menjaga efektivitas pengelolaan kawasan, keandalan jaringan distribusi utilitas (listrik, air bersih, dan limbah cair), ketersediaan sistem informasi layanan penunjang kawasan, serta keamanan aset fisik dan informasi (cyber security), dan hanya menerima gangguan operasional serta deviasi tingkat layanan (Service Level Agreement) yang terbatas dan dapat dipulihkan segera dalam kerangka Business Continuity Management (BCM).</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berkomitmen menjaga keberlangsungan operasional kawasan melalui pengelolaan yang efektif, pengamanan aset fisik, serta keandalan jaringan distribusi utilitas utama demi mendukung produktivitas tenant. Perusahaan juga menerapkan sistem informasi penunjang yang andal serta keamanan siber (cyber security) berlapis untuk melindungi data strategis dari ancaman digital. Melalui kerangka Business Continuity Management (BCM), PT KINRA memastikan setiap gangguan operasional atau deviasi SLA ditekan seminimal mungkin dan dapat dipulihkan dalam waktu singkat demi menjaga stabilitas bisnis kawasan.</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2"/>
                  </a:ext>
                </a:extLst>
              </a:tr>
              <a:tr h="0">
                <a:tc vMerge="1">
                  <a:txBody>
                    <a:bodyPr/>
                    <a:lstStyle/>
                    <a:p>
                      <a:pPr algn="ctr"/>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vMerge="1">
                  <a:txBody>
                    <a:bodyPr/>
                    <a:lstStyle/>
                    <a:p>
                      <a:pPr algn="l"/>
                      <a:endParaRPr lang="id-ID" sz="850" b="0" i="0" dirty="0">
                        <a:solidFill>
                          <a:srgbClr val="1A1A1A"/>
                        </a:solidFill>
                        <a:latin typeface="Neue Haas Grotesk Text Pro"/>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vMerge="1">
                  <a:txBody>
                    <a:bodyPr/>
                    <a:lstStyle/>
                    <a:p>
                      <a:pPr algn="l"/>
                      <a:endParaRPr lang="id-ID" sz="800" b="0" i="0" dirty="0">
                        <a:solidFill>
                          <a:srgbClr val="1A1A1A"/>
                        </a:solidFill>
                        <a:latin typeface="Neue Haas Grotesk Text Pro"/>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menoleransi</a:t>
                      </a:r>
                      <a:r>
                        <a:rPr lang="en-ID" sz="850" b="0" i="0" dirty="0">
                          <a:solidFill>
                            <a:srgbClr val="1A1A1A"/>
                          </a:solidFill>
                          <a:latin typeface="Neue Haas Grotesk Text Pro"/>
                        </a:rPr>
                        <a:t> </a:t>
                      </a:r>
                      <a:r>
                        <a:rPr lang="en-ID" sz="850" b="0" i="0" dirty="0" err="1">
                          <a:solidFill>
                            <a:srgbClr val="1A1A1A"/>
                          </a:solidFill>
                          <a:latin typeface="Neue Haas Grotesk Text Pro"/>
                        </a:rPr>
                        <a:t>pelanggaran</a:t>
                      </a:r>
                      <a:r>
                        <a:rPr lang="en-ID" sz="850" b="0" i="0" dirty="0">
                          <a:solidFill>
                            <a:srgbClr val="1A1A1A"/>
                          </a:solidFill>
                          <a:latin typeface="Neue Haas Grotesk Text Pro"/>
                        </a:rPr>
                        <a:t> </a:t>
                      </a:r>
                      <a:r>
                        <a:rPr lang="en-ID" sz="850" b="0" i="0" dirty="0" err="1">
                          <a:solidFill>
                            <a:srgbClr val="1A1A1A"/>
                          </a:solidFill>
                          <a:latin typeface="Neue Haas Grotesk Text Pro"/>
                        </a:rPr>
                        <a:t>ketentuan</a:t>
                      </a:r>
                      <a:r>
                        <a:rPr lang="en-ID" sz="850" b="0" i="0" dirty="0">
                          <a:solidFill>
                            <a:srgbClr val="1A1A1A"/>
                          </a:solidFill>
                          <a:latin typeface="Neue Haas Grotesk Text Pro"/>
                        </a:rPr>
                        <a:t> </a:t>
                      </a:r>
                      <a:r>
                        <a:rPr lang="en-ID" sz="850" b="0" i="0" dirty="0" err="1">
                          <a:solidFill>
                            <a:srgbClr val="1A1A1A"/>
                          </a:solidFill>
                          <a:latin typeface="Neue Haas Grotesk Text Pro"/>
                        </a:rPr>
                        <a:t>keselamatan</a:t>
                      </a:r>
                      <a:r>
                        <a:rPr lang="en-ID" sz="850" b="0" i="0" dirty="0">
                          <a:solidFill>
                            <a:srgbClr val="1A1A1A"/>
                          </a:solidFill>
                          <a:latin typeface="Neue Haas Grotesk Text Pro"/>
                        </a:rPr>
                        <a:t> dan </a:t>
                      </a:r>
                      <a:r>
                        <a:rPr lang="en-ID" sz="850" b="0" i="0" dirty="0" err="1">
                          <a:solidFill>
                            <a:srgbClr val="1A1A1A"/>
                          </a:solidFill>
                          <a:latin typeface="Neue Haas Grotesk Text Pro"/>
                        </a:rPr>
                        <a:t>kesehatan</a:t>
                      </a:r>
                      <a:r>
                        <a:rPr lang="en-ID" sz="850" b="0" i="0" dirty="0">
                          <a:solidFill>
                            <a:srgbClr val="1A1A1A"/>
                          </a:solidFill>
                          <a:latin typeface="Neue Haas Grotesk Text Pro"/>
                        </a:rPr>
                        <a:t> </a:t>
                      </a:r>
                      <a:r>
                        <a:rPr lang="en-ID" sz="850" b="0" i="0" dirty="0" err="1">
                          <a:solidFill>
                            <a:srgbClr val="1A1A1A"/>
                          </a:solidFill>
                          <a:latin typeface="Neue Haas Grotesk Text Pro"/>
                        </a:rPr>
                        <a:t>kerja</a:t>
                      </a:r>
                      <a:r>
                        <a:rPr lang="en-ID" sz="850" b="0" i="0" dirty="0">
                          <a:solidFill>
                            <a:srgbClr val="1A1A1A"/>
                          </a:solidFill>
                          <a:latin typeface="Neue Haas Grotesk Text Pro"/>
                        </a:rPr>
                        <a:t> </a:t>
                      </a:r>
                      <a:r>
                        <a:rPr lang="en-ID" sz="850" b="0" i="0" dirty="0" err="1">
                          <a:solidFill>
                            <a:srgbClr val="1A1A1A"/>
                          </a:solidFill>
                          <a:latin typeface="Neue Haas Grotesk Text Pro"/>
                        </a:rPr>
                        <a:t>maupun</a:t>
                      </a:r>
                      <a:r>
                        <a:rPr lang="en-ID" sz="850" b="0" i="0" dirty="0">
                          <a:solidFill>
                            <a:srgbClr val="1A1A1A"/>
                          </a:solidFill>
                          <a:latin typeface="Neue Haas Grotesk Text Pro"/>
                        </a:rPr>
                        <a:t> </a:t>
                      </a:r>
                      <a:r>
                        <a:rPr lang="en-ID" sz="850" b="0" i="0" dirty="0" err="1">
                          <a:solidFill>
                            <a:srgbClr val="1A1A1A"/>
                          </a:solidFill>
                          <a:latin typeface="Neue Haas Grotesk Text Pro"/>
                        </a:rPr>
                        <a:t>pembiaran</a:t>
                      </a:r>
                      <a:r>
                        <a:rPr lang="en-ID" sz="850" b="0" i="0" dirty="0">
                          <a:solidFill>
                            <a:srgbClr val="1A1A1A"/>
                          </a:solidFill>
                          <a:latin typeface="Neue Haas Grotesk Text Pro"/>
                        </a:rPr>
                        <a:t> </a:t>
                      </a:r>
                      <a:r>
                        <a:rPr lang="en-ID" sz="850" b="0" i="0" dirty="0" err="1">
                          <a:solidFill>
                            <a:srgbClr val="1A1A1A"/>
                          </a:solidFill>
                          <a:latin typeface="Neue Haas Grotesk Text Pro"/>
                        </a:rPr>
                        <a:t>tindakan</a:t>
                      </a:r>
                      <a:r>
                        <a:rPr lang="en-ID" sz="850" b="0" i="0" dirty="0">
                          <a:solidFill>
                            <a:srgbClr val="1A1A1A"/>
                          </a:solidFill>
                          <a:latin typeface="Neue Haas Grotesk Text Pro"/>
                        </a:rPr>
                        <a:t> dan </a:t>
                      </a:r>
                      <a:r>
                        <a:rPr lang="en-ID" sz="850" b="0" i="0" dirty="0" err="1">
                          <a:solidFill>
                            <a:srgbClr val="1A1A1A"/>
                          </a:solidFill>
                          <a:latin typeface="Neue Haas Grotesk Text Pro"/>
                        </a:rPr>
                        <a:t>kondisi</a:t>
                      </a:r>
                      <a:r>
                        <a:rPr lang="en-ID" sz="850" b="0" i="0" dirty="0">
                          <a:solidFill>
                            <a:srgbClr val="1A1A1A"/>
                          </a:solidFill>
                          <a:latin typeface="Neue Haas Grotesk Text Pro"/>
                        </a:rPr>
                        <a:t>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aman</a:t>
                      </a:r>
                      <a:r>
                        <a:rPr lang="en-ID" sz="850" b="0" i="0" dirty="0">
                          <a:solidFill>
                            <a:srgbClr val="1A1A1A"/>
                          </a:solidFill>
                          <a:latin typeface="Neue Haas Grotesk Text Pro"/>
                        </a:rPr>
                        <a:t> yang </a:t>
                      </a:r>
                      <a:r>
                        <a:rPr lang="en-ID" sz="850" b="0" i="0" dirty="0" err="1">
                          <a:solidFill>
                            <a:srgbClr val="1A1A1A"/>
                          </a:solidFill>
                          <a:latin typeface="Neue Haas Grotesk Text Pro"/>
                        </a:rPr>
                        <a:t>berpotensi</a:t>
                      </a:r>
                      <a:r>
                        <a:rPr lang="en-ID" sz="850" b="0" i="0" dirty="0">
                          <a:solidFill>
                            <a:srgbClr val="1A1A1A"/>
                          </a:solidFill>
                          <a:latin typeface="Neue Haas Grotesk Text Pro"/>
                        </a:rPr>
                        <a:t> </a:t>
                      </a:r>
                      <a:r>
                        <a:rPr lang="en-ID" sz="850" b="0" i="0" dirty="0" err="1">
                          <a:solidFill>
                            <a:srgbClr val="1A1A1A"/>
                          </a:solidFill>
                          <a:latin typeface="Neue Haas Grotesk Text Pro"/>
                        </a:rPr>
                        <a:t>mengakibatkan</a:t>
                      </a:r>
                      <a:r>
                        <a:rPr lang="en-ID" sz="850" b="0" i="0" dirty="0">
                          <a:solidFill>
                            <a:srgbClr val="1A1A1A"/>
                          </a:solidFill>
                          <a:latin typeface="Neue Haas Grotesk Text Pro"/>
                        </a:rPr>
                        <a:t> </a:t>
                      </a:r>
                      <a:r>
                        <a:rPr lang="en-ID" sz="850" b="0" i="0" dirty="0" err="1">
                          <a:solidFill>
                            <a:srgbClr val="1A1A1A"/>
                          </a:solidFill>
                          <a:latin typeface="Neue Haas Grotesk Text Pro"/>
                        </a:rPr>
                        <a:t>kematian</a:t>
                      </a:r>
                      <a:r>
                        <a:rPr lang="en-ID" sz="850" b="0" i="0" dirty="0">
                          <a:solidFill>
                            <a:srgbClr val="1A1A1A"/>
                          </a:solidFill>
                          <a:latin typeface="Neue Haas Grotesk Text Pro"/>
                        </a:rPr>
                        <a:t>, </a:t>
                      </a:r>
                      <a:r>
                        <a:rPr lang="en-ID" sz="850" b="0" i="0" dirty="0" err="1">
                          <a:solidFill>
                            <a:srgbClr val="1A1A1A"/>
                          </a:solidFill>
                          <a:latin typeface="Neue Haas Grotesk Text Pro"/>
                        </a:rPr>
                        <a:t>cedera</a:t>
                      </a:r>
                      <a:r>
                        <a:rPr lang="en-ID" sz="850" b="0" i="0" dirty="0">
                          <a:solidFill>
                            <a:srgbClr val="1A1A1A"/>
                          </a:solidFill>
                          <a:latin typeface="Neue Haas Grotesk Text Pro"/>
                        </a:rPr>
                        <a:t> </a:t>
                      </a:r>
                      <a:r>
                        <a:rPr lang="en-ID" sz="850" b="0" i="0" dirty="0" err="1">
                          <a:solidFill>
                            <a:srgbClr val="1A1A1A"/>
                          </a:solidFill>
                          <a:latin typeface="Neue Haas Grotesk Text Pro"/>
                        </a:rPr>
                        <a:t>berat</a:t>
                      </a:r>
                      <a:r>
                        <a:rPr lang="en-ID" sz="850" b="0" i="0" dirty="0">
                          <a:solidFill>
                            <a:srgbClr val="1A1A1A"/>
                          </a:solidFill>
                          <a:latin typeface="Neue Haas Grotesk Text Pro"/>
                        </a:rPr>
                        <a:t>, </a:t>
                      </a:r>
                      <a:r>
                        <a:rPr lang="en-ID" sz="850" b="0" i="0" dirty="0" err="1">
                          <a:solidFill>
                            <a:srgbClr val="1A1A1A"/>
                          </a:solidFill>
                          <a:latin typeface="Neue Haas Grotesk Text Pro"/>
                        </a:rPr>
                        <a:t>atau</a:t>
                      </a:r>
                      <a:r>
                        <a:rPr lang="en-ID" sz="850" b="0" i="0" dirty="0">
                          <a:solidFill>
                            <a:srgbClr val="1A1A1A"/>
                          </a:solidFill>
                          <a:latin typeface="Neue Haas Grotesk Text Pro"/>
                        </a:rPr>
                        <a:t> </a:t>
                      </a:r>
                      <a:r>
                        <a:rPr lang="en-ID" sz="850" b="0" i="0" dirty="0" err="1">
                          <a:solidFill>
                            <a:srgbClr val="1A1A1A"/>
                          </a:solidFill>
                          <a:latin typeface="Neue Haas Grotesk Text Pro"/>
                        </a:rPr>
                        <a:t>penyakit</a:t>
                      </a:r>
                      <a:r>
                        <a:rPr lang="en-ID" sz="850" b="0" i="0" dirty="0">
                          <a:solidFill>
                            <a:srgbClr val="1A1A1A"/>
                          </a:solidFill>
                          <a:latin typeface="Neue Haas Grotesk Text Pro"/>
                        </a:rPr>
                        <a:t> </a:t>
                      </a:r>
                      <a:r>
                        <a:rPr lang="en-ID" sz="850" b="0" i="0" dirty="0" err="1">
                          <a:solidFill>
                            <a:srgbClr val="1A1A1A"/>
                          </a:solidFill>
                          <a:latin typeface="Neue Haas Grotesk Text Pro"/>
                        </a:rPr>
                        <a:t>akibat</a:t>
                      </a:r>
                      <a:r>
                        <a:rPr lang="en-ID" sz="850" b="0" i="0" dirty="0">
                          <a:solidFill>
                            <a:srgbClr val="1A1A1A"/>
                          </a:solidFill>
                          <a:latin typeface="Neue Haas Grotesk Text Pro"/>
                        </a:rPr>
                        <a:t> </a:t>
                      </a:r>
                      <a:r>
                        <a:rPr lang="en-ID" sz="850" b="0" i="0" dirty="0" err="1">
                          <a:solidFill>
                            <a:srgbClr val="1A1A1A"/>
                          </a:solidFill>
                          <a:latin typeface="Neue Haas Grotesk Text Pro"/>
                        </a:rPr>
                        <a:t>kerja</a:t>
                      </a:r>
                      <a:r>
                        <a:rPr lang="en-ID" sz="850" b="0" i="0" dirty="0">
                          <a:solidFill>
                            <a:srgbClr val="1A1A1A"/>
                          </a:solidFill>
                          <a:latin typeface="Neue Haas Grotesk Text Pro"/>
                        </a:rPr>
                        <a:t> pada </a:t>
                      </a:r>
                      <a:r>
                        <a:rPr lang="en-ID" sz="850" b="0" i="0" dirty="0" err="1">
                          <a:solidFill>
                            <a:srgbClr val="1A1A1A"/>
                          </a:solidFill>
                          <a:latin typeface="Neue Haas Grotesk Text Pro"/>
                        </a:rPr>
                        <a:t>pekerja</a:t>
                      </a:r>
                      <a:r>
                        <a:rPr lang="en-ID" sz="850" b="0" i="0" dirty="0">
                          <a:solidFill>
                            <a:srgbClr val="1A1A1A"/>
                          </a:solidFill>
                          <a:latin typeface="Neue Haas Grotesk Text Pro"/>
                        </a:rPr>
                        <a:t> Perusahaan, </a:t>
                      </a:r>
                      <a:r>
                        <a:rPr lang="en-ID" sz="850" b="0" i="0" dirty="0" err="1">
                          <a:solidFill>
                            <a:srgbClr val="1A1A1A"/>
                          </a:solidFill>
                          <a:latin typeface="Neue Haas Grotesk Text Pro"/>
                        </a:rPr>
                        <a:t>pekerja</a:t>
                      </a:r>
                      <a:r>
                        <a:rPr lang="en-ID" sz="850" b="0" i="0" dirty="0">
                          <a:solidFill>
                            <a:srgbClr val="1A1A1A"/>
                          </a:solidFill>
                          <a:latin typeface="Neue Haas Grotesk Text Pro"/>
                        </a:rPr>
                        <a:t> </a:t>
                      </a:r>
                      <a:r>
                        <a:rPr lang="en-ID" sz="850" b="0" i="0" dirty="0" err="1">
                          <a:solidFill>
                            <a:srgbClr val="1A1A1A"/>
                          </a:solidFill>
                          <a:latin typeface="Neue Haas Grotesk Text Pro"/>
                        </a:rPr>
                        <a:t>kontraktor</a:t>
                      </a:r>
                      <a:r>
                        <a:rPr lang="en-ID" sz="850" b="0" i="0" dirty="0">
                          <a:solidFill>
                            <a:srgbClr val="1A1A1A"/>
                          </a:solidFill>
                          <a:latin typeface="Neue Haas Grotesk Text Pro"/>
                        </a:rPr>
                        <a:t>, dan </a:t>
                      </a:r>
                      <a:r>
                        <a:rPr lang="en-ID" sz="850" b="0" i="0" dirty="0" err="1">
                          <a:solidFill>
                            <a:srgbClr val="1A1A1A"/>
                          </a:solidFill>
                          <a:latin typeface="Neue Haas Grotesk Text Pro"/>
                        </a:rPr>
                        <a:t>pihak</a:t>
                      </a:r>
                      <a:r>
                        <a:rPr lang="en-ID" sz="850" b="0" i="0" dirty="0">
                          <a:solidFill>
                            <a:srgbClr val="1A1A1A"/>
                          </a:solidFill>
                          <a:latin typeface="Neue Haas Grotesk Text Pro"/>
                        </a:rPr>
                        <a:t> lain di wilayah </a:t>
                      </a:r>
                      <a:r>
                        <a:rPr lang="en-ID" sz="850" b="0" i="0" dirty="0" err="1">
                          <a:solidFill>
                            <a:srgbClr val="1A1A1A"/>
                          </a:solidFill>
                          <a:latin typeface="Neue Haas Grotesk Text Pro"/>
                        </a:rPr>
                        <a:t>kerja</a:t>
                      </a:r>
                      <a:r>
                        <a:rPr lang="en-ID" sz="850" b="0" i="0" dirty="0">
                          <a:solidFill>
                            <a:srgbClr val="1A1A1A"/>
                          </a:solidFill>
                          <a:latin typeface="Neue Haas Grotesk Text Pro"/>
                        </a:rPr>
                        <a:t> dan </a:t>
                      </a:r>
                      <a:r>
                        <a:rPr lang="en-ID" sz="850" b="0" i="0" dirty="0" err="1">
                          <a:solidFill>
                            <a:srgbClr val="1A1A1A"/>
                          </a:solidFill>
                          <a:latin typeface="Neue Haas Grotesk Text Pro"/>
                        </a:rPr>
                        <a:t>kegiatan</a:t>
                      </a:r>
                      <a:r>
                        <a:rPr lang="en-ID" sz="850" b="0" i="0" dirty="0">
                          <a:solidFill>
                            <a:srgbClr val="1A1A1A"/>
                          </a:solidFill>
                          <a:latin typeface="Neue Haas Grotesk Text Pro"/>
                        </a:rPr>
                        <a:t> </a:t>
                      </a:r>
                      <a:r>
                        <a:rPr lang="en-ID" sz="850" b="0" i="0" dirty="0" err="1">
                          <a:solidFill>
                            <a:srgbClr val="1A1A1A"/>
                          </a:solidFill>
                          <a:latin typeface="Neue Haas Grotesk Text Pro"/>
                        </a:rPr>
                        <a:t>angkutan</a:t>
                      </a:r>
                      <a:r>
                        <a:rPr lang="en-ID" sz="850" b="0" i="0" dirty="0">
                          <a:solidFill>
                            <a:srgbClr val="1A1A1A"/>
                          </a:solidFill>
                          <a:latin typeface="Neue Haas Grotesk Text Pro"/>
                        </a:rPr>
                        <a:t> Perusahaan.</a:t>
                      </a:r>
                    </a:p>
                    <a:p>
                      <a:pPr algn="just"/>
                      <a:endParaRPr lang="id-ID" sz="850" b="0" i="0" dirty="0">
                        <a:solidFill>
                          <a:srgbClr val="1A1A1A"/>
                        </a:solidFill>
                        <a:latin typeface="Neue Haas Grotesk Text Pro"/>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rowSpan="2">
                  <a:txBody>
                    <a:bodyPr/>
                    <a:lstStyle/>
                    <a:p>
                      <a:pPr algn="l"/>
                      <a:r>
                        <a:rPr lang="id-ID" sz="850" b="0" i="0" dirty="0">
                          <a:solidFill>
                            <a:srgbClr val="1A1A1A"/>
                          </a:solidFill>
                          <a:latin typeface="Neue Haas Grotesk Text Pro"/>
                        </a:rPr>
                        <a:t>PT KINRA tidak menoleransi pelanggaran ketentuan keselamatan dan kesehatan kerja serta lingkungan hidup (K3LH), maupun pembiaran tindakan dan kondisi tidak aman (unsafe acts &amp; unsafe conditions) yang berpotensi mengakibatkan kematian, cedera berat, penyakit akibat kerja, atau insiden pencemaran lingkungan pada pekerja Perusahaan, pekerja kontraktor, para penyewa (tenants) beserta pekerja mereka, dan pihak lain di wilayah kerja serta seluruh area operasional kawasan industri.</a:t>
                      </a: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rowSpan="2">
                  <a:txBody>
                    <a:bodyPr/>
                    <a:lstStyle/>
                    <a:p>
                      <a:pPr algn="l"/>
                      <a:r>
                        <a:rPr lang="id-ID" sz="850" b="0" i="0" dirty="0">
                          <a:solidFill>
                            <a:srgbClr val="1A1A1A"/>
                          </a:solidFill>
                          <a:latin typeface="Neue Haas Grotesk Text Pro"/>
                        </a:rPr>
                        <a:t>PT KINRA menerapkan kebijakan nol toleransi terhadap pelanggaran K3LH untuk memastikan perlindungan menyeluruh bagi pekerja internal, kontraktor, tenants, hingga masyarakat di sekitar kawasan industri. Perusahaan secara proaktif mengeliminasi tindakan dan kondisi tidak aman guna mencegah terjadinya fatality, kecelakaan kerja berat, penyakit akibat kerja, serta pencemaran lingkungan. Ketegasan ini merupakan komitmen mutlak PT KINRA dalam membangun lingkungan kerja yang aman dan berkelanjutan, sekaligus menjaga reputasi kawasan dari risiko hukum dan operasional.</a:t>
                      </a: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extLst>
                  <a:ext uri="{0D108BD9-81ED-4DB2-BD59-A6C34878D82A}">
                    <a16:rowId xmlns:a16="http://schemas.microsoft.com/office/drawing/2014/main" val="2614711856"/>
                  </a:ext>
                </a:extLst>
              </a:tr>
              <a:tr h="1155954">
                <a:tc vMerge="1">
                  <a:txBody>
                    <a:bodyPr/>
                    <a:lstStyle/>
                    <a:p>
                      <a:endParaRPr lang="en-ID"/>
                    </a:p>
                  </a:txBody>
                  <a:tcPr/>
                </a:tc>
                <a:tc vMerge="1">
                  <a:txBody>
                    <a:bodyPr/>
                    <a:lstStyle/>
                    <a:p>
                      <a:endParaRPr lang="en-ID"/>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0" u="none" strike="noStrike" kern="0" cap="none" spc="0" normalizeH="0" baseline="0" noProof="0" dirty="0">
                          <a:ln>
                            <a:noFill/>
                          </a:ln>
                          <a:solidFill>
                            <a:srgbClr val="707070"/>
                          </a:solidFill>
                          <a:effectLst/>
                          <a:uLnTx/>
                          <a:uFillTx/>
                          <a:latin typeface="Neue Haas Grotesk Text Pro"/>
                          <a:ea typeface="+mn-ea"/>
                          <a:cs typeface="+mn-cs"/>
                          <a:sym typeface="Arial"/>
                        </a:rPr>
                        <a:t>PTPN III (Persero)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rPr>
                        <a:t>Zero Tolerance to Conservative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r>
                        <a:rPr kumimoji="0" lang="en-ID" sz="700" b="0" i="1" u="none" strike="noStrike" kern="0" cap="none" spc="0" normalizeH="0" baseline="0" noProof="0" dirty="0" err="1">
                          <a:ln>
                            <a:noFill/>
                          </a:ln>
                          <a:solidFill>
                            <a:srgbClr val="707070"/>
                          </a:solidFill>
                          <a:effectLst/>
                          <a:uLnTx/>
                          <a:uFillTx/>
                          <a:latin typeface="Neue Haas Grotesk Text Pro"/>
                          <a:ea typeface="+mn-ea"/>
                          <a:cs typeface="+mn-cs"/>
                          <a:sym typeface="Arial"/>
                        </a:rPr>
                        <a:t>diisi</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 nama </a:t>
                      </a:r>
                      <a:r>
                        <a:rPr kumimoji="0" lang="en-ID" sz="700" b="0" i="1" u="none" strike="noStrike" kern="0" cap="none" spc="0" normalizeH="0" baseline="0" noProof="0" dirty="0" err="1">
                          <a:ln>
                            <a:noFill/>
                          </a:ln>
                          <a:solidFill>
                            <a:srgbClr val="707070"/>
                          </a:solidFill>
                          <a:effectLst/>
                          <a:uLnTx/>
                          <a:uFillTx/>
                          <a:latin typeface="Neue Haas Grotesk Text Pro"/>
                          <a:ea typeface="+mn-ea"/>
                          <a:cs typeface="+mn-cs"/>
                          <a:sym typeface="Arial"/>
                        </a:rPr>
                        <a:t>entitas</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endParaRPr kumimoji="0" lang="en-ID" sz="800" b="0" i="1"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Diisi</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a:t>
                      </a: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sikap</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risiko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lnB>
                    <a:solidFill>
                      <a:srgbClr val="FFFFFF"/>
                    </a:solidFill>
                  </a:tcPr>
                </a:tc>
                <a:tc vMerge="1">
                  <a:txBody>
                    <a:bodyPr/>
                    <a:lstStyle/>
                    <a:p>
                      <a:endParaRPr lang="en-ID"/>
                    </a:p>
                  </a:txBody>
                  <a:tcPr/>
                </a:tc>
                <a:tc vMerge="1">
                  <a:txBody>
                    <a:bodyPr/>
                    <a:lstStyle/>
                    <a:p>
                      <a:endParaRPr lang="en-ID"/>
                    </a:p>
                  </a:txBody>
                  <a:tcPr/>
                </a:tc>
                <a:tc vMerge="1">
                  <a:txBody>
                    <a:bodyPr/>
                    <a:lstStyle/>
                    <a:p>
                      <a:endParaRPr lang="en-ID"/>
                    </a:p>
                  </a:txBody>
                  <a:tcPr/>
                </a:tc>
                <a:extLst>
                  <a:ext uri="{0D108BD9-81ED-4DB2-BD59-A6C34878D82A}">
                    <a16:rowId xmlns:a16="http://schemas.microsoft.com/office/drawing/2014/main" val="379218111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7.1 </a:t>
            </a:r>
            <a:r>
              <a:rPr sz="2400" i="1" dirty="0"/>
              <a:t>Risk Appetite Statement </a:t>
            </a:r>
            <a:r>
              <a:rPr sz="2400" dirty="0"/>
              <a:t>(RAS)</a:t>
            </a:r>
            <a:r>
              <a:rPr lang="en-US" sz="2400" dirty="0"/>
              <a:t> </a:t>
            </a:r>
            <a:r>
              <a:rPr lang="en-US" sz="2400" i="1" dirty="0"/>
              <a:t>(</a:t>
            </a:r>
            <a:r>
              <a:rPr lang="en-US" sz="2400" i="1" dirty="0" err="1"/>
              <a:t>diisi</a:t>
            </a:r>
            <a:r>
              <a:rPr lang="en-US" sz="2400" i="1" dirty="0"/>
              <a:t> nama </a:t>
            </a:r>
            <a:r>
              <a:rPr lang="en-US" sz="2400" i="1" dirty="0" err="1"/>
              <a:t>entitas</a:t>
            </a:r>
            <a:r>
              <a:rPr lang="en-US" sz="2400" i="1" dirty="0"/>
              <a:t>)</a:t>
            </a:r>
            <a:endParaRPr sz="2400" dirty="0"/>
          </a:p>
        </p:txBody>
      </p:sp>
      <p:sp>
        <p:nvSpPr>
          <p:cNvPr id="3" name="Text Placeholder 2"/>
          <p:cNvSpPr>
            <a:spLocks noGrp="1"/>
          </p:cNvSpPr>
          <p:nvPr>
            <p:ph type="body" idx="2"/>
          </p:nvPr>
        </p:nvSpPr>
        <p:spPr/>
        <p:txBody>
          <a:bodyPr/>
          <a:lstStyle/>
          <a:p>
            <a:r>
              <a:rPr sz="1200">
                <a:latin typeface="Neue Haas Grotesk Text Pro"/>
              </a:rPr>
              <a:t>(4/4) Risiko Reputasi serta Risiko Peraturan, Hukum dan Kepatuhan</a:t>
            </a:r>
          </a:p>
        </p:txBody>
      </p:sp>
      <p:graphicFrame>
        <p:nvGraphicFramePr>
          <p:cNvPr id="4" name="Table 3"/>
          <p:cNvGraphicFramePr>
            <a:graphicFrameLocks noGrp="1"/>
          </p:cNvGraphicFramePr>
          <p:nvPr>
            <p:extLst>
              <p:ext uri="{D42A27DB-BD31-4B8C-83A1-F6EECF244321}">
                <p14:modId xmlns:p14="http://schemas.microsoft.com/office/powerpoint/2010/main" val="1077944101"/>
              </p:ext>
            </p:extLst>
          </p:nvPr>
        </p:nvGraphicFramePr>
        <p:xfrm>
          <a:off x="310896" y="1293114"/>
          <a:ext cx="11558016" cy="3363468"/>
        </p:xfrm>
        <a:graphic>
          <a:graphicData uri="http://schemas.openxmlformats.org/drawingml/2006/table">
            <a:tbl>
              <a:tblPr>
                <a:tableStyleId>{5940675A-B579-460E-94D1-54222C63F5DA}</a:tableStyleId>
              </a:tblPr>
              <a:tblGrid>
                <a:gridCol w="320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gridCol w="3054096">
                  <a:extLst>
                    <a:ext uri="{9D8B030D-6E8A-4147-A177-3AD203B41FA5}">
                      <a16:colId xmlns:a16="http://schemas.microsoft.com/office/drawing/2014/main" val="20005"/>
                    </a:ext>
                  </a:extLst>
                </a:gridCol>
              </a:tblGrid>
              <a:tr h="274320">
                <a:tc>
                  <a:txBody>
                    <a:bodyPr/>
                    <a:lstStyle/>
                    <a:p>
                      <a:pPr algn="ctr"/>
                      <a:r>
                        <a:rPr sz="800" b="1" i="0">
                          <a:solidFill>
                            <a:srgbClr val="FFFFFF"/>
                          </a:solidFill>
                          <a:latin typeface="Neue Haas Grotesk Text Pro"/>
                        </a:rPr>
                        <a:t>No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a:solidFill>
                            <a:srgbClr val="FFFFFF"/>
                          </a:solidFill>
                          <a:latin typeface="Neue Haas Grotesk Text Pro"/>
                        </a:rPr>
                        <a:t>Taksonomi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a:solidFill>
                            <a:srgbClr val="FFFFFF"/>
                          </a:solidFill>
                          <a:latin typeface="Neue Haas Grotesk Text Pro"/>
                        </a:rPr>
                        <a:t>Sikap Risiko</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a:solidFill>
                            <a:srgbClr val="FFFFFF"/>
                          </a:solidFill>
                          <a:latin typeface="Neue Haas Grotesk Text Pro"/>
                        </a:rPr>
                        <a:t>RAS PT</a:t>
                      </a:r>
                      <a:r>
                        <a:rPr lang="en-US" sz="800" b="1" i="0" dirty="0">
                          <a:solidFill>
                            <a:srgbClr val="FFFFFF"/>
                          </a:solidFill>
                          <a:latin typeface="Neue Haas Grotesk Text Pro"/>
                        </a:rPr>
                        <a:t>PN III (Persero)</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a:solidFill>
                            <a:srgbClr val="FFFFFF"/>
                          </a:solidFill>
                          <a:latin typeface="Neue Haas Grotesk Text Pro"/>
                        </a:rPr>
                        <a:t>RAS </a:t>
                      </a:r>
                      <a:r>
                        <a:rPr lang="en-US" sz="800" b="1" i="0" dirty="0">
                          <a:solidFill>
                            <a:srgbClr val="FFFFFF"/>
                          </a:solidFill>
                          <a:latin typeface="Neue Haas Grotesk Text Pro"/>
                        </a:rPr>
                        <a:t>(PT KINRA)</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00" b="1" i="0" dirty="0" err="1">
                          <a:solidFill>
                            <a:srgbClr val="FFFFFF"/>
                          </a:solidFill>
                          <a:latin typeface="Neue Haas Grotesk Text Pro"/>
                        </a:rPr>
                        <a:t>Rasionalisasi</a:t>
                      </a:r>
                      <a:r>
                        <a:rPr sz="800" b="1" i="0" dirty="0">
                          <a:solidFill>
                            <a:srgbClr val="FFFFFF"/>
                          </a:solidFill>
                          <a:latin typeface="Neue Haas Grotesk Text Pro"/>
                        </a:rPr>
                        <a:t> </a:t>
                      </a:r>
                      <a:r>
                        <a:rPr sz="800" b="1" i="0" dirty="0" err="1">
                          <a:solidFill>
                            <a:srgbClr val="FFFFFF"/>
                          </a:solidFill>
                          <a:latin typeface="Neue Haas Grotesk Text Pro"/>
                        </a:rPr>
                        <a:t>Sikap</a:t>
                      </a:r>
                      <a:r>
                        <a:rPr sz="800" b="1" i="0" dirty="0">
                          <a:solidFill>
                            <a:srgbClr val="FFFFFF"/>
                          </a:solidFill>
                          <a:latin typeface="Neue Haas Grotesk Text Pro"/>
                        </a:rPr>
                        <a:t> </a:t>
                      </a:r>
                      <a:r>
                        <a:rPr sz="800" b="1" i="0" dirty="0" err="1">
                          <a:solidFill>
                            <a:srgbClr val="FFFFFF"/>
                          </a:solidFill>
                          <a:latin typeface="Neue Haas Grotesk Text Pro"/>
                        </a:rPr>
                        <a:t>Risiko</a:t>
                      </a:r>
                      <a:r>
                        <a:rPr sz="800" b="1" i="0" dirty="0">
                          <a:solidFill>
                            <a:srgbClr val="FFFFFF"/>
                          </a:solidFill>
                          <a:latin typeface="Neue Haas Grotesk Text Pro"/>
                        </a:rPr>
                        <a:t> </a:t>
                      </a:r>
                      <a:r>
                        <a:rPr lang="en-US" sz="800" b="1" i="0" dirty="0">
                          <a:solidFill>
                            <a:srgbClr val="FFFFFF"/>
                          </a:solidFill>
                          <a:latin typeface="Neue Haas Grotesk Text Pro"/>
                        </a:rPr>
                        <a:t>(PT KINRA)</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extLst>
                  <a:ext uri="{0D108BD9-81ED-4DB2-BD59-A6C34878D82A}">
                    <a16:rowId xmlns:a16="http://schemas.microsoft.com/office/drawing/2014/main" val="10000"/>
                  </a:ext>
                </a:extLst>
              </a:tr>
              <a:tr h="274320">
                <a:tc>
                  <a:txBody>
                    <a:bodyPr/>
                    <a:lstStyle/>
                    <a:p>
                      <a:pPr algn="ctr"/>
                      <a:r>
                        <a:rPr sz="800" b="0" i="0">
                          <a:solidFill>
                            <a:srgbClr val="1A1A1A"/>
                          </a:solidFill>
                          <a:latin typeface="Neue Haas Grotesk Text Pro"/>
                        </a:rPr>
                        <a:t>7</a:t>
                      </a:r>
                      <a:endParaRPr lang="id-ID" sz="8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sz="850" b="1" i="0">
                          <a:solidFill>
                            <a:srgbClr val="1A1A1A"/>
                          </a:solidFill>
                          <a:latin typeface="Neue Haas Grotesk Text Pro"/>
                        </a:rPr>
                        <a:t>Risiko Reputasi</a:t>
                      </a:r>
                      <a:endParaRPr lang="id-ID" sz="850" b="0" i="0">
                        <a:solidFill>
                          <a:srgbClr val="1A1A1A"/>
                        </a:solidFill>
                        <a:latin typeface="Neue Haas Grotesk Text Pro"/>
                      </a:endParaRPr>
                    </a:p>
                    <a:p>
                      <a:pPr algn="l"/>
                      <a:r>
                        <a:rPr sz="850" b="0" i="0">
                          <a:solidFill>
                            <a:srgbClr val="1A1A1A"/>
                          </a:solidFill>
                          <a:latin typeface="Neue Haas Grotesk Text Pro"/>
                        </a:rPr>
                        <a:t>Reputational Risk</a:t>
                      </a:r>
                      <a:endParaRPr lang="id-ID" sz="85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0" u="none" strike="noStrike" kern="0" cap="none" spc="0" normalizeH="0" baseline="0" noProof="0" dirty="0">
                          <a:ln>
                            <a:noFill/>
                          </a:ln>
                          <a:solidFill>
                            <a:srgbClr val="707070"/>
                          </a:solidFill>
                          <a:effectLst/>
                          <a:uLnTx/>
                          <a:uFillTx/>
                          <a:latin typeface="Neue Haas Grotesk Text Pro"/>
                          <a:ea typeface="+mn-ea"/>
                          <a:cs typeface="+mn-cs"/>
                          <a:sym typeface="Arial"/>
                        </a:rPr>
                        <a:t>PTPN III (Persero)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rPr>
                        <a:t>Zero Tolerance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r>
                        <a:rPr kumimoji="0" lang="en-ID" sz="700" b="0" i="1" u="none" strike="noStrike" kern="0" cap="none" spc="0" normalizeH="0" baseline="0" noProof="0" dirty="0" err="1">
                          <a:ln>
                            <a:noFill/>
                          </a:ln>
                          <a:solidFill>
                            <a:srgbClr val="707070"/>
                          </a:solidFill>
                          <a:effectLst/>
                          <a:uLnTx/>
                          <a:uFillTx/>
                          <a:latin typeface="Neue Haas Grotesk Text Pro"/>
                          <a:ea typeface="+mn-ea"/>
                          <a:cs typeface="+mn-cs"/>
                          <a:sym typeface="Arial"/>
                        </a:rPr>
                        <a:t>diisi</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 nama </a:t>
                      </a:r>
                      <a:r>
                        <a:rPr kumimoji="0" lang="en-ID" sz="700" b="0" i="1" u="none" strike="noStrike" kern="0" cap="none" spc="0" normalizeH="0" baseline="0" noProof="0" dirty="0" err="1">
                          <a:ln>
                            <a:noFill/>
                          </a:ln>
                          <a:solidFill>
                            <a:srgbClr val="707070"/>
                          </a:solidFill>
                          <a:effectLst/>
                          <a:uLnTx/>
                          <a:uFillTx/>
                          <a:latin typeface="Neue Haas Grotesk Text Pro"/>
                          <a:ea typeface="+mn-ea"/>
                          <a:cs typeface="+mn-cs"/>
                          <a:sym typeface="Arial"/>
                        </a:rPr>
                        <a:t>entitas</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endParaRPr kumimoji="0" lang="en-ID" sz="800" b="0" i="1"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Diisi</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a:t>
                      </a: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sikap</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risiko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menjunjung</a:t>
                      </a:r>
                      <a:r>
                        <a:rPr lang="en-ID" sz="850" b="0" i="0" dirty="0">
                          <a:solidFill>
                            <a:srgbClr val="1A1A1A"/>
                          </a:solidFill>
                          <a:latin typeface="Neue Haas Grotesk Text Pro"/>
                        </a:rPr>
                        <a:t> </a:t>
                      </a:r>
                      <a:r>
                        <a:rPr lang="en-ID" sz="850" b="0" i="0" dirty="0" err="1">
                          <a:solidFill>
                            <a:srgbClr val="1A1A1A"/>
                          </a:solidFill>
                          <a:latin typeface="Neue Haas Grotesk Text Pro"/>
                        </a:rPr>
                        <a:t>tinggi</a:t>
                      </a:r>
                      <a:r>
                        <a:rPr lang="en-ID" sz="850" b="0" i="0" dirty="0">
                          <a:solidFill>
                            <a:srgbClr val="1A1A1A"/>
                          </a:solidFill>
                          <a:latin typeface="Neue Haas Grotesk Text Pro"/>
                        </a:rPr>
                        <a:t> </a:t>
                      </a:r>
                      <a:r>
                        <a:rPr lang="en-ID" sz="850" b="0" i="0" dirty="0" err="1">
                          <a:solidFill>
                            <a:srgbClr val="1A1A1A"/>
                          </a:solidFill>
                          <a:latin typeface="Neue Haas Grotesk Text Pro"/>
                        </a:rPr>
                        <a:t>kredibilitas</a:t>
                      </a:r>
                      <a:r>
                        <a:rPr lang="en-ID" sz="850" b="0" i="0" dirty="0">
                          <a:solidFill>
                            <a:srgbClr val="1A1A1A"/>
                          </a:solidFill>
                          <a:latin typeface="Neue Haas Grotesk Text Pro"/>
                        </a:rPr>
                        <a:t> dan </a:t>
                      </a:r>
                      <a:r>
                        <a:rPr lang="en-ID" sz="850" b="0" i="0" dirty="0" err="1">
                          <a:solidFill>
                            <a:srgbClr val="1A1A1A"/>
                          </a:solidFill>
                          <a:latin typeface="Neue Haas Grotesk Text Pro"/>
                        </a:rPr>
                        <a:t>kepercayaan</a:t>
                      </a:r>
                      <a:r>
                        <a:rPr lang="en-ID" sz="850" b="0" i="0" dirty="0">
                          <a:solidFill>
                            <a:srgbClr val="1A1A1A"/>
                          </a:solidFill>
                          <a:latin typeface="Neue Haas Grotesk Text Pro"/>
                        </a:rPr>
                        <a:t> yang </a:t>
                      </a:r>
                      <a:r>
                        <a:rPr lang="en-ID" sz="850" b="0" i="0" dirty="0" err="1">
                          <a:solidFill>
                            <a:srgbClr val="1A1A1A"/>
                          </a:solidFill>
                          <a:latin typeface="Neue Haas Grotesk Text Pro"/>
                        </a:rPr>
                        <a:t>diberikan</a:t>
                      </a:r>
                      <a:r>
                        <a:rPr lang="en-ID" sz="850" b="0" i="0" dirty="0">
                          <a:solidFill>
                            <a:srgbClr val="1A1A1A"/>
                          </a:solidFill>
                          <a:latin typeface="Neue Haas Grotesk Text Pro"/>
                        </a:rPr>
                        <a:t> </a:t>
                      </a:r>
                      <a:r>
                        <a:rPr lang="en-ID" sz="850" b="0" i="0" dirty="0" err="1">
                          <a:solidFill>
                            <a:srgbClr val="1A1A1A"/>
                          </a:solidFill>
                          <a:latin typeface="Neue Haas Grotesk Text Pro"/>
                        </a:rPr>
                        <a:t>pemegang</a:t>
                      </a:r>
                      <a:r>
                        <a:rPr lang="en-ID" sz="850" b="0" i="0" dirty="0">
                          <a:solidFill>
                            <a:srgbClr val="1A1A1A"/>
                          </a:solidFill>
                          <a:latin typeface="Neue Haas Grotesk Text Pro"/>
                        </a:rPr>
                        <a:t> </a:t>
                      </a:r>
                      <a:r>
                        <a:rPr lang="en-ID" sz="850" b="0" i="0" dirty="0" err="1">
                          <a:solidFill>
                            <a:srgbClr val="1A1A1A"/>
                          </a:solidFill>
                          <a:latin typeface="Neue Haas Grotesk Text Pro"/>
                        </a:rPr>
                        <a:t>saham</a:t>
                      </a:r>
                      <a:r>
                        <a:rPr lang="en-ID" sz="850" b="0" i="0" dirty="0">
                          <a:solidFill>
                            <a:srgbClr val="1A1A1A"/>
                          </a:solidFill>
                          <a:latin typeface="Neue Haas Grotesk Text Pro"/>
                        </a:rPr>
                        <a:t>, </a:t>
                      </a:r>
                      <a:r>
                        <a:rPr lang="en-ID" sz="850" b="0" i="0" dirty="0" err="1">
                          <a:solidFill>
                            <a:srgbClr val="1A1A1A"/>
                          </a:solidFill>
                          <a:latin typeface="Neue Haas Grotesk Text Pro"/>
                        </a:rPr>
                        <a:t>pemerintah</a:t>
                      </a:r>
                      <a:r>
                        <a:rPr lang="en-ID" sz="850" b="0" i="0" dirty="0">
                          <a:solidFill>
                            <a:srgbClr val="1A1A1A"/>
                          </a:solidFill>
                          <a:latin typeface="Neue Haas Grotesk Text Pro"/>
                        </a:rPr>
                        <a:t>, </a:t>
                      </a:r>
                      <a:r>
                        <a:rPr lang="en-ID" sz="850" b="0" i="0" dirty="0" err="1">
                          <a:solidFill>
                            <a:srgbClr val="1A1A1A"/>
                          </a:solidFill>
                          <a:latin typeface="Neue Haas Grotesk Text Pro"/>
                        </a:rPr>
                        <a:t>mitra</a:t>
                      </a:r>
                      <a:r>
                        <a:rPr lang="en-ID" sz="850" b="0" i="0" dirty="0">
                          <a:solidFill>
                            <a:srgbClr val="1A1A1A"/>
                          </a:solidFill>
                          <a:latin typeface="Neue Haas Grotesk Text Pro"/>
                        </a:rPr>
                        <a:t>, dan </a:t>
                      </a:r>
                      <a:r>
                        <a:rPr lang="en-ID" sz="850" b="0" i="0" dirty="0" err="1">
                          <a:solidFill>
                            <a:srgbClr val="1A1A1A"/>
                          </a:solidFill>
                          <a:latin typeface="Neue Haas Grotesk Text Pro"/>
                        </a:rPr>
                        <a:t>masyarakat</a:t>
                      </a:r>
                      <a:r>
                        <a:rPr lang="en-ID" sz="850" b="0" i="0" dirty="0">
                          <a:solidFill>
                            <a:srgbClr val="1A1A1A"/>
                          </a:solidFill>
                          <a:latin typeface="Neue Haas Grotesk Text Pro"/>
                        </a:rPr>
                        <a:t> </a:t>
                      </a:r>
                      <a:r>
                        <a:rPr lang="en-ID" sz="850" b="0" i="0" dirty="0" err="1">
                          <a:solidFill>
                            <a:srgbClr val="1A1A1A"/>
                          </a:solidFill>
                          <a:latin typeface="Neue Haas Grotesk Text Pro"/>
                        </a:rPr>
                        <a:t>sehingga</a:t>
                      </a:r>
                      <a:r>
                        <a:rPr lang="en-ID" sz="850" b="0" i="0" dirty="0">
                          <a:solidFill>
                            <a:srgbClr val="1A1A1A"/>
                          </a:solidFill>
                          <a:latin typeface="Neue Haas Grotesk Text Pro"/>
                        </a:rPr>
                        <a:t> Perusahaan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menoleransi</a:t>
                      </a:r>
                      <a:r>
                        <a:rPr lang="en-ID" sz="850" b="0" i="0" dirty="0">
                          <a:solidFill>
                            <a:srgbClr val="1A1A1A"/>
                          </a:solidFill>
                          <a:latin typeface="Neue Haas Grotesk Text Pro"/>
                        </a:rPr>
                        <a:t> </a:t>
                      </a:r>
                      <a:r>
                        <a:rPr lang="en-ID" sz="850" b="0" i="0" dirty="0" err="1">
                          <a:solidFill>
                            <a:srgbClr val="1A1A1A"/>
                          </a:solidFill>
                          <a:latin typeface="Neue Haas Grotesk Text Pro"/>
                        </a:rPr>
                        <a:t>tindakan</a:t>
                      </a:r>
                      <a:r>
                        <a:rPr lang="en-ID" sz="850" b="0" i="0" dirty="0">
                          <a:solidFill>
                            <a:srgbClr val="1A1A1A"/>
                          </a:solidFill>
                          <a:latin typeface="Neue Haas Grotesk Text Pro"/>
                        </a:rPr>
                        <a:t> </a:t>
                      </a:r>
                      <a:r>
                        <a:rPr lang="en-ID" sz="850" b="0" i="0" dirty="0" err="1">
                          <a:solidFill>
                            <a:srgbClr val="1A1A1A"/>
                          </a:solidFill>
                          <a:latin typeface="Neue Haas Grotesk Text Pro"/>
                        </a:rPr>
                        <a:t>atau</a:t>
                      </a:r>
                      <a:r>
                        <a:rPr lang="en-ID" sz="850" b="0" i="0" dirty="0">
                          <a:solidFill>
                            <a:srgbClr val="1A1A1A"/>
                          </a:solidFill>
                          <a:latin typeface="Neue Haas Grotesk Text Pro"/>
                        </a:rPr>
                        <a:t> </a:t>
                      </a:r>
                      <a:r>
                        <a:rPr lang="en-ID" sz="850" b="0" i="0" dirty="0" err="1">
                          <a:solidFill>
                            <a:srgbClr val="1A1A1A"/>
                          </a:solidFill>
                          <a:latin typeface="Neue Haas Grotesk Text Pro"/>
                        </a:rPr>
                        <a:t>kelalaian</a:t>
                      </a:r>
                      <a:r>
                        <a:rPr lang="en-ID" sz="850" b="0" i="0" dirty="0">
                          <a:solidFill>
                            <a:srgbClr val="1A1A1A"/>
                          </a:solidFill>
                          <a:latin typeface="Neue Haas Grotesk Text Pro"/>
                        </a:rPr>
                        <a:t> yang </a:t>
                      </a:r>
                      <a:r>
                        <a:rPr lang="en-ID" sz="850" b="0" i="0" dirty="0" err="1">
                          <a:solidFill>
                            <a:srgbClr val="1A1A1A"/>
                          </a:solidFill>
                          <a:latin typeface="Neue Haas Grotesk Text Pro"/>
                        </a:rPr>
                        <a:t>merusak</a:t>
                      </a:r>
                      <a:r>
                        <a:rPr lang="en-ID" sz="850" b="0" i="0" dirty="0">
                          <a:solidFill>
                            <a:srgbClr val="1A1A1A"/>
                          </a:solidFill>
                          <a:latin typeface="Neue Haas Grotesk Text Pro"/>
                        </a:rPr>
                        <a:t> </a:t>
                      </a:r>
                      <a:r>
                        <a:rPr lang="en-ID" sz="850" b="0" i="0" dirty="0" err="1">
                          <a:solidFill>
                            <a:srgbClr val="1A1A1A"/>
                          </a:solidFill>
                          <a:latin typeface="Neue Haas Grotesk Text Pro"/>
                        </a:rPr>
                        <a:t>reputasi</a:t>
                      </a:r>
                      <a:r>
                        <a:rPr lang="en-ID" sz="850" b="0" i="0" dirty="0">
                          <a:solidFill>
                            <a:srgbClr val="1A1A1A"/>
                          </a:solidFill>
                          <a:latin typeface="Neue Haas Grotesk Text Pro"/>
                        </a:rPr>
                        <a:t> Perusahaan,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senantiasa</a:t>
                      </a:r>
                      <a:r>
                        <a:rPr lang="en-ID" sz="850" b="0" i="0" dirty="0">
                          <a:solidFill>
                            <a:srgbClr val="1A1A1A"/>
                          </a:solidFill>
                          <a:latin typeface="Neue Haas Grotesk Text Pro"/>
                        </a:rPr>
                        <a:t> </a:t>
                      </a:r>
                      <a:r>
                        <a:rPr lang="en-ID" sz="850" b="0" i="0" dirty="0" err="1">
                          <a:solidFill>
                            <a:srgbClr val="1A1A1A"/>
                          </a:solidFill>
                          <a:latin typeface="Neue Haas Grotesk Text Pro"/>
                        </a:rPr>
                        <a:t>menjaga</a:t>
                      </a:r>
                      <a:r>
                        <a:rPr lang="en-ID" sz="850" b="0" i="0" dirty="0">
                          <a:solidFill>
                            <a:srgbClr val="1A1A1A"/>
                          </a:solidFill>
                          <a:latin typeface="Neue Haas Grotesk Text Pro"/>
                        </a:rPr>
                        <a:t> </a:t>
                      </a:r>
                      <a:r>
                        <a:rPr lang="en-ID" sz="850" b="0" i="0" dirty="0" err="1">
                          <a:solidFill>
                            <a:srgbClr val="1A1A1A"/>
                          </a:solidFill>
                          <a:latin typeface="Neue Haas Grotesk Text Pro"/>
                        </a:rPr>
                        <a:t>transparansi</a:t>
                      </a:r>
                      <a:r>
                        <a:rPr lang="en-ID" sz="850" b="0" i="0" dirty="0">
                          <a:solidFill>
                            <a:srgbClr val="1A1A1A"/>
                          </a:solidFill>
                          <a:latin typeface="Neue Haas Grotesk Text Pro"/>
                        </a:rPr>
                        <a:t> </a:t>
                      </a:r>
                      <a:r>
                        <a:rPr lang="en-ID" sz="850" b="0" i="0" dirty="0" err="1">
                          <a:solidFill>
                            <a:srgbClr val="1A1A1A"/>
                          </a:solidFill>
                          <a:latin typeface="Neue Haas Grotesk Text Pro"/>
                        </a:rPr>
                        <a:t>komunikasi</a:t>
                      </a:r>
                      <a:r>
                        <a:rPr lang="en-ID" sz="850" b="0" i="0" dirty="0">
                          <a:solidFill>
                            <a:srgbClr val="1A1A1A"/>
                          </a:solidFill>
                          <a:latin typeface="Neue Haas Grotesk Text Pro"/>
                        </a:rPr>
                        <a:t> </a:t>
                      </a:r>
                      <a:r>
                        <a:rPr lang="en-ID" sz="850" b="0" i="0" dirty="0" err="1">
                          <a:solidFill>
                            <a:srgbClr val="1A1A1A"/>
                          </a:solidFill>
                          <a:latin typeface="Neue Haas Grotesk Text Pro"/>
                        </a:rPr>
                        <a:t>serta</a:t>
                      </a:r>
                      <a:r>
                        <a:rPr lang="en-ID" sz="850" b="0" i="0" dirty="0">
                          <a:solidFill>
                            <a:srgbClr val="1A1A1A"/>
                          </a:solidFill>
                          <a:latin typeface="Neue Haas Grotesk Text Pro"/>
                        </a:rPr>
                        <a:t> </a:t>
                      </a:r>
                      <a:r>
                        <a:rPr lang="en-ID" sz="850" b="0" i="0" dirty="0" err="1">
                          <a:solidFill>
                            <a:srgbClr val="1A1A1A"/>
                          </a:solidFill>
                          <a:latin typeface="Neue Haas Grotesk Text Pro"/>
                        </a:rPr>
                        <a:t>menanggapi</a:t>
                      </a:r>
                      <a:r>
                        <a:rPr lang="en-ID" sz="850" b="0" i="0" dirty="0">
                          <a:solidFill>
                            <a:srgbClr val="1A1A1A"/>
                          </a:solidFill>
                          <a:latin typeface="Neue Haas Grotesk Text Pro"/>
                        </a:rPr>
                        <a:t> </a:t>
                      </a:r>
                      <a:r>
                        <a:rPr lang="en-ID" sz="850" b="0" i="0" dirty="0" err="1">
                          <a:solidFill>
                            <a:srgbClr val="1A1A1A"/>
                          </a:solidFill>
                          <a:latin typeface="Neue Haas Grotesk Text Pro"/>
                        </a:rPr>
                        <a:t>isu</a:t>
                      </a:r>
                      <a:r>
                        <a:rPr lang="en-ID" sz="850" b="0" i="0" dirty="0">
                          <a:solidFill>
                            <a:srgbClr val="1A1A1A"/>
                          </a:solidFill>
                          <a:latin typeface="Neue Haas Grotesk Text Pro"/>
                        </a:rPr>
                        <a:t> </a:t>
                      </a:r>
                      <a:r>
                        <a:rPr lang="en-ID" sz="850" b="0" i="0" dirty="0" err="1">
                          <a:solidFill>
                            <a:srgbClr val="1A1A1A"/>
                          </a:solidFill>
                          <a:latin typeface="Neue Haas Grotesk Text Pro"/>
                        </a:rPr>
                        <a:t>publik</a:t>
                      </a:r>
                      <a:r>
                        <a:rPr lang="en-ID" sz="850" b="0" i="0" dirty="0">
                          <a:solidFill>
                            <a:srgbClr val="1A1A1A"/>
                          </a:solidFill>
                          <a:latin typeface="Neue Haas Grotesk Text Pro"/>
                        </a:rPr>
                        <a:t> </a:t>
                      </a:r>
                      <a:r>
                        <a:rPr lang="en-ID" sz="850" b="0" i="0" dirty="0" err="1">
                          <a:solidFill>
                            <a:srgbClr val="1A1A1A"/>
                          </a:solidFill>
                          <a:latin typeface="Neue Haas Grotesk Text Pro"/>
                        </a:rPr>
                        <a:t>secara</a:t>
                      </a:r>
                      <a:r>
                        <a:rPr lang="en-ID" sz="850" b="0" i="0" dirty="0">
                          <a:solidFill>
                            <a:srgbClr val="1A1A1A"/>
                          </a:solidFill>
                          <a:latin typeface="Neue Haas Grotesk Text Pro"/>
                        </a:rPr>
                        <a:t> </a:t>
                      </a:r>
                      <a:r>
                        <a:rPr lang="en-ID" sz="850" b="0" i="0" dirty="0" err="1">
                          <a:solidFill>
                            <a:srgbClr val="1A1A1A"/>
                          </a:solidFill>
                          <a:latin typeface="Neue Haas Grotesk Text Pro"/>
                        </a:rPr>
                        <a:t>cepat</a:t>
                      </a:r>
                      <a:r>
                        <a:rPr lang="en-ID" sz="850" b="0" i="0" dirty="0">
                          <a:solidFill>
                            <a:srgbClr val="1A1A1A"/>
                          </a:solidFill>
                          <a:latin typeface="Neue Haas Grotesk Text Pro"/>
                        </a:rPr>
                        <a:t> dan </a:t>
                      </a:r>
                      <a:r>
                        <a:rPr lang="en-ID" sz="850" b="0" i="0" dirty="0" err="1">
                          <a:solidFill>
                            <a:srgbClr val="1A1A1A"/>
                          </a:solidFill>
                          <a:latin typeface="Neue Haas Grotesk Text Pro"/>
                        </a:rPr>
                        <a:t>terukur</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menjunjung tinggi kredibilitas dan kepercayaan yang diberikan oleh pemegang saham (termasuk induk perusahaan selaku pemilik aset), pemerintah selaku regulator, para tenants, serta masyarakat sekitar kawasan, sehingga Perusahaan tidak menoleransi tindakan atau kelalaian yang merusak reputasi Perusahaan maupun merusak citra iklim investasi kawasan. Perusahaan senantiasa menjaga transparansi komunikasi serta menanggapi keluhan pelanggan dan isu publik terkait operasional atau lingkungan secara cepat, transparan, dan terukur.</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berkomitmen menjaga kredibilitas dan kepercayaan publik dengan menerapkan kebijakan nol toleransi terhadap segala tindakan atau kelalaian yang dapat merusak reputasi perusahaan serta citra iklim investasi kawasan. Komitmen ini diwujudkan melalui transparansi komunikasi yang konsisten kepada pemegang saham, regulator, tenants, dan masyarakat sekitar. Dengan menanggapi setiap keluhan pelanggan serta isu lingkungan secara cepat, terbuka, dan terukur, PT KINRA memastikan stabilitas hubungan kelembagaan tetap harmonis dan iklim investasi di kawasan tetap kondusif</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FFFFFF"/>
                      </a:solidFill>
                      <a:prstDash val="solid"/>
                      <a:round/>
                      <a:headEnd type="none" w="med" len="med"/>
                      <a:tailEnd type="none" w="med" len="med"/>
                    </a:lnT>
                    <a:lnB w="6350" cap="flat" cmpd="sng" algn="ctr">
                      <a:solidFill>
                        <a:srgbClr val="BFBFBF"/>
                      </a:solidFill>
                      <a:prstDash val="solid"/>
                    </a:lnB>
                    <a:solidFill>
                      <a:srgbClr val="FFFFFF"/>
                    </a:solidFill>
                  </a:tcPr>
                </a:tc>
                <a:extLst>
                  <a:ext uri="{0D108BD9-81ED-4DB2-BD59-A6C34878D82A}">
                    <a16:rowId xmlns:a16="http://schemas.microsoft.com/office/drawing/2014/main" val="10003"/>
                  </a:ext>
                </a:extLst>
              </a:tr>
              <a:tr h="274320">
                <a:tc>
                  <a:txBody>
                    <a:bodyPr/>
                    <a:lstStyle/>
                    <a:p>
                      <a:pPr algn="ctr"/>
                      <a:r>
                        <a:rPr sz="800" b="0" i="0">
                          <a:solidFill>
                            <a:srgbClr val="1A1A1A"/>
                          </a:solidFill>
                          <a:latin typeface="Neue Haas Grotesk Text Pro"/>
                        </a:rPr>
                        <a:t>8</a:t>
                      </a:r>
                      <a:endParaRPr lang="id-ID" sz="80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sz="850" b="1" i="0">
                          <a:solidFill>
                            <a:srgbClr val="1A1A1A"/>
                          </a:solidFill>
                          <a:latin typeface="Neue Haas Grotesk Text Pro"/>
                        </a:rPr>
                        <a:t>Risiko Peraturan, Hukum dan Kepatuhan</a:t>
                      </a:r>
                      <a:endParaRPr lang="id-ID" sz="850" b="0" i="0">
                        <a:solidFill>
                          <a:srgbClr val="1A1A1A"/>
                        </a:solidFill>
                        <a:latin typeface="Neue Haas Grotesk Text Pro"/>
                      </a:endParaRPr>
                    </a:p>
                    <a:p>
                      <a:pPr algn="l"/>
                      <a:r>
                        <a:rPr sz="850" b="0" i="0">
                          <a:solidFill>
                            <a:srgbClr val="1A1A1A"/>
                          </a:solidFill>
                          <a:latin typeface="Neue Haas Grotesk Text Pro"/>
                        </a:rPr>
                        <a:t>Regulatory, Legal and Compliance Risk</a:t>
                      </a:r>
                      <a:endParaRPr lang="id-ID" sz="850" b="0" i="0">
                        <a:solidFill>
                          <a:srgbClr val="1A1A1A"/>
                        </a:solidFill>
                        <a:latin typeface="Neue Haas Grotesk Text Pro"/>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0" u="none" strike="noStrike" kern="0" cap="none" spc="0" normalizeH="0" baseline="0" noProof="0" dirty="0">
                          <a:ln>
                            <a:noFill/>
                          </a:ln>
                          <a:solidFill>
                            <a:srgbClr val="707070"/>
                          </a:solidFill>
                          <a:effectLst/>
                          <a:uLnTx/>
                          <a:uFillTx/>
                          <a:latin typeface="Neue Haas Grotesk Text Pro"/>
                          <a:ea typeface="+mn-ea"/>
                          <a:cs typeface="+mn-cs"/>
                          <a:sym typeface="Arial"/>
                        </a:rPr>
                        <a:t>PTPN III (Persero)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rPr>
                        <a:t>Zero Tolerance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r>
                        <a:rPr kumimoji="0" lang="en-ID" sz="700" b="0" i="1" u="none" strike="noStrike" kern="0" cap="none" spc="0" normalizeH="0" baseline="0" noProof="0" dirty="0" err="1">
                          <a:ln>
                            <a:noFill/>
                          </a:ln>
                          <a:solidFill>
                            <a:srgbClr val="707070"/>
                          </a:solidFill>
                          <a:effectLst/>
                          <a:uLnTx/>
                          <a:uFillTx/>
                          <a:latin typeface="Neue Haas Grotesk Text Pro"/>
                          <a:ea typeface="+mn-ea"/>
                          <a:cs typeface="+mn-cs"/>
                          <a:sym typeface="Arial"/>
                        </a:rPr>
                        <a:t>diisi</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 nama </a:t>
                      </a:r>
                      <a:r>
                        <a:rPr kumimoji="0" lang="en-ID" sz="700" b="0" i="1" u="none" strike="noStrike" kern="0" cap="none" spc="0" normalizeH="0" baseline="0" noProof="0" dirty="0" err="1">
                          <a:ln>
                            <a:noFill/>
                          </a:ln>
                          <a:solidFill>
                            <a:srgbClr val="707070"/>
                          </a:solidFill>
                          <a:effectLst/>
                          <a:uLnTx/>
                          <a:uFillTx/>
                          <a:latin typeface="Neue Haas Grotesk Text Pro"/>
                          <a:ea typeface="+mn-ea"/>
                          <a:cs typeface="+mn-cs"/>
                          <a:sym typeface="Arial"/>
                        </a:rPr>
                        <a:t>entitas</a:t>
                      </a:r>
                      <a:r>
                        <a:rPr kumimoji="0" lang="en-ID" sz="700" b="0" i="1" u="none" strike="noStrike" kern="0" cap="none" spc="0" normalizeH="0" baseline="0" noProof="0" dirty="0">
                          <a:ln>
                            <a:noFill/>
                          </a:ln>
                          <a:solidFill>
                            <a:srgbClr val="707070"/>
                          </a:solidFill>
                          <a:effectLst/>
                          <a:uLnTx/>
                          <a:uFillTx/>
                          <a:latin typeface="Neue Haas Grotesk Text Pro"/>
                          <a:ea typeface="+mn-ea"/>
                          <a:cs typeface="+mn-cs"/>
                          <a:sym typeface="Arial"/>
                        </a:rPr>
                        <a:t>)</a:t>
                      </a:r>
                      <a:endParaRPr kumimoji="0" lang="en-ID" sz="800" b="0" i="1" u="none" strike="noStrike" kern="0" cap="none" spc="0" normalizeH="0" baseline="0" noProof="0" dirty="0">
                        <a:ln>
                          <a:noFill/>
                        </a:ln>
                        <a:solidFill>
                          <a:srgbClr val="1A1A1A"/>
                        </a:solidFill>
                        <a:effectLst/>
                        <a:uLnTx/>
                        <a:uFillTx/>
                        <a:latin typeface="Neue Haas Grotesk Text Pro"/>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Diisi</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a:t>
                      </a:r>
                      <a:r>
                        <a:rPr kumimoji="0" lang="en-ID" sz="800" b="1" i="0" u="none" strike="noStrike" kern="0" cap="none" spc="0" normalizeH="0" baseline="0" noProof="0" dirty="0" err="1">
                          <a:ln>
                            <a:noFill/>
                          </a:ln>
                          <a:solidFill>
                            <a:srgbClr val="600000"/>
                          </a:solidFill>
                          <a:effectLst/>
                          <a:uLnTx/>
                          <a:uFillTx/>
                          <a:latin typeface="Neue Haas Grotesk Text Pro"/>
                          <a:ea typeface="+mn-ea"/>
                          <a:cs typeface="+mn-cs"/>
                          <a:sym typeface="Arial"/>
                        </a:rPr>
                        <a:t>sikap</a:t>
                      </a:r>
                      <a:r>
                        <a:rPr kumimoji="0" lang="en-ID" sz="800" b="1" i="0" u="none" strike="noStrike" kern="0" cap="none" spc="0" normalizeH="0" baseline="0" noProof="0" dirty="0">
                          <a:ln>
                            <a:noFill/>
                          </a:ln>
                          <a:solidFill>
                            <a:srgbClr val="600000"/>
                          </a:solidFill>
                          <a:effectLst/>
                          <a:uLnTx/>
                          <a:uFillTx/>
                          <a:latin typeface="Neue Haas Grotesk Text Pro"/>
                          <a:ea typeface="+mn-ea"/>
                          <a:cs typeface="+mn-cs"/>
                          <a:sym typeface="Arial"/>
                        </a:rPr>
                        <a:t> risiko</a:t>
                      </a:r>
                      <a:endParaRPr kumimoji="0" lang="en-ID" sz="8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just"/>
                      <a:r>
                        <a:rPr lang="en-ID" sz="850" b="0" i="0" dirty="0">
                          <a:solidFill>
                            <a:srgbClr val="1A1A1A"/>
                          </a:solidFill>
                          <a:latin typeface="Neue Haas Grotesk Text Pro"/>
                        </a:rPr>
                        <a:t>PT Perkebunan Nusantara III (Persero) </a:t>
                      </a:r>
                      <a:r>
                        <a:rPr lang="en-ID" sz="850" b="0" i="0" dirty="0" err="1">
                          <a:solidFill>
                            <a:srgbClr val="1A1A1A"/>
                          </a:solidFill>
                          <a:latin typeface="Neue Haas Grotesk Text Pro"/>
                        </a:rPr>
                        <a:t>menerapkan</a:t>
                      </a:r>
                      <a:r>
                        <a:rPr lang="en-ID" sz="850" b="0" i="0" dirty="0">
                          <a:solidFill>
                            <a:srgbClr val="1A1A1A"/>
                          </a:solidFill>
                          <a:latin typeface="Neue Haas Grotesk Text Pro"/>
                        </a:rPr>
                        <a:t> </a:t>
                      </a:r>
                      <a:r>
                        <a:rPr lang="en-ID" sz="850" b="0" i="0" dirty="0" err="1">
                          <a:solidFill>
                            <a:srgbClr val="1A1A1A"/>
                          </a:solidFill>
                          <a:latin typeface="Neue Haas Grotesk Text Pro"/>
                        </a:rPr>
                        <a:t>budaya</a:t>
                      </a:r>
                      <a:r>
                        <a:rPr lang="en-ID" sz="850" b="0" i="0" dirty="0">
                          <a:solidFill>
                            <a:srgbClr val="1A1A1A"/>
                          </a:solidFill>
                          <a:latin typeface="Neue Haas Grotesk Text Pro"/>
                        </a:rPr>
                        <a:t> risiko yang </a:t>
                      </a:r>
                      <a:r>
                        <a:rPr lang="en-ID" sz="850" b="0" i="0" dirty="0" err="1">
                          <a:solidFill>
                            <a:srgbClr val="1A1A1A"/>
                          </a:solidFill>
                          <a:latin typeface="Neue Haas Grotesk Text Pro"/>
                        </a:rPr>
                        <a:t>kuat</a:t>
                      </a:r>
                      <a:r>
                        <a:rPr lang="en-ID" sz="850" b="0" i="0" dirty="0">
                          <a:solidFill>
                            <a:srgbClr val="1A1A1A"/>
                          </a:solidFill>
                          <a:latin typeface="Neue Haas Grotesk Text Pro"/>
                        </a:rPr>
                        <a:t> </a:t>
                      </a:r>
                      <a:r>
                        <a:rPr lang="en-ID" sz="850" b="0" i="0" dirty="0" err="1">
                          <a:solidFill>
                            <a:srgbClr val="1A1A1A"/>
                          </a:solidFill>
                          <a:latin typeface="Neue Haas Grotesk Text Pro"/>
                        </a:rPr>
                        <a:t>untuk</a:t>
                      </a:r>
                      <a:r>
                        <a:rPr lang="en-ID" sz="850" b="0" i="0" dirty="0">
                          <a:solidFill>
                            <a:srgbClr val="1A1A1A"/>
                          </a:solidFill>
                          <a:latin typeface="Neue Haas Grotesk Text Pro"/>
                        </a:rPr>
                        <a:t> </a:t>
                      </a:r>
                      <a:r>
                        <a:rPr lang="en-ID" sz="850" b="0" i="0" dirty="0" err="1">
                          <a:solidFill>
                            <a:srgbClr val="1A1A1A"/>
                          </a:solidFill>
                          <a:latin typeface="Neue Haas Grotesk Text Pro"/>
                        </a:rPr>
                        <a:t>menjaga</a:t>
                      </a:r>
                      <a:r>
                        <a:rPr lang="en-ID" sz="850" b="0" i="0" dirty="0">
                          <a:solidFill>
                            <a:srgbClr val="1A1A1A"/>
                          </a:solidFill>
                          <a:latin typeface="Neue Haas Grotesk Text Pro"/>
                        </a:rPr>
                        <a:t> </a:t>
                      </a:r>
                      <a:r>
                        <a:rPr lang="en-ID" sz="850" b="0" i="0" dirty="0" err="1">
                          <a:solidFill>
                            <a:srgbClr val="1A1A1A"/>
                          </a:solidFill>
                          <a:latin typeface="Neue Haas Grotesk Text Pro"/>
                        </a:rPr>
                        <a:t>kepatuhan</a:t>
                      </a:r>
                      <a:r>
                        <a:rPr lang="en-ID" sz="850" b="0" i="0" dirty="0">
                          <a:solidFill>
                            <a:srgbClr val="1A1A1A"/>
                          </a:solidFill>
                          <a:latin typeface="Neue Haas Grotesk Text Pro"/>
                        </a:rPr>
                        <a:t>, </a:t>
                      </a:r>
                      <a:r>
                        <a:rPr lang="en-ID" sz="850" b="0" i="0" dirty="0" err="1">
                          <a:solidFill>
                            <a:srgbClr val="1A1A1A"/>
                          </a:solidFill>
                          <a:latin typeface="Neue Haas Grotesk Text Pro"/>
                        </a:rPr>
                        <a:t>integritas</a:t>
                      </a:r>
                      <a:r>
                        <a:rPr lang="en-ID" sz="850" b="0" i="0" dirty="0">
                          <a:solidFill>
                            <a:srgbClr val="1A1A1A"/>
                          </a:solidFill>
                          <a:latin typeface="Neue Haas Grotesk Text Pro"/>
                        </a:rPr>
                        <a:t>, dan </a:t>
                      </a:r>
                      <a:r>
                        <a:rPr lang="en-ID" sz="850" b="0" i="0" dirty="0" err="1">
                          <a:solidFill>
                            <a:srgbClr val="1A1A1A"/>
                          </a:solidFill>
                          <a:latin typeface="Neue Haas Grotesk Text Pro"/>
                        </a:rPr>
                        <a:t>etika</a:t>
                      </a:r>
                      <a:r>
                        <a:rPr lang="en-ID" sz="850" b="0" i="0" dirty="0">
                          <a:solidFill>
                            <a:srgbClr val="1A1A1A"/>
                          </a:solidFill>
                          <a:latin typeface="Neue Haas Grotesk Text Pro"/>
                        </a:rPr>
                        <a:t> </a:t>
                      </a:r>
                      <a:r>
                        <a:rPr lang="en-ID" sz="850" b="0" i="0" dirty="0" err="1">
                          <a:solidFill>
                            <a:srgbClr val="1A1A1A"/>
                          </a:solidFill>
                          <a:latin typeface="Neue Haas Grotesk Text Pro"/>
                        </a:rPr>
                        <a:t>bisnis</a:t>
                      </a:r>
                      <a:r>
                        <a:rPr lang="en-ID" sz="850" b="0" i="0" dirty="0">
                          <a:solidFill>
                            <a:srgbClr val="1A1A1A"/>
                          </a:solidFill>
                          <a:latin typeface="Neue Haas Grotesk Text Pro"/>
                        </a:rPr>
                        <a:t>, </a:t>
                      </a:r>
                      <a:r>
                        <a:rPr lang="en-ID" sz="850" b="0" i="0" dirty="0" err="1">
                          <a:solidFill>
                            <a:srgbClr val="1A1A1A"/>
                          </a:solidFill>
                          <a:latin typeface="Neue Haas Grotesk Text Pro"/>
                        </a:rPr>
                        <a:t>termasuk</a:t>
                      </a:r>
                      <a:r>
                        <a:rPr lang="en-ID" sz="850" b="0" i="0" dirty="0">
                          <a:solidFill>
                            <a:srgbClr val="1A1A1A"/>
                          </a:solidFill>
                          <a:latin typeface="Neue Haas Grotesk Text Pro"/>
                        </a:rPr>
                        <a:t> </a:t>
                      </a:r>
                      <a:r>
                        <a:rPr lang="en-ID" sz="850" b="0" i="0" dirty="0" err="1">
                          <a:solidFill>
                            <a:srgbClr val="1A1A1A"/>
                          </a:solidFill>
                          <a:latin typeface="Neue Haas Grotesk Text Pro"/>
                        </a:rPr>
                        <a:t>hak</a:t>
                      </a:r>
                      <a:r>
                        <a:rPr lang="en-ID" sz="850" b="0" i="0" dirty="0">
                          <a:solidFill>
                            <a:srgbClr val="1A1A1A"/>
                          </a:solidFill>
                          <a:latin typeface="Neue Haas Grotesk Text Pro"/>
                        </a:rPr>
                        <a:t> </a:t>
                      </a:r>
                      <a:r>
                        <a:rPr lang="en-ID" sz="850" b="0" i="0" dirty="0" err="1">
                          <a:solidFill>
                            <a:srgbClr val="1A1A1A"/>
                          </a:solidFill>
                          <a:latin typeface="Neue Haas Grotesk Text Pro"/>
                        </a:rPr>
                        <a:t>atas</a:t>
                      </a:r>
                      <a:r>
                        <a:rPr lang="en-ID" sz="850" b="0" i="0" dirty="0">
                          <a:solidFill>
                            <a:srgbClr val="1A1A1A"/>
                          </a:solidFill>
                          <a:latin typeface="Neue Haas Grotesk Text Pro"/>
                        </a:rPr>
                        <a:t> </a:t>
                      </a:r>
                      <a:r>
                        <a:rPr lang="en-ID" sz="850" b="0" i="0" dirty="0" err="1">
                          <a:solidFill>
                            <a:srgbClr val="1A1A1A"/>
                          </a:solidFill>
                          <a:latin typeface="Neue Haas Grotesk Text Pro"/>
                        </a:rPr>
                        <a:t>tanah</a:t>
                      </a:r>
                      <a:r>
                        <a:rPr lang="en-ID" sz="850" b="0" i="0" dirty="0">
                          <a:solidFill>
                            <a:srgbClr val="1A1A1A"/>
                          </a:solidFill>
                          <a:latin typeface="Neue Haas Grotesk Text Pro"/>
                        </a:rPr>
                        <a:t>, </a:t>
                      </a:r>
                      <a:r>
                        <a:rPr lang="en-ID" sz="850" b="0" i="0" dirty="0" err="1">
                          <a:solidFill>
                            <a:srgbClr val="1A1A1A"/>
                          </a:solidFill>
                          <a:latin typeface="Neue Haas Grotesk Text Pro"/>
                        </a:rPr>
                        <a:t>perizinan</a:t>
                      </a:r>
                      <a:r>
                        <a:rPr lang="en-ID" sz="850" b="0" i="0" dirty="0">
                          <a:solidFill>
                            <a:srgbClr val="1A1A1A"/>
                          </a:solidFill>
                          <a:latin typeface="Neue Haas Grotesk Text Pro"/>
                        </a:rPr>
                        <a:t>, </a:t>
                      </a:r>
                      <a:r>
                        <a:rPr lang="en-ID" sz="850" b="0" i="0" dirty="0" err="1">
                          <a:solidFill>
                            <a:srgbClr val="1A1A1A"/>
                          </a:solidFill>
                          <a:latin typeface="Neue Haas Grotesk Text Pro"/>
                        </a:rPr>
                        <a:t>perlindungan</a:t>
                      </a:r>
                      <a:r>
                        <a:rPr lang="en-ID" sz="850" b="0" i="0" dirty="0">
                          <a:solidFill>
                            <a:srgbClr val="1A1A1A"/>
                          </a:solidFill>
                          <a:latin typeface="Neue Haas Grotesk Text Pro"/>
                        </a:rPr>
                        <a:t> </a:t>
                      </a:r>
                      <a:r>
                        <a:rPr lang="en-ID" sz="850" b="0" i="0" dirty="0" err="1">
                          <a:solidFill>
                            <a:srgbClr val="1A1A1A"/>
                          </a:solidFill>
                          <a:latin typeface="Neue Haas Grotesk Text Pro"/>
                        </a:rPr>
                        <a:t>lingkungan</a:t>
                      </a:r>
                      <a:r>
                        <a:rPr lang="en-ID" sz="850" b="0" i="0" dirty="0">
                          <a:solidFill>
                            <a:srgbClr val="1A1A1A"/>
                          </a:solidFill>
                          <a:latin typeface="Neue Haas Grotesk Text Pro"/>
                        </a:rPr>
                        <a:t> </a:t>
                      </a:r>
                      <a:r>
                        <a:rPr lang="en-ID" sz="850" b="0" i="0" dirty="0" err="1">
                          <a:solidFill>
                            <a:srgbClr val="1A1A1A"/>
                          </a:solidFill>
                          <a:latin typeface="Neue Haas Grotesk Text Pro"/>
                        </a:rPr>
                        <a:t>hidup</a:t>
                      </a:r>
                      <a:r>
                        <a:rPr lang="en-ID" sz="850" b="0" i="0" dirty="0">
                          <a:solidFill>
                            <a:srgbClr val="1A1A1A"/>
                          </a:solidFill>
                          <a:latin typeface="Neue Haas Grotesk Text Pro"/>
                        </a:rPr>
                        <a:t>, </a:t>
                      </a:r>
                      <a:r>
                        <a:rPr lang="en-ID" sz="850" b="0" i="0" dirty="0" err="1">
                          <a:solidFill>
                            <a:srgbClr val="1A1A1A"/>
                          </a:solidFill>
                          <a:latin typeface="Neue Haas Grotesk Text Pro"/>
                        </a:rPr>
                        <a:t>ketenagakerjaan</a:t>
                      </a:r>
                      <a:r>
                        <a:rPr lang="en-ID" sz="850" b="0" i="0" dirty="0">
                          <a:solidFill>
                            <a:srgbClr val="1A1A1A"/>
                          </a:solidFill>
                          <a:latin typeface="Neue Haas Grotesk Text Pro"/>
                        </a:rPr>
                        <a:t>, anti-</a:t>
                      </a:r>
                      <a:r>
                        <a:rPr lang="en-ID" sz="850" b="0" i="0" dirty="0" err="1">
                          <a:solidFill>
                            <a:srgbClr val="1A1A1A"/>
                          </a:solidFill>
                          <a:latin typeface="Neue Haas Grotesk Text Pro"/>
                        </a:rPr>
                        <a:t>penyuapan</a:t>
                      </a:r>
                      <a:r>
                        <a:rPr lang="en-ID" sz="850" b="0" i="0" dirty="0">
                          <a:solidFill>
                            <a:srgbClr val="1A1A1A"/>
                          </a:solidFill>
                          <a:latin typeface="Neue Haas Grotesk Text Pro"/>
                        </a:rPr>
                        <a:t>, anti-fraud, dan </a:t>
                      </a:r>
                      <a:r>
                        <a:rPr lang="en-ID" sz="850" b="0" i="0" dirty="0" err="1">
                          <a:solidFill>
                            <a:srgbClr val="1A1A1A"/>
                          </a:solidFill>
                          <a:latin typeface="Neue Haas Grotesk Text Pro"/>
                        </a:rPr>
                        <a:t>pelindungan</a:t>
                      </a:r>
                      <a:r>
                        <a:rPr lang="en-ID" sz="850" b="0" i="0" dirty="0">
                          <a:solidFill>
                            <a:srgbClr val="1A1A1A"/>
                          </a:solidFill>
                          <a:latin typeface="Neue Haas Grotesk Text Pro"/>
                        </a:rPr>
                        <a:t> data, dan </a:t>
                      </a:r>
                      <a:r>
                        <a:rPr lang="en-ID" sz="850" b="0" i="0" dirty="0" err="1">
                          <a:solidFill>
                            <a:srgbClr val="1A1A1A"/>
                          </a:solidFill>
                          <a:latin typeface="Neue Haas Grotesk Text Pro"/>
                        </a:rPr>
                        <a:t>tidak</a:t>
                      </a:r>
                      <a:r>
                        <a:rPr lang="en-ID" sz="850" b="0" i="0" dirty="0">
                          <a:solidFill>
                            <a:srgbClr val="1A1A1A"/>
                          </a:solidFill>
                          <a:latin typeface="Neue Haas Grotesk Text Pro"/>
                        </a:rPr>
                        <a:t> </a:t>
                      </a:r>
                      <a:r>
                        <a:rPr lang="en-ID" sz="850" b="0" i="0" dirty="0" err="1">
                          <a:solidFill>
                            <a:srgbClr val="1A1A1A"/>
                          </a:solidFill>
                          <a:latin typeface="Neue Haas Grotesk Text Pro"/>
                        </a:rPr>
                        <a:t>menoleransi</a:t>
                      </a:r>
                      <a:r>
                        <a:rPr lang="en-ID" sz="850" b="0" i="0" dirty="0">
                          <a:solidFill>
                            <a:srgbClr val="1A1A1A"/>
                          </a:solidFill>
                          <a:latin typeface="Neue Haas Grotesk Text Pro"/>
                        </a:rPr>
                        <a:t> </a:t>
                      </a:r>
                      <a:r>
                        <a:rPr lang="en-ID" sz="850" b="0" i="0" dirty="0" err="1">
                          <a:solidFill>
                            <a:srgbClr val="1A1A1A"/>
                          </a:solidFill>
                          <a:latin typeface="Neue Haas Grotesk Text Pro"/>
                        </a:rPr>
                        <a:t>pelanggaran</a:t>
                      </a:r>
                      <a:r>
                        <a:rPr lang="en-ID" sz="850" b="0" i="0" dirty="0">
                          <a:solidFill>
                            <a:srgbClr val="1A1A1A"/>
                          </a:solidFill>
                          <a:latin typeface="Neue Haas Grotesk Text Pro"/>
                        </a:rPr>
                        <a:t> </a:t>
                      </a:r>
                      <a:r>
                        <a:rPr lang="en-ID" sz="850" b="0" i="0" dirty="0" err="1">
                          <a:solidFill>
                            <a:srgbClr val="1A1A1A"/>
                          </a:solidFill>
                          <a:latin typeface="Neue Haas Grotesk Text Pro"/>
                        </a:rPr>
                        <a:t>terhadap</a:t>
                      </a:r>
                      <a:r>
                        <a:rPr lang="en-ID" sz="850" b="0" i="0" dirty="0">
                          <a:solidFill>
                            <a:srgbClr val="1A1A1A"/>
                          </a:solidFill>
                          <a:latin typeface="Neue Haas Grotesk Text Pro"/>
                        </a:rPr>
                        <a:t> </a:t>
                      </a:r>
                      <a:r>
                        <a:rPr lang="en-ID" sz="850" b="0" i="0" dirty="0" err="1">
                          <a:solidFill>
                            <a:srgbClr val="1A1A1A"/>
                          </a:solidFill>
                          <a:latin typeface="Neue Haas Grotesk Text Pro"/>
                        </a:rPr>
                        <a:t>peraturan</a:t>
                      </a:r>
                      <a:r>
                        <a:rPr lang="en-ID" sz="850" b="0" i="0" dirty="0">
                          <a:solidFill>
                            <a:srgbClr val="1A1A1A"/>
                          </a:solidFill>
                          <a:latin typeface="Neue Haas Grotesk Text Pro"/>
                        </a:rPr>
                        <a:t> </a:t>
                      </a:r>
                      <a:r>
                        <a:rPr lang="en-ID" sz="850" b="0" i="0" dirty="0" err="1">
                          <a:solidFill>
                            <a:srgbClr val="1A1A1A"/>
                          </a:solidFill>
                          <a:latin typeface="Neue Haas Grotesk Text Pro"/>
                        </a:rPr>
                        <a:t>perundang-undangan</a:t>
                      </a:r>
                      <a:r>
                        <a:rPr lang="en-ID" sz="850" b="0" i="0" dirty="0">
                          <a:solidFill>
                            <a:srgbClr val="1A1A1A"/>
                          </a:solidFill>
                          <a:latin typeface="Neue Haas Grotesk Text Pro"/>
                        </a:rPr>
                        <a:t> dan </a:t>
                      </a:r>
                      <a:r>
                        <a:rPr lang="en-ID" sz="850" b="0" i="0" dirty="0" err="1">
                          <a:solidFill>
                            <a:srgbClr val="1A1A1A"/>
                          </a:solidFill>
                          <a:latin typeface="Neue Haas Grotesk Text Pro"/>
                        </a:rPr>
                        <a:t>ketentuan</a:t>
                      </a:r>
                      <a:r>
                        <a:rPr lang="en-ID" sz="850" b="0" i="0" dirty="0">
                          <a:solidFill>
                            <a:srgbClr val="1A1A1A"/>
                          </a:solidFill>
                          <a:latin typeface="Neue Haas Grotesk Text Pro"/>
                        </a:rPr>
                        <a:t> yang </a:t>
                      </a:r>
                      <a:r>
                        <a:rPr lang="en-ID" sz="850" b="0" i="0" dirty="0" err="1">
                          <a:solidFill>
                            <a:srgbClr val="1A1A1A"/>
                          </a:solidFill>
                          <a:latin typeface="Neue Haas Grotesk Text Pro"/>
                        </a:rPr>
                        <a:t>berlaku</a:t>
                      </a:r>
                      <a:r>
                        <a:rPr lang="en-ID" sz="850" b="0" i="0" dirty="0">
                          <a:solidFill>
                            <a:srgbClr val="1A1A1A"/>
                          </a:solidFill>
                          <a:latin typeface="Neue Haas Grotesk Text Pro"/>
                        </a:rPr>
                        <a:t>.</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menerapkan budaya risiko yang kuat untuk menjaga kepatuhan, integritas, dan etika bisnis, termasuk dalam tata kelola hak atas tanah kawasan (HPL/HGB), perizinan berusaha dan operasional utilitas, perlindungan lingkungan hidup (AMDAL dan baku mutu limbah), ketenagakerjaan, anti-penyuapan, anti-fraud, serta perlindungan data rahasia para tenants. Perusahaan tidak menoleransi pelanggaran terhadap peraturan perundang-undangan dan ketentuan hukum yang berlaku.</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l"/>
                      <a:r>
                        <a:rPr lang="id-ID" sz="850" b="0" i="0" dirty="0">
                          <a:solidFill>
                            <a:srgbClr val="1A1A1A"/>
                          </a:solidFill>
                          <a:latin typeface="Neue Haas Grotesk Text Pro"/>
                        </a:rPr>
                        <a:t>PT KINRA berkomitmen menerapkan budaya risiko dan tata kelola yang kuat untuk memastikan kepatuhan mutlak terhadap hukum, integritas, dan etika bisnis di seluruh aspek operasional kawasan. Kebijakan nol toleransi ini diterapkan secara ketat mulai dari legalitas hak atas tanah (HPL/HGB), kepatuhan lingkungan (AMDAL), hingga penerapan program anti-fraud dan perlindungan data rahasia tenants. Melalui kepatuhan hukum yang menyeluruh, PT KINRA melindungi seluruh pemangku kepentingan dari risiko hukum sekaligus memperkuat reputasi kawasan sebagai destinasi investasi yang aman dan tepercaya.</a:t>
                      </a:r>
                    </a:p>
                  </a:txBody>
                  <a:tcPr marL="45720" marR="45720" marT="27432" marB="27432">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7.2 </a:t>
            </a:r>
            <a:r>
              <a:rPr sz="2400" i="1" dirty="0"/>
              <a:t>Risk Acceptance Matrix </a:t>
            </a:r>
            <a:r>
              <a:rPr sz="2400" dirty="0"/>
              <a:t>(RAM)</a:t>
            </a:r>
            <a:r>
              <a:rPr lang="en-US" sz="2400" dirty="0"/>
              <a:t> (PT KINRA)</a:t>
            </a:r>
            <a:endParaRPr sz="2400" dirty="0"/>
          </a:p>
        </p:txBody>
      </p:sp>
      <p:sp>
        <p:nvSpPr>
          <p:cNvPr id="3" name="Text Placeholder 2"/>
          <p:cNvSpPr>
            <a:spLocks noGrp="1"/>
          </p:cNvSpPr>
          <p:nvPr>
            <p:ph type="body" idx="2"/>
          </p:nvPr>
        </p:nvSpPr>
        <p:spPr/>
        <p:txBody>
          <a:bodyPr/>
          <a:lstStyle/>
          <a:p>
            <a:r>
              <a:rPr sz="1200" dirty="0">
                <a:latin typeface="Neue Haas Grotesk Text Pro"/>
              </a:rPr>
              <a:t>(1/4) </a:t>
            </a:r>
            <a:r>
              <a:rPr sz="1200" dirty="0" err="1">
                <a:latin typeface="Neue Haas Grotesk Text Pro"/>
              </a:rPr>
              <a:t>Ringkasan</a:t>
            </a:r>
            <a:r>
              <a:rPr sz="1200" dirty="0">
                <a:latin typeface="Neue Haas Grotesk Text Pro"/>
              </a:rPr>
              <a:t>: </a:t>
            </a:r>
            <a:r>
              <a:rPr lang="en-US" sz="1200" dirty="0">
                <a:latin typeface="Neue Haas Grotesk Text Pro"/>
              </a:rPr>
              <a:t>--</a:t>
            </a:r>
            <a:r>
              <a:rPr sz="1200" dirty="0">
                <a:latin typeface="Neue Haas Grotesk Text Pro"/>
              </a:rPr>
              <a:t> parameter </a:t>
            </a:r>
            <a:r>
              <a:rPr sz="1200" dirty="0" err="1">
                <a:latin typeface="Neue Haas Grotesk Text Pro"/>
              </a:rPr>
              <a:t>pengukuran</a:t>
            </a:r>
            <a:r>
              <a:rPr sz="1200" dirty="0">
                <a:latin typeface="Neue Haas Grotesk Text Pro"/>
              </a:rPr>
              <a:t> </a:t>
            </a:r>
            <a:r>
              <a:rPr sz="1200" dirty="0" err="1">
                <a:latin typeface="Neue Haas Grotesk Text Pro"/>
              </a:rPr>
              <a:t>menjaga</a:t>
            </a:r>
            <a:r>
              <a:rPr sz="1200" dirty="0">
                <a:latin typeface="Neue Haas Grotesk Text Pro"/>
              </a:rPr>
              <a:t> </a:t>
            </a:r>
            <a:r>
              <a:rPr sz="1200" dirty="0" err="1">
                <a:latin typeface="Neue Haas Grotesk Text Pro"/>
              </a:rPr>
              <a:t>delapan</a:t>
            </a:r>
            <a:r>
              <a:rPr sz="1200" dirty="0">
                <a:latin typeface="Neue Haas Grotesk Text Pro"/>
              </a:rPr>
              <a:t> </a:t>
            </a:r>
            <a:r>
              <a:rPr sz="1200" dirty="0" err="1">
                <a:latin typeface="Neue Haas Grotesk Text Pro"/>
              </a:rPr>
              <a:t>taksonomi</a:t>
            </a:r>
            <a:r>
              <a:rPr sz="1200" dirty="0">
                <a:latin typeface="Neue Haas Grotesk Text Pro"/>
              </a:rPr>
              <a:t> risiko</a:t>
            </a:r>
          </a:p>
        </p:txBody>
      </p:sp>
      <p:grpSp>
        <p:nvGrpSpPr>
          <p:cNvPr id="4" name="Panel RAM"/>
          <p:cNvGrpSpPr/>
          <p:nvPr/>
        </p:nvGrpSpPr>
        <p:grpSpPr>
          <a:xfrm>
            <a:off x="310896" y="1207008"/>
            <a:ext cx="2697480" cy="4919472"/>
            <a:chOff x="310896" y="1207008"/>
            <a:chExt cx="2697480" cy="4919472"/>
          </a:xfrm>
        </p:grpSpPr>
        <p:sp>
          <p:nvSpPr>
            <p:cNvPr id="5" name="Panel RAM - latar"/>
            <p:cNvSpPr/>
            <p:nvPr/>
          </p:nvSpPr>
          <p:spPr>
            <a:xfrm>
              <a:off x="310896" y="1207008"/>
              <a:ext cx="2697480" cy="4919472"/>
            </a:xfrm>
            <a:prstGeom prst="rect">
              <a:avLst/>
            </a:prstGeom>
            <a:solidFill>
              <a:srgbClr val="29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Panel RAM - judul"/>
            <p:cNvSpPr txBox="1"/>
            <p:nvPr/>
          </p:nvSpPr>
          <p:spPr>
            <a:xfrm>
              <a:off x="566928" y="1463040"/>
              <a:ext cx="218541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D9C4C4"/>
                  </a:solidFill>
                  <a:effectLst/>
                  <a:uLnTx/>
                  <a:uFillTx/>
                  <a:latin typeface="Neue Haas Grotesk Text Pro"/>
                  <a:ea typeface="+mn-ea"/>
                  <a:cs typeface="+mn-cs"/>
                </a:rPr>
                <a:t>PARAMETER PENGUKURAN</a:t>
              </a:r>
              <a:endParaRPr kumimoji="0" lang="id-ID" sz="800" b="0" i="0" u="none" strike="noStrike" kern="1200" cap="none" spc="0" normalizeH="0" baseline="0" noProof="0">
                <a:ln>
                  <a:noFill/>
                </a:ln>
                <a:solidFill>
                  <a:srgbClr val="1A1A1A"/>
                </a:solidFill>
                <a:effectLst/>
                <a:uLnTx/>
                <a:uFillTx/>
                <a:latin typeface="Neue Haas Grotesk Text Pro"/>
                <a:ea typeface="+mn-ea"/>
                <a:cs typeface="+mn-cs"/>
              </a:endParaRPr>
            </a:p>
          </p:txBody>
        </p:sp>
        <p:sp>
          <p:nvSpPr>
            <p:cNvPr id="7" name="Panel RAM - jumlah parameter (ketik angka)"/>
            <p:cNvSpPr txBox="1"/>
            <p:nvPr/>
          </p:nvSpPr>
          <p:spPr>
            <a:xfrm>
              <a:off x="566928" y="1627632"/>
              <a:ext cx="2185416" cy="92333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1" dirty="0">
                  <a:solidFill>
                    <a:srgbClr val="FFFFFF"/>
                  </a:solidFill>
                  <a:latin typeface="Neue Haas Grotesk Text Pro"/>
                </a:rPr>
                <a:t>--</a:t>
              </a:r>
              <a:endParaRPr kumimoji="0" lang="id-ID" sz="6000" b="0" i="0" u="none" strike="noStrike" kern="1200" cap="none" spc="0" normalizeH="0" baseline="0" noProof="0" dirty="0">
                <a:ln>
                  <a:noFill/>
                </a:ln>
                <a:solidFill>
                  <a:srgbClr val="1A1A1A"/>
                </a:solidFill>
                <a:effectLst/>
                <a:uLnTx/>
                <a:uFillTx/>
                <a:latin typeface="Neue Haas Grotesk Text Pro"/>
                <a:ea typeface="+mn-ea"/>
                <a:cs typeface="+mn-cs"/>
              </a:endParaRPr>
            </a:p>
          </p:txBody>
        </p:sp>
        <p:sp>
          <p:nvSpPr>
            <p:cNvPr id="8" name="Panel RAM - keterangan"/>
            <p:cNvSpPr txBox="1"/>
            <p:nvPr/>
          </p:nvSpPr>
          <p:spPr>
            <a:xfrm>
              <a:off x="566928" y="2468880"/>
              <a:ext cx="2185416" cy="4572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FFFFFF"/>
                  </a:solidFill>
                  <a:effectLst/>
                  <a:uLnTx/>
                  <a:uFillTx/>
                  <a:latin typeface="Neue Haas Grotesk Text Pro"/>
                  <a:ea typeface="+mn-ea"/>
                  <a:cs typeface="+mn-cs"/>
                </a:rPr>
                <a:t>parameter pada delapan taksonomi risiko, dihitung dari data konsolidasi PTPN Group</a:t>
              </a:r>
              <a:endParaRPr kumimoji="0" lang="id-ID" sz="900" b="0" i="0" u="none" strike="noStrike" kern="1200" cap="none" spc="0" normalizeH="0" baseline="0" noProof="0">
                <a:ln>
                  <a:noFill/>
                </a:ln>
                <a:solidFill>
                  <a:srgbClr val="1A1A1A"/>
                </a:solidFill>
                <a:effectLst/>
                <a:uLnTx/>
                <a:uFillTx/>
                <a:latin typeface="Neue Haas Grotesk Text Pro"/>
                <a:ea typeface="+mn-ea"/>
                <a:cs typeface="+mn-cs"/>
              </a:endParaRPr>
            </a:p>
          </p:txBody>
        </p:sp>
        <p:sp>
          <p:nvSpPr>
            <p:cNvPr id="9" name="Panel RAM - judul kategori"/>
            <p:cNvSpPr txBox="1"/>
            <p:nvPr/>
          </p:nvSpPr>
          <p:spPr>
            <a:xfrm>
              <a:off x="566928" y="3310128"/>
              <a:ext cx="218541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D9C4C4"/>
                  </a:solidFill>
                  <a:effectLst/>
                  <a:uLnTx/>
                  <a:uFillTx/>
                  <a:latin typeface="Neue Haas Grotesk Text Pro"/>
                  <a:ea typeface="+mn-ea"/>
                  <a:cs typeface="+mn-cs"/>
                </a:rPr>
                <a:t>KATEGORI PARAMETER</a:t>
              </a:r>
              <a:endParaRPr kumimoji="0" lang="id-ID" sz="800" b="0" i="0" u="none" strike="noStrike" kern="1200" cap="none" spc="0" normalizeH="0" baseline="0" noProof="0">
                <a:ln>
                  <a:noFill/>
                </a:ln>
                <a:solidFill>
                  <a:srgbClr val="1A1A1A"/>
                </a:solidFill>
                <a:effectLst/>
                <a:uLnTx/>
                <a:uFillTx/>
                <a:latin typeface="Neue Haas Grotesk Text Pro"/>
                <a:ea typeface="+mn-ea"/>
                <a:cs typeface="+mn-cs"/>
              </a:endParaRPr>
            </a:p>
          </p:txBody>
        </p:sp>
        <p:sp>
          <p:nvSpPr>
            <p:cNvPr id="10" name="Panel RAM - kategori (ketik angka)"/>
            <p:cNvSpPr txBox="1"/>
            <p:nvPr/>
          </p:nvSpPr>
          <p:spPr>
            <a:xfrm>
              <a:off x="566928" y="3538728"/>
              <a:ext cx="2185416" cy="139781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900" b="1" i="0" u="none" strike="noStrike" kern="1200" cap="none" spc="0" normalizeH="0" baseline="0" noProof="0" dirty="0">
                  <a:ln>
                    <a:noFill/>
                  </a:ln>
                  <a:solidFill>
                    <a:srgbClr val="600000"/>
                  </a:solidFill>
                  <a:effectLst/>
                  <a:highlight>
                    <a:srgbClr val="FFFFFF"/>
                  </a:highlight>
                  <a:uLnTx/>
                  <a:uFillTx/>
                  <a:latin typeface="Neue Haas Grotesk Text Pro"/>
                  <a:ea typeface="+mn-ea"/>
                  <a:cs typeface="+mn-cs"/>
                </a:rPr>
                <a:t> </a:t>
              </a:r>
              <a:r>
                <a:rPr kumimoji="0" sz="900" b="1" i="0" u="none" strike="noStrike" kern="1200" cap="none" spc="0" normalizeH="0" baseline="0" noProof="0" dirty="0" err="1">
                  <a:ln>
                    <a:noFill/>
                  </a:ln>
                  <a:solidFill>
                    <a:srgbClr val="600000"/>
                  </a:solidFill>
                  <a:effectLst/>
                  <a:highlight>
                    <a:srgbClr val="FFFFFF"/>
                  </a:highlight>
                  <a:uLnTx/>
                  <a:uFillTx/>
                  <a:latin typeface="Neue Haas Grotesk Text Pro"/>
                  <a:ea typeface="+mn-ea"/>
                  <a:cs typeface="+mn-cs"/>
                </a:rPr>
                <a:t>Standar</a:t>
              </a:r>
              <a:r>
                <a:rPr kumimoji="0" sz="900" b="1" i="0" u="none" strike="noStrike" kern="1200" cap="none" spc="0" normalizeH="0" baseline="0" noProof="0" dirty="0">
                  <a:ln>
                    <a:noFill/>
                  </a:ln>
                  <a:solidFill>
                    <a:srgbClr val="600000"/>
                  </a:solidFill>
                  <a:effectLst/>
                  <a:highlight>
                    <a:srgbClr val="FFFFFF"/>
                  </a:highlight>
                  <a:uLnTx/>
                  <a:uFillTx/>
                  <a:latin typeface="Neue Haas Grotesk Text Pro"/>
                  <a:ea typeface="+mn-ea"/>
                  <a:cs typeface="+mn-cs"/>
                </a:rPr>
                <a:t> </a:t>
              </a:r>
              <a:r>
                <a:rPr kumimoji="0" sz="1100" b="1" i="0" u="none" strike="noStrike" kern="1200" cap="none" spc="0" normalizeH="0" baseline="0" noProof="0" dirty="0">
                  <a:ln>
                    <a:noFill/>
                  </a:ln>
                  <a:solidFill>
                    <a:srgbClr val="FFFFFF"/>
                  </a:solidFill>
                  <a:effectLst/>
                  <a:uLnTx/>
                  <a:uFillTx/>
                  <a:latin typeface="Neue Haas Grotesk Text Pro"/>
                  <a:ea typeface="+mn-ea"/>
                  <a:cs typeface="+mn-cs"/>
                </a:rPr>
                <a:t>   </a:t>
              </a:r>
              <a:r>
                <a:rPr lang="en-US" sz="1100" b="1" dirty="0">
                  <a:solidFill>
                    <a:srgbClr val="FFFFFF"/>
                  </a:solidFill>
                  <a:latin typeface="Neue Haas Grotesk Text Pro"/>
                </a:rPr>
                <a:t>--</a:t>
              </a:r>
              <a:r>
                <a:rPr kumimoji="0" sz="1100" b="1" i="0" u="none" strike="noStrike" kern="1200" cap="none" spc="0" normalizeH="0" baseline="0" noProof="0" dirty="0">
                  <a:ln>
                    <a:noFill/>
                  </a:ln>
                  <a:solidFill>
                    <a:srgbClr val="FFFFFF"/>
                  </a:solidFill>
                  <a:effectLst/>
                  <a:uLnTx/>
                  <a:uFillTx/>
                  <a:latin typeface="Neue Haas Grotesk Text Pro"/>
                  <a:ea typeface="+mn-ea"/>
                  <a:cs typeface="+mn-cs"/>
                </a:rPr>
                <a:t> parameter</a:t>
              </a:r>
              <a:endParaRPr kumimoji="0" lang="id-ID" sz="1100" b="0" i="0" u="none" strike="noStrike" kern="1200" cap="none" spc="0" normalizeH="0" baseline="0" noProof="0" dirty="0">
                <a:ln>
                  <a:noFill/>
                </a:ln>
                <a:solidFill>
                  <a:srgbClr val="1A1A1A"/>
                </a:solidFill>
                <a:effectLst/>
                <a:uLnTx/>
                <a:uFillTx/>
                <a:latin typeface="Neue Haas Grotesk Text Pro"/>
                <a:ea typeface="+mn-ea"/>
                <a:cs typeface="+mn-cs"/>
              </a:endParaRPr>
            </a:p>
            <a:p>
              <a:pPr marL="0" marR="0" lvl="0" indent="0" algn="l" defTabSz="914400" rtl="0" eaLnBrk="1" fontAlgn="auto" latinLnBrk="0" hangingPunct="1">
                <a:lnSpc>
                  <a:spcPct val="100000"/>
                </a:lnSpc>
                <a:spcBef>
                  <a:spcPts val="0"/>
                </a:spcBef>
                <a:spcAft>
                  <a:spcPts val="1400"/>
                </a:spcAft>
                <a:buClrTx/>
                <a:buSzTx/>
                <a:buFontTx/>
                <a:buNone/>
                <a:tabLst/>
                <a:defRPr/>
              </a:pP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ditetapkan</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PT DAM </a:t>
              </a: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untuk</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a:t>
              </a: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seluruh</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a:t>
              </a: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anak</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a:t>
              </a: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perusahaan</a:t>
              </a:r>
              <a:endParaRPr kumimoji="0" lang="id-ID" sz="800" b="0" i="0" u="none" strike="noStrike" kern="1200" cap="none" spc="0" normalizeH="0" baseline="0" noProof="0" dirty="0">
                <a:ln>
                  <a:noFill/>
                </a:ln>
                <a:solidFill>
                  <a:srgbClr val="1A1A1A"/>
                </a:solidFill>
                <a:effectLst/>
                <a:uLnTx/>
                <a:uFillTx/>
                <a:latin typeface="Neue Haas Grotesk Text Pro"/>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sz="900" b="1" i="0" u="none" strike="noStrike" kern="1200" cap="none" spc="0" normalizeH="0" baseline="0" noProof="0" dirty="0">
                  <a:ln>
                    <a:noFill/>
                  </a:ln>
                  <a:solidFill>
                    <a:srgbClr val="600000"/>
                  </a:solidFill>
                  <a:effectLst/>
                  <a:highlight>
                    <a:srgbClr val="F9CBC8"/>
                  </a:highlight>
                  <a:uLnTx/>
                  <a:uFillTx/>
                  <a:latin typeface="Neue Haas Grotesk Text Pro"/>
                  <a:ea typeface="+mn-ea"/>
                  <a:cs typeface="+mn-cs"/>
                </a:rPr>
                <a:t> </a:t>
              </a:r>
              <a:r>
                <a:rPr kumimoji="0" sz="900" b="1" i="0" u="none" strike="noStrike" kern="1200" cap="none" spc="0" normalizeH="0" baseline="0" noProof="0" dirty="0" err="1">
                  <a:ln>
                    <a:noFill/>
                  </a:ln>
                  <a:solidFill>
                    <a:srgbClr val="600000"/>
                  </a:solidFill>
                  <a:effectLst/>
                  <a:highlight>
                    <a:srgbClr val="F9CBC8"/>
                  </a:highlight>
                  <a:uLnTx/>
                  <a:uFillTx/>
                  <a:latin typeface="Neue Haas Grotesk Text Pro"/>
                  <a:ea typeface="+mn-ea"/>
                  <a:cs typeface="+mn-cs"/>
                </a:rPr>
                <a:t>Klaster</a:t>
              </a:r>
              <a:r>
                <a:rPr kumimoji="0" sz="900" b="1" i="0" u="none" strike="noStrike" kern="1200" cap="none" spc="0" normalizeH="0" baseline="0" noProof="0" dirty="0">
                  <a:ln>
                    <a:noFill/>
                  </a:ln>
                  <a:solidFill>
                    <a:srgbClr val="600000"/>
                  </a:solidFill>
                  <a:effectLst/>
                  <a:highlight>
                    <a:srgbClr val="F9CBC8"/>
                  </a:highlight>
                  <a:uLnTx/>
                  <a:uFillTx/>
                  <a:latin typeface="Neue Haas Grotesk Text Pro"/>
                  <a:ea typeface="+mn-ea"/>
                  <a:cs typeface="+mn-cs"/>
                </a:rPr>
                <a:t> </a:t>
              </a:r>
              <a:r>
                <a:rPr kumimoji="0" sz="1100" b="1" i="0" u="none" strike="noStrike" kern="1200" cap="none" spc="0" normalizeH="0" baseline="0" noProof="0" dirty="0">
                  <a:ln>
                    <a:noFill/>
                  </a:ln>
                  <a:solidFill>
                    <a:srgbClr val="FFFFFF"/>
                  </a:solidFill>
                  <a:effectLst/>
                  <a:uLnTx/>
                  <a:uFillTx/>
                  <a:latin typeface="Neue Haas Grotesk Text Pro"/>
                  <a:ea typeface="+mn-ea"/>
                  <a:cs typeface="+mn-cs"/>
                </a:rPr>
                <a:t>   </a:t>
              </a:r>
              <a:r>
                <a:rPr kumimoji="0" lang="en-US" sz="1100" b="1" i="0" u="none" strike="noStrike" kern="1200" cap="none" spc="0" normalizeH="0" baseline="0" noProof="0" dirty="0">
                  <a:ln>
                    <a:noFill/>
                  </a:ln>
                  <a:solidFill>
                    <a:srgbClr val="FFFFFF"/>
                  </a:solidFill>
                  <a:effectLst/>
                  <a:uLnTx/>
                  <a:uFillTx/>
                  <a:latin typeface="Neue Haas Grotesk Text Pro"/>
                  <a:ea typeface="+mn-ea"/>
                  <a:cs typeface="+mn-cs"/>
                </a:rPr>
                <a:t>--</a:t>
              </a:r>
              <a:r>
                <a:rPr kumimoji="0" sz="1100" b="1" i="0" u="none" strike="noStrike" kern="1200" cap="none" spc="0" normalizeH="0" baseline="0" noProof="0" dirty="0">
                  <a:ln>
                    <a:noFill/>
                  </a:ln>
                  <a:solidFill>
                    <a:srgbClr val="FFFFFF"/>
                  </a:solidFill>
                  <a:effectLst/>
                  <a:uLnTx/>
                  <a:uFillTx/>
                  <a:latin typeface="Neue Haas Grotesk Text Pro"/>
                  <a:ea typeface="+mn-ea"/>
                  <a:cs typeface="+mn-cs"/>
                </a:rPr>
                <a:t> parameter</a:t>
              </a:r>
              <a:endParaRPr kumimoji="0" lang="id-ID" sz="1100" b="0" i="0" u="none" strike="noStrike" kern="1200" cap="none" spc="0" normalizeH="0" baseline="0" noProof="0" dirty="0">
                <a:ln>
                  <a:noFill/>
                </a:ln>
                <a:solidFill>
                  <a:srgbClr val="1A1A1A"/>
                </a:solidFill>
                <a:effectLst/>
                <a:uLnTx/>
                <a:uFillTx/>
                <a:latin typeface="Neue Haas Grotesk Text Pro"/>
                <a:ea typeface="+mn-ea"/>
                <a:cs typeface="+mn-cs"/>
              </a:endParaRPr>
            </a:p>
            <a:p>
              <a:pPr marL="0" marR="0" lvl="0" indent="0" algn="l" defTabSz="914400" rtl="0" eaLnBrk="1" fontAlgn="auto" latinLnBrk="0" hangingPunct="1">
                <a:lnSpc>
                  <a:spcPct val="100000"/>
                </a:lnSpc>
                <a:spcBef>
                  <a:spcPts val="0"/>
                </a:spcBef>
                <a:spcAft>
                  <a:spcPts val="1400"/>
                </a:spcAft>
                <a:buClrTx/>
                <a:buSzTx/>
                <a:buFontTx/>
                <a:buNone/>
                <a:tabLst/>
                <a:defRPr/>
              </a:pP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Food &amp; Agriculture</a:t>
              </a:r>
              <a:endParaRPr kumimoji="0" lang="id-ID" sz="800" b="0" i="0" u="none" strike="noStrike" kern="1200" cap="none" spc="0" normalizeH="0" baseline="0" noProof="0" dirty="0">
                <a:ln>
                  <a:noFill/>
                </a:ln>
                <a:solidFill>
                  <a:srgbClr val="1A1A1A"/>
                </a:solidFill>
                <a:effectLst/>
                <a:uLnTx/>
                <a:uFillTx/>
                <a:latin typeface="Neue Haas Grotesk Text Pro"/>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sz="900" b="1" i="0" u="none" strike="noStrike" kern="1200" cap="none" spc="0" normalizeH="0" baseline="0" noProof="0" dirty="0">
                  <a:ln>
                    <a:noFill/>
                  </a:ln>
                  <a:solidFill>
                    <a:srgbClr val="FFFFFF"/>
                  </a:solidFill>
                  <a:effectLst/>
                  <a:highlight>
                    <a:srgbClr val="600000"/>
                  </a:highlight>
                  <a:uLnTx/>
                  <a:uFillTx/>
                  <a:latin typeface="Neue Haas Grotesk Text Pro"/>
                  <a:ea typeface="+mn-ea"/>
                  <a:cs typeface="+mn-cs"/>
                </a:rPr>
                <a:t> Unik </a:t>
              </a:r>
              <a:r>
                <a:rPr kumimoji="0" sz="1100" b="1" i="0" u="none" strike="noStrike" kern="1200" cap="none" spc="0" normalizeH="0" baseline="0" noProof="0" dirty="0">
                  <a:ln>
                    <a:noFill/>
                  </a:ln>
                  <a:solidFill>
                    <a:srgbClr val="FFFFFF"/>
                  </a:solidFill>
                  <a:effectLst/>
                  <a:uLnTx/>
                  <a:uFillTx/>
                  <a:latin typeface="Neue Haas Grotesk Text Pro"/>
                  <a:ea typeface="+mn-ea"/>
                  <a:cs typeface="+mn-cs"/>
                </a:rPr>
                <a:t>   </a:t>
              </a:r>
              <a:r>
                <a:rPr kumimoji="0" lang="en-US" sz="1100" b="1" i="0" u="none" strike="noStrike" kern="1200" cap="none" spc="0" normalizeH="0" baseline="0" noProof="0" dirty="0">
                  <a:ln>
                    <a:noFill/>
                  </a:ln>
                  <a:solidFill>
                    <a:srgbClr val="FFFFFF"/>
                  </a:solidFill>
                  <a:effectLst/>
                  <a:uLnTx/>
                  <a:uFillTx/>
                  <a:latin typeface="Neue Haas Grotesk Text Pro"/>
                  <a:ea typeface="+mn-ea"/>
                  <a:cs typeface="+mn-cs"/>
                </a:rPr>
                <a:t>--</a:t>
              </a:r>
              <a:r>
                <a:rPr kumimoji="0" sz="1100" b="1" i="0" u="none" strike="noStrike" kern="1200" cap="none" spc="0" normalizeH="0" baseline="0" noProof="0" dirty="0">
                  <a:ln>
                    <a:noFill/>
                  </a:ln>
                  <a:solidFill>
                    <a:srgbClr val="FFFFFF"/>
                  </a:solidFill>
                  <a:effectLst/>
                  <a:uLnTx/>
                  <a:uFillTx/>
                  <a:latin typeface="Neue Haas Grotesk Text Pro"/>
                  <a:ea typeface="+mn-ea"/>
                  <a:cs typeface="+mn-cs"/>
                </a:rPr>
                <a:t> parameter</a:t>
              </a:r>
              <a:endParaRPr kumimoji="0" lang="id-ID" sz="1100" b="0" i="0" u="none" strike="noStrike" kern="1200" cap="none" spc="0" normalizeH="0" baseline="0" noProof="0" dirty="0">
                <a:ln>
                  <a:noFill/>
                </a:ln>
                <a:solidFill>
                  <a:srgbClr val="1A1A1A"/>
                </a:solidFill>
                <a:effectLst/>
                <a:uLnTx/>
                <a:uFillTx/>
                <a:latin typeface="Neue Haas Grotesk Text Pro"/>
                <a:ea typeface="+mn-ea"/>
                <a:cs typeface="+mn-cs"/>
              </a:endParaRPr>
            </a:p>
            <a:p>
              <a:pPr marL="0" marR="0" lvl="0" indent="0" algn="l" defTabSz="914400" rtl="0" eaLnBrk="1" fontAlgn="auto" latinLnBrk="0" hangingPunct="1">
                <a:lnSpc>
                  <a:spcPct val="100000"/>
                </a:lnSpc>
                <a:spcBef>
                  <a:spcPts val="0"/>
                </a:spcBef>
                <a:spcAft>
                  <a:spcPts val="1400"/>
                </a:spcAft>
                <a:buClrTx/>
                <a:buSzTx/>
                <a:buFontTx/>
                <a:buNone/>
                <a:tabLst/>
                <a:defRPr/>
              </a:pP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sesuai</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a:t>
              </a: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karakter</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a:t>
              </a:r>
              <a:r>
                <a:rPr kumimoji="0" sz="800" b="0" i="0" u="none" strike="noStrike" kern="1200" cap="none" spc="0" normalizeH="0" baseline="0" noProof="0" dirty="0" err="1">
                  <a:ln>
                    <a:noFill/>
                  </a:ln>
                  <a:solidFill>
                    <a:srgbClr val="D9C4C4"/>
                  </a:solidFill>
                  <a:effectLst/>
                  <a:uLnTx/>
                  <a:uFillTx/>
                  <a:latin typeface="Neue Haas Grotesk Text Pro"/>
                  <a:ea typeface="+mn-ea"/>
                  <a:cs typeface="+mn-cs"/>
                </a:rPr>
                <a:t>usaha</a:t>
              </a:r>
              <a:r>
                <a:rPr kumimoji="0" sz="800" b="0" i="0" u="none" strike="noStrike" kern="1200" cap="none" spc="0" normalizeH="0" baseline="0" noProof="0" dirty="0">
                  <a:ln>
                    <a:noFill/>
                  </a:ln>
                  <a:solidFill>
                    <a:srgbClr val="D9C4C4"/>
                  </a:solidFill>
                  <a:effectLst/>
                  <a:uLnTx/>
                  <a:uFillTx/>
                  <a:latin typeface="Neue Haas Grotesk Text Pro"/>
                  <a:ea typeface="+mn-ea"/>
                  <a:cs typeface="+mn-cs"/>
                </a:rPr>
                <a:t> PTPN III</a:t>
              </a:r>
              <a:endParaRPr kumimoji="0" lang="id-ID" sz="800" b="0" i="0" u="none" strike="noStrike" kern="1200" cap="none" spc="0" normalizeH="0" baseline="0" noProof="0" dirty="0">
                <a:ln>
                  <a:noFill/>
                </a:ln>
                <a:solidFill>
                  <a:srgbClr val="1A1A1A"/>
                </a:solidFill>
                <a:effectLst/>
                <a:uLnTx/>
                <a:uFillTx/>
                <a:latin typeface="Neue Haas Grotesk Text Pro"/>
                <a:ea typeface="+mn-ea"/>
                <a:cs typeface="+mn-cs"/>
              </a:endParaRPr>
            </a:p>
          </p:txBody>
        </p:sp>
        <p:sp>
          <p:nvSpPr>
            <p:cNvPr id="11" name="Panel RAM - judul status"/>
            <p:cNvSpPr txBox="1"/>
            <p:nvPr/>
          </p:nvSpPr>
          <p:spPr>
            <a:xfrm>
              <a:off x="566928" y="5413248"/>
              <a:ext cx="218541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D9C4C4"/>
                  </a:solidFill>
                  <a:effectLst/>
                  <a:uLnTx/>
                  <a:uFillTx/>
                  <a:latin typeface="Neue Haas Grotesk Text Pro"/>
                  <a:ea typeface="+mn-ea"/>
                  <a:cs typeface="+mn-cs"/>
                </a:rPr>
                <a:t>STATUS PENGUKURAN RKAP 2027</a:t>
              </a:r>
              <a:endParaRPr kumimoji="0" lang="id-ID" sz="800" b="0" i="0" u="none" strike="noStrike" kern="1200" cap="none" spc="0" normalizeH="0" baseline="0" noProof="0">
                <a:ln>
                  <a:noFill/>
                </a:ln>
                <a:solidFill>
                  <a:srgbClr val="1A1A1A"/>
                </a:solidFill>
                <a:effectLst/>
                <a:uLnTx/>
                <a:uFillTx/>
                <a:latin typeface="Neue Haas Grotesk Text Pro"/>
                <a:ea typeface="+mn-ea"/>
                <a:cs typeface="+mn-cs"/>
              </a:endParaRPr>
            </a:p>
          </p:txBody>
        </p:sp>
        <p:sp>
          <p:nvSpPr>
            <p:cNvPr id="12" name="Panel RAM - status (ganti tanda – dengan angka)"/>
            <p:cNvSpPr txBox="1"/>
            <p:nvPr/>
          </p:nvSpPr>
          <p:spPr>
            <a:xfrm>
              <a:off x="566928" y="5632704"/>
              <a:ext cx="2185416"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9E5B"/>
                  </a:solidFill>
                  <a:effectLst/>
                  <a:uLnTx/>
                  <a:uFillTx/>
                  <a:latin typeface="Neue Haas Grotesk Text Pro"/>
                  <a:ea typeface="+mn-ea"/>
                  <a:cs typeface="+mn-cs"/>
                </a:rPr>
                <a:t>●</a:t>
              </a:r>
              <a:r>
                <a:rPr kumimoji="0" sz="900" b="0" i="0" u="none" strike="noStrike" kern="1200" cap="none" spc="0" normalizeH="0" baseline="0" noProof="0">
                  <a:ln>
                    <a:noFill/>
                  </a:ln>
                  <a:solidFill>
                    <a:srgbClr val="FFFFFF"/>
                  </a:solidFill>
                  <a:effectLst/>
                  <a:uLnTx/>
                  <a:uFillTx/>
                  <a:latin typeface="Neue Haas Grotesk Text Pro"/>
                  <a:ea typeface="+mn-ea"/>
                  <a:cs typeface="+mn-cs"/>
                </a:rPr>
                <a:t>  –  Hijau</a:t>
              </a:r>
              <a:r>
                <a:rPr kumimoji="0" sz="900" b="0" i="0" u="none" strike="noStrike" kern="1200" cap="none" spc="0" normalizeH="0" baseline="0" noProof="0">
                  <a:ln>
                    <a:noFill/>
                  </a:ln>
                  <a:solidFill>
                    <a:srgbClr val="262626"/>
                  </a:solidFill>
                  <a:effectLst/>
                  <a:uLnTx/>
                  <a:uFillTx/>
                  <a:latin typeface="Neue Haas Grotesk Text Pro"/>
                  <a:ea typeface="+mn-ea"/>
                  <a:cs typeface="+mn-cs"/>
                </a:rPr>
                <a:t>      </a:t>
              </a:r>
              <a:r>
                <a:rPr kumimoji="0" sz="1100" b="0" i="0" u="none" strike="noStrike" kern="1200" cap="none" spc="0" normalizeH="0" baseline="0" noProof="0">
                  <a:ln>
                    <a:noFill/>
                  </a:ln>
                  <a:solidFill>
                    <a:srgbClr val="FF6262"/>
                  </a:solidFill>
                  <a:effectLst/>
                  <a:uLnTx/>
                  <a:uFillTx/>
                  <a:latin typeface="Neue Haas Grotesk Text Pro"/>
                  <a:ea typeface="+mn-ea"/>
                  <a:cs typeface="+mn-cs"/>
                </a:rPr>
                <a:t>●</a:t>
              </a:r>
              <a:r>
                <a:rPr kumimoji="0" sz="900" b="0" i="0" u="none" strike="noStrike" kern="1200" cap="none" spc="0" normalizeH="0" baseline="0" noProof="0">
                  <a:ln>
                    <a:noFill/>
                  </a:ln>
                  <a:solidFill>
                    <a:srgbClr val="FFFFFF"/>
                  </a:solidFill>
                  <a:effectLst/>
                  <a:uLnTx/>
                  <a:uFillTx/>
                  <a:latin typeface="Neue Haas Grotesk Text Pro"/>
                  <a:ea typeface="+mn-ea"/>
                  <a:cs typeface="+mn-cs"/>
                </a:rPr>
                <a:t>  –  Merah</a:t>
              </a:r>
              <a:endParaRPr kumimoji="0" lang="id-ID" sz="900" b="0" i="0" u="none" strike="noStrike" kern="1200" cap="none" spc="0" normalizeH="0" baseline="0" noProof="0">
                <a:ln>
                  <a:noFill/>
                </a:ln>
                <a:solidFill>
                  <a:srgbClr val="1A1A1A"/>
                </a:solidFill>
                <a:effectLst/>
                <a:uLnTx/>
                <a:uFillTx/>
                <a:latin typeface="Neue Haas Grotesk Text Pro"/>
                <a:ea typeface="+mn-ea"/>
                <a:cs typeface="+mn-cs"/>
              </a:endParaRPr>
            </a:p>
          </p:txBody>
        </p:sp>
      </p:grpSp>
      <p:graphicFrame>
        <p:nvGraphicFramePr>
          <p:cNvPr id="13" name="Kartu Taksonomi RAM (tabel, ketik langsung)"/>
          <p:cNvGraphicFramePr>
            <a:graphicFrameLocks noGrp="1"/>
          </p:cNvGraphicFramePr>
          <p:nvPr>
            <p:extLst>
              <p:ext uri="{D42A27DB-BD31-4B8C-83A1-F6EECF244321}">
                <p14:modId xmlns:p14="http://schemas.microsoft.com/office/powerpoint/2010/main" val="3891959511"/>
              </p:ext>
            </p:extLst>
          </p:nvPr>
        </p:nvGraphicFramePr>
        <p:xfrm>
          <a:off x="3154680" y="1207008"/>
          <a:ext cx="8714232" cy="4919472"/>
        </p:xfrm>
        <a:graphic>
          <a:graphicData uri="http://schemas.openxmlformats.org/drawingml/2006/table">
            <a:tbl>
              <a:tblPr>
                <a:tableStyleId>{2D5ABB26-0587-4C30-8999-92F81FD0307C}</a:tableStyleId>
              </a:tblPr>
              <a:tblGrid>
                <a:gridCol w="2178558">
                  <a:extLst>
                    <a:ext uri="{9D8B030D-6E8A-4147-A177-3AD203B41FA5}">
                      <a16:colId xmlns:a16="http://schemas.microsoft.com/office/drawing/2014/main" val="20000"/>
                    </a:ext>
                  </a:extLst>
                </a:gridCol>
                <a:gridCol w="2178558">
                  <a:extLst>
                    <a:ext uri="{9D8B030D-6E8A-4147-A177-3AD203B41FA5}">
                      <a16:colId xmlns:a16="http://schemas.microsoft.com/office/drawing/2014/main" val="20001"/>
                    </a:ext>
                  </a:extLst>
                </a:gridCol>
                <a:gridCol w="2178558">
                  <a:extLst>
                    <a:ext uri="{9D8B030D-6E8A-4147-A177-3AD203B41FA5}">
                      <a16:colId xmlns:a16="http://schemas.microsoft.com/office/drawing/2014/main" val="20002"/>
                    </a:ext>
                  </a:extLst>
                </a:gridCol>
                <a:gridCol w="2178558">
                  <a:extLst>
                    <a:ext uri="{9D8B030D-6E8A-4147-A177-3AD203B41FA5}">
                      <a16:colId xmlns:a16="http://schemas.microsoft.com/office/drawing/2014/main" val="20003"/>
                    </a:ext>
                  </a:extLst>
                </a:gridCol>
              </a:tblGrid>
              <a:tr h="2103120">
                <a:tc>
                  <a:txBody>
                    <a:bodyPr/>
                    <a:lstStyle/>
                    <a:p>
                      <a:pPr algn="l">
                        <a:spcAft>
                          <a:spcPts val="0"/>
                        </a:spcAft>
                      </a:pPr>
                      <a:r>
                        <a:rPr sz="1050" b="1" dirty="0" err="1">
                          <a:solidFill>
                            <a:srgbClr val="262626"/>
                          </a:solidFill>
                          <a:latin typeface="Neue Haas Grotesk Text Pro"/>
                        </a:rPr>
                        <a:t>Risiko</a:t>
                      </a:r>
                      <a:r>
                        <a:rPr sz="1050" b="1" dirty="0">
                          <a:solidFill>
                            <a:srgbClr val="262626"/>
                          </a:solidFill>
                          <a:latin typeface="Neue Haas Grotesk Text Pro"/>
                        </a:rPr>
                        <a:t> </a:t>
                      </a:r>
                      <a:r>
                        <a:rPr sz="1050" b="1" dirty="0" err="1">
                          <a:solidFill>
                            <a:srgbClr val="262626"/>
                          </a:solidFill>
                          <a:latin typeface="Neue Haas Grotesk Text Pro"/>
                        </a:rPr>
                        <a:t>Strategis</a:t>
                      </a:r>
                      <a:endParaRPr lang="id-ID" sz="1050" b="0" i="0" dirty="0">
                        <a:solidFill>
                          <a:srgbClr val="1A1A1A"/>
                        </a:solidFill>
                        <a:latin typeface="Neue Haas Grotesk Text Pro"/>
                      </a:endParaRPr>
                    </a:p>
                    <a:p>
                      <a:pPr algn="l">
                        <a:spcAft>
                          <a:spcPts val="600"/>
                        </a:spcAft>
                      </a:pPr>
                      <a:r>
                        <a:rPr sz="1050" b="0" dirty="0">
                          <a:solidFill>
                            <a:srgbClr val="262626"/>
                          </a:solidFill>
                          <a:latin typeface="Neue Haas Grotesk Text Pro"/>
                        </a:rPr>
                        <a:t> </a:t>
                      </a:r>
                      <a:endParaRPr lang="id-ID" sz="1050" b="0" i="0" dirty="0">
                        <a:solidFill>
                          <a:srgbClr val="1A1A1A"/>
                        </a:solidFill>
                        <a:latin typeface="Neue Haas Grotesk Text Pro"/>
                      </a:endParaRPr>
                    </a:p>
                    <a:p>
                      <a:pPr algn="l">
                        <a:spcAft>
                          <a:spcPts val="700"/>
                        </a:spcAft>
                      </a:pPr>
                      <a:r>
                        <a:rPr sz="800" b="0" dirty="0" err="1">
                          <a:solidFill>
                            <a:srgbClr val="707070"/>
                          </a:solidFill>
                          <a:latin typeface="Neue Haas Grotesk Text Pro"/>
                        </a:rPr>
                        <a:t>Sikap</a:t>
                      </a:r>
                      <a:r>
                        <a:rPr sz="800" b="0" dirty="0">
                          <a:solidFill>
                            <a:srgbClr val="707070"/>
                          </a:solidFill>
                          <a:latin typeface="Neue Haas Grotesk Text Pro"/>
                        </a:rPr>
                        <a:t>  </a:t>
                      </a:r>
                      <a:r>
                        <a:rPr sz="850" b="1" dirty="0">
                          <a:solidFill>
                            <a:srgbClr val="600000"/>
                          </a:solidFill>
                          <a:latin typeface="Neue Haas Grotesk Text Pro"/>
                        </a:rPr>
                        <a:t>Aggressive</a:t>
                      </a:r>
                      <a:endParaRPr lang="id-ID" sz="85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1a </a:t>
                      </a:r>
                      <a:r>
                        <a:rPr sz="800" b="0" dirty="0">
                          <a:solidFill>
                            <a:srgbClr val="262626"/>
                          </a:solidFill>
                          <a:latin typeface="Neue Haas Grotesk Text Pro"/>
                        </a:rPr>
                        <a:t>	Strategic Initiative Progress</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1b </a:t>
                      </a:r>
                      <a:r>
                        <a:rPr sz="800" b="0" dirty="0">
                          <a:solidFill>
                            <a:srgbClr val="262626"/>
                          </a:solidFill>
                          <a:latin typeface="Neue Haas Grotesk Text Pro"/>
                        </a:rPr>
                        <a:t>	</a:t>
                      </a:r>
                      <a:r>
                        <a:rPr sz="800" b="0" dirty="0" err="1">
                          <a:solidFill>
                            <a:srgbClr val="262626"/>
                          </a:solidFill>
                          <a:latin typeface="Neue Haas Grotesk Text Pro"/>
                        </a:rPr>
                        <a:t>Penurunan</a:t>
                      </a:r>
                      <a:r>
                        <a:rPr sz="800" b="0" dirty="0">
                          <a:solidFill>
                            <a:srgbClr val="262626"/>
                          </a:solidFill>
                          <a:latin typeface="Neue Haas Grotesk Text Pro"/>
                        </a:rPr>
                        <a:t> Market Share (YoY)</a:t>
                      </a:r>
                      <a:endParaRPr lang="id-ID" sz="800" b="0" i="0" dirty="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tc>
                  <a:txBody>
                    <a:bodyPr/>
                    <a:lstStyle/>
                    <a:p>
                      <a:pPr algn="l">
                        <a:spcAft>
                          <a:spcPts val="0"/>
                        </a:spcAft>
                      </a:pPr>
                      <a:r>
                        <a:rPr sz="1050" b="1" dirty="0">
                          <a:solidFill>
                            <a:srgbClr val="262626"/>
                          </a:solidFill>
                          <a:latin typeface="Neue Haas Grotesk Text Pro"/>
                        </a:rPr>
                        <a:t>Risiko Pasar</a:t>
                      </a:r>
                      <a:endParaRPr lang="id-ID" sz="1050" b="0" i="0" dirty="0">
                        <a:solidFill>
                          <a:srgbClr val="1A1A1A"/>
                        </a:solidFill>
                        <a:latin typeface="Neue Haas Grotesk Text Pro"/>
                      </a:endParaRPr>
                    </a:p>
                    <a:p>
                      <a:pPr algn="l">
                        <a:spcAft>
                          <a:spcPts val="600"/>
                        </a:spcAft>
                      </a:pPr>
                      <a:r>
                        <a:rPr sz="1050" b="0" dirty="0">
                          <a:solidFill>
                            <a:srgbClr val="262626"/>
                          </a:solidFill>
                          <a:latin typeface="Neue Haas Grotesk Text Pro"/>
                        </a:rPr>
                        <a:t> </a:t>
                      </a:r>
                      <a:endParaRPr lang="id-ID" sz="1050" b="0" i="0" dirty="0">
                        <a:solidFill>
                          <a:srgbClr val="1A1A1A"/>
                        </a:solidFill>
                        <a:latin typeface="Neue Haas Grotesk Text Pro"/>
                      </a:endParaRPr>
                    </a:p>
                    <a:p>
                      <a:pPr algn="l">
                        <a:spcAft>
                          <a:spcPts val="700"/>
                        </a:spcAft>
                      </a:pPr>
                      <a:r>
                        <a:rPr sz="800" b="0" dirty="0" err="1">
                          <a:solidFill>
                            <a:srgbClr val="707070"/>
                          </a:solidFill>
                          <a:latin typeface="Neue Haas Grotesk Text Pro"/>
                        </a:rPr>
                        <a:t>Sikap</a:t>
                      </a:r>
                      <a:r>
                        <a:rPr sz="800" b="0" dirty="0">
                          <a:solidFill>
                            <a:srgbClr val="707070"/>
                          </a:solidFill>
                          <a:latin typeface="Neue Haas Grotesk Text Pro"/>
                        </a:rPr>
                        <a:t>  </a:t>
                      </a:r>
                      <a:r>
                        <a:rPr sz="850" b="1" dirty="0">
                          <a:solidFill>
                            <a:srgbClr val="600000"/>
                          </a:solidFill>
                          <a:latin typeface="Neue Haas Grotesk Text Pro"/>
                        </a:rPr>
                        <a:t>Moderate</a:t>
                      </a:r>
                      <a:endParaRPr lang="id-ID" sz="85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2a </a:t>
                      </a:r>
                      <a:r>
                        <a:rPr sz="800" b="0" dirty="0">
                          <a:solidFill>
                            <a:srgbClr val="262626"/>
                          </a:solidFill>
                          <a:latin typeface="Neue Haas Grotesk Text Pro"/>
                        </a:rPr>
                        <a:t>	Net Open FX Position </a:t>
                      </a:r>
                      <a:r>
                        <a:rPr sz="800" b="0" dirty="0" err="1">
                          <a:solidFill>
                            <a:srgbClr val="262626"/>
                          </a:solidFill>
                          <a:latin typeface="Neue Haas Grotesk Text Pro"/>
                        </a:rPr>
                        <a:t>terhadap</a:t>
                      </a:r>
                      <a:r>
                        <a:rPr sz="800" b="0" dirty="0">
                          <a:solidFill>
                            <a:srgbClr val="262626"/>
                          </a:solidFill>
                          <a:latin typeface="Neue Haas Grotesk Text Pro"/>
                        </a:rPr>
                        <a:t> EBITDA</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2b </a:t>
                      </a:r>
                      <a:r>
                        <a:rPr sz="800" b="0" dirty="0">
                          <a:solidFill>
                            <a:srgbClr val="262626"/>
                          </a:solidFill>
                          <a:latin typeface="Neue Haas Grotesk Text Pro"/>
                        </a:rPr>
                        <a:t>	Net Debt Floating </a:t>
                      </a:r>
                      <a:r>
                        <a:rPr sz="800" b="0" dirty="0" err="1">
                          <a:solidFill>
                            <a:srgbClr val="262626"/>
                          </a:solidFill>
                          <a:latin typeface="Neue Haas Grotesk Text Pro"/>
                        </a:rPr>
                        <a:t>terhadap</a:t>
                      </a:r>
                      <a:r>
                        <a:rPr sz="800" b="0" dirty="0">
                          <a:solidFill>
                            <a:srgbClr val="262626"/>
                          </a:solidFill>
                          <a:latin typeface="Neue Haas Grotesk Text Pro"/>
                        </a:rPr>
                        <a:t> EBITDA</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600000"/>
                          </a:solidFill>
                          <a:highlight>
                            <a:srgbClr val="F9CBC8"/>
                          </a:highlight>
                          <a:latin typeface="Neue Haas Grotesk Text Pro"/>
                        </a:rPr>
                        <a:t> </a:t>
                      </a:r>
                      <a:endParaRPr lang="id-ID" sz="800" b="0" i="0" dirty="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tc>
                  <a:txBody>
                    <a:bodyPr/>
                    <a:lstStyle/>
                    <a:p>
                      <a:pPr algn="l">
                        <a:spcAft>
                          <a:spcPts val="0"/>
                        </a:spcAft>
                      </a:pPr>
                      <a:r>
                        <a:rPr sz="1050" b="1">
                          <a:solidFill>
                            <a:srgbClr val="262626"/>
                          </a:solidFill>
                          <a:latin typeface="Neue Haas Grotesk Text Pro"/>
                        </a:rPr>
                        <a:t>Risiko Keuangan</a:t>
                      </a:r>
                      <a:endParaRPr lang="id-ID" sz="1050" b="0" i="0">
                        <a:solidFill>
                          <a:srgbClr val="1A1A1A"/>
                        </a:solidFill>
                        <a:latin typeface="Neue Haas Grotesk Text Pro"/>
                      </a:endParaRPr>
                    </a:p>
                    <a:p>
                      <a:pPr algn="l">
                        <a:spcAft>
                          <a:spcPts val="600"/>
                        </a:spcAft>
                      </a:pPr>
                      <a:r>
                        <a:rPr sz="1050" b="0">
                          <a:solidFill>
                            <a:srgbClr val="262626"/>
                          </a:solidFill>
                          <a:latin typeface="Neue Haas Grotesk Text Pro"/>
                        </a:rPr>
                        <a:t> </a:t>
                      </a:r>
                      <a:endParaRPr lang="id-ID" sz="1050" b="0" i="0">
                        <a:solidFill>
                          <a:srgbClr val="1A1A1A"/>
                        </a:solidFill>
                        <a:latin typeface="Neue Haas Grotesk Text Pro"/>
                      </a:endParaRPr>
                    </a:p>
                    <a:p>
                      <a:pPr algn="l">
                        <a:spcAft>
                          <a:spcPts val="700"/>
                        </a:spcAft>
                      </a:pPr>
                      <a:r>
                        <a:rPr sz="800" b="0">
                          <a:solidFill>
                            <a:srgbClr val="707070"/>
                          </a:solidFill>
                          <a:latin typeface="Neue Haas Grotesk Text Pro"/>
                        </a:rPr>
                        <a:t>Sikap  </a:t>
                      </a:r>
                      <a:r>
                        <a:rPr sz="850" b="1">
                          <a:solidFill>
                            <a:srgbClr val="600000"/>
                          </a:solidFill>
                          <a:latin typeface="Neue Haas Grotesk Text Pro"/>
                        </a:rPr>
                        <a:t>Conservative</a:t>
                      </a:r>
                      <a:endParaRPr lang="id-ID" sz="85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3a </a:t>
                      </a:r>
                      <a:r>
                        <a:rPr sz="800" b="0">
                          <a:solidFill>
                            <a:srgbClr val="262626"/>
                          </a:solidFill>
                          <a:latin typeface="Neue Haas Grotesk Text Pro"/>
                        </a:rPr>
                        <a:t>	Debt Service Coverage Ratio (DSCR)</a:t>
                      </a:r>
                      <a:endParaRPr lang="id-ID" sz="80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3b </a:t>
                      </a:r>
                      <a:r>
                        <a:rPr sz="800" b="0">
                          <a:solidFill>
                            <a:srgbClr val="262626"/>
                          </a:solidFill>
                          <a:latin typeface="Neue Haas Grotesk Text Pro"/>
                        </a:rPr>
                        <a:t>	Operating Cash Flow Ratio</a:t>
                      </a:r>
                      <a:endParaRPr lang="id-ID" sz="800" b="0" i="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tc>
                  <a:txBody>
                    <a:bodyPr/>
                    <a:lstStyle/>
                    <a:p>
                      <a:pPr algn="l">
                        <a:spcAft>
                          <a:spcPts val="0"/>
                        </a:spcAft>
                      </a:pPr>
                      <a:r>
                        <a:rPr sz="1050" b="1">
                          <a:solidFill>
                            <a:srgbClr val="262626"/>
                          </a:solidFill>
                          <a:latin typeface="Neue Haas Grotesk Text Pro"/>
                        </a:rPr>
                        <a:t>Risiko Kredit</a:t>
                      </a:r>
                      <a:endParaRPr lang="id-ID" sz="1050" b="0" i="0">
                        <a:solidFill>
                          <a:srgbClr val="1A1A1A"/>
                        </a:solidFill>
                        <a:latin typeface="Neue Haas Grotesk Text Pro"/>
                      </a:endParaRPr>
                    </a:p>
                    <a:p>
                      <a:pPr algn="l">
                        <a:spcAft>
                          <a:spcPts val="600"/>
                        </a:spcAft>
                      </a:pPr>
                      <a:r>
                        <a:rPr sz="1050" b="0">
                          <a:solidFill>
                            <a:srgbClr val="262626"/>
                          </a:solidFill>
                          <a:latin typeface="Neue Haas Grotesk Text Pro"/>
                        </a:rPr>
                        <a:t> </a:t>
                      </a:r>
                      <a:endParaRPr lang="id-ID" sz="1050" b="0" i="0">
                        <a:solidFill>
                          <a:srgbClr val="1A1A1A"/>
                        </a:solidFill>
                        <a:latin typeface="Neue Haas Grotesk Text Pro"/>
                      </a:endParaRPr>
                    </a:p>
                    <a:p>
                      <a:pPr algn="l">
                        <a:spcAft>
                          <a:spcPts val="700"/>
                        </a:spcAft>
                      </a:pPr>
                      <a:r>
                        <a:rPr sz="800" b="0">
                          <a:solidFill>
                            <a:srgbClr val="707070"/>
                          </a:solidFill>
                          <a:latin typeface="Neue Haas Grotesk Text Pro"/>
                        </a:rPr>
                        <a:t>Sikap  </a:t>
                      </a:r>
                      <a:r>
                        <a:rPr sz="850" b="1">
                          <a:solidFill>
                            <a:srgbClr val="600000"/>
                          </a:solidFill>
                          <a:latin typeface="Neue Haas Grotesk Text Pro"/>
                        </a:rPr>
                        <a:t>Conservative</a:t>
                      </a:r>
                      <a:endParaRPr lang="id-ID" sz="85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4a </a:t>
                      </a:r>
                      <a:r>
                        <a:rPr sz="800" b="0">
                          <a:solidFill>
                            <a:srgbClr val="262626"/>
                          </a:solidFill>
                          <a:latin typeface="Neue Haas Grotesk Text Pro"/>
                        </a:rPr>
                        <a:t>	Counterparty Concentration Ratio</a:t>
                      </a:r>
                      <a:endParaRPr lang="id-ID" sz="80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4b </a:t>
                      </a:r>
                      <a:r>
                        <a:rPr sz="800" b="0">
                          <a:solidFill>
                            <a:srgbClr val="262626"/>
                          </a:solidFill>
                          <a:latin typeface="Neue Haas Grotesk Text Pro"/>
                        </a:rPr>
                        <a:t>	Rasio Cadangan Kerugian</a:t>
                      </a:r>
                      <a:endParaRPr lang="id-ID" sz="800" b="0" i="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extLst>
                  <a:ext uri="{0D108BD9-81ED-4DB2-BD59-A6C34878D82A}">
                    <a16:rowId xmlns:a16="http://schemas.microsoft.com/office/drawing/2014/main" val="10000"/>
                  </a:ext>
                </a:extLst>
              </a:tr>
              <a:tr h="2816352">
                <a:tc>
                  <a:txBody>
                    <a:bodyPr/>
                    <a:lstStyle/>
                    <a:p>
                      <a:pPr algn="l">
                        <a:spcAft>
                          <a:spcPts val="0"/>
                        </a:spcAft>
                      </a:pPr>
                      <a:r>
                        <a:rPr sz="1050" b="1" dirty="0">
                          <a:solidFill>
                            <a:srgbClr val="262626"/>
                          </a:solidFill>
                          <a:latin typeface="Neue Haas Grotesk Text Pro"/>
                        </a:rPr>
                        <a:t>Risiko </a:t>
                      </a:r>
                      <a:r>
                        <a:rPr sz="1050" b="1" dirty="0" err="1">
                          <a:solidFill>
                            <a:srgbClr val="262626"/>
                          </a:solidFill>
                          <a:latin typeface="Neue Haas Grotesk Text Pro"/>
                        </a:rPr>
                        <a:t>Operasional</a:t>
                      </a:r>
                      <a:endParaRPr lang="id-ID" sz="1050" b="0" i="0" dirty="0">
                        <a:solidFill>
                          <a:srgbClr val="1A1A1A"/>
                        </a:solidFill>
                        <a:latin typeface="Neue Haas Grotesk Text Pro"/>
                      </a:endParaRPr>
                    </a:p>
                    <a:p>
                      <a:pPr algn="l">
                        <a:spcAft>
                          <a:spcPts val="600"/>
                        </a:spcAft>
                      </a:pPr>
                      <a:r>
                        <a:rPr sz="1050" b="0" dirty="0">
                          <a:solidFill>
                            <a:srgbClr val="262626"/>
                          </a:solidFill>
                          <a:latin typeface="Neue Haas Grotesk Text Pro"/>
                        </a:rPr>
                        <a:t> </a:t>
                      </a:r>
                      <a:endParaRPr lang="id-ID" sz="1050" b="0" i="0" dirty="0">
                        <a:solidFill>
                          <a:srgbClr val="1A1A1A"/>
                        </a:solidFill>
                        <a:latin typeface="Neue Haas Grotesk Text Pro"/>
                      </a:endParaRPr>
                    </a:p>
                    <a:p>
                      <a:pPr algn="l">
                        <a:spcAft>
                          <a:spcPts val="700"/>
                        </a:spcAft>
                      </a:pPr>
                      <a:r>
                        <a:rPr sz="800" b="0" dirty="0" err="1">
                          <a:solidFill>
                            <a:srgbClr val="707070"/>
                          </a:solidFill>
                          <a:latin typeface="Neue Haas Grotesk Text Pro"/>
                        </a:rPr>
                        <a:t>Sikap</a:t>
                      </a:r>
                      <a:r>
                        <a:rPr sz="800" b="0" dirty="0">
                          <a:solidFill>
                            <a:srgbClr val="707070"/>
                          </a:solidFill>
                          <a:latin typeface="Neue Haas Grotesk Text Pro"/>
                        </a:rPr>
                        <a:t>  </a:t>
                      </a:r>
                      <a:r>
                        <a:rPr sz="850" b="1" dirty="0">
                          <a:solidFill>
                            <a:srgbClr val="600000"/>
                          </a:solidFill>
                          <a:latin typeface="Neue Haas Grotesk Text Pro"/>
                        </a:rPr>
                        <a:t>Conservative</a:t>
                      </a:r>
                      <a:endParaRPr lang="id-ID" sz="85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5a </a:t>
                      </a:r>
                      <a:r>
                        <a:rPr sz="800" b="0" dirty="0">
                          <a:solidFill>
                            <a:srgbClr val="262626"/>
                          </a:solidFill>
                          <a:latin typeface="Neue Haas Grotesk Text Pro"/>
                        </a:rPr>
                        <a:t>	Rasio </a:t>
                      </a:r>
                      <a:r>
                        <a:rPr sz="800" b="0" dirty="0" err="1">
                          <a:solidFill>
                            <a:srgbClr val="262626"/>
                          </a:solidFill>
                          <a:latin typeface="Neue Haas Grotesk Text Pro"/>
                        </a:rPr>
                        <a:t>Kerugian</a:t>
                      </a:r>
                      <a:r>
                        <a:rPr sz="800" b="0" dirty="0">
                          <a:solidFill>
                            <a:srgbClr val="262626"/>
                          </a:solidFill>
                          <a:latin typeface="Neue Haas Grotesk Text Pro"/>
                        </a:rPr>
                        <a:t> </a:t>
                      </a:r>
                      <a:r>
                        <a:rPr sz="800" b="0" dirty="0" err="1">
                          <a:solidFill>
                            <a:srgbClr val="262626"/>
                          </a:solidFill>
                          <a:latin typeface="Neue Haas Grotesk Text Pro"/>
                        </a:rPr>
                        <a:t>Operasional</a:t>
                      </a:r>
                      <a:r>
                        <a:rPr sz="800" b="0" dirty="0">
                          <a:solidFill>
                            <a:srgbClr val="262626"/>
                          </a:solidFill>
                          <a:latin typeface="Neue Haas Grotesk Text Pro"/>
                        </a:rPr>
                        <a:t>: </a:t>
                      </a:r>
                      <a:r>
                        <a:rPr sz="800" b="0" dirty="0" err="1">
                          <a:solidFill>
                            <a:srgbClr val="262626"/>
                          </a:solidFill>
                          <a:latin typeface="Neue Haas Grotesk Text Pro"/>
                        </a:rPr>
                        <a:t>Kegagalan</a:t>
                      </a:r>
                      <a:r>
                        <a:rPr sz="800" b="0" dirty="0">
                          <a:solidFill>
                            <a:srgbClr val="262626"/>
                          </a:solidFill>
                          <a:latin typeface="Neue Haas Grotesk Text Pro"/>
                        </a:rPr>
                        <a:t> </a:t>
                      </a:r>
                      <a:r>
                        <a:rPr sz="800" b="0" dirty="0" err="1">
                          <a:solidFill>
                            <a:srgbClr val="262626"/>
                          </a:solidFill>
                          <a:latin typeface="Neue Haas Grotesk Text Pro"/>
                        </a:rPr>
                        <a:t>Sistem</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5b </a:t>
                      </a:r>
                      <a:r>
                        <a:rPr sz="800" b="0" dirty="0">
                          <a:solidFill>
                            <a:srgbClr val="262626"/>
                          </a:solidFill>
                          <a:latin typeface="Neue Haas Grotesk Text Pro"/>
                        </a:rPr>
                        <a:t>	Rasio </a:t>
                      </a:r>
                      <a:r>
                        <a:rPr sz="800" b="0" dirty="0" err="1">
                          <a:solidFill>
                            <a:srgbClr val="262626"/>
                          </a:solidFill>
                          <a:latin typeface="Neue Haas Grotesk Text Pro"/>
                        </a:rPr>
                        <a:t>Kerugian</a:t>
                      </a:r>
                      <a:r>
                        <a:rPr sz="800" b="0" dirty="0">
                          <a:solidFill>
                            <a:srgbClr val="262626"/>
                          </a:solidFill>
                          <a:latin typeface="Neue Haas Grotesk Text Pro"/>
                        </a:rPr>
                        <a:t> </a:t>
                      </a:r>
                      <a:r>
                        <a:rPr sz="800" b="0" dirty="0" err="1">
                          <a:solidFill>
                            <a:srgbClr val="262626"/>
                          </a:solidFill>
                          <a:latin typeface="Neue Haas Grotesk Text Pro"/>
                        </a:rPr>
                        <a:t>Operasional</a:t>
                      </a:r>
                      <a:r>
                        <a:rPr sz="800" b="0" dirty="0">
                          <a:solidFill>
                            <a:srgbClr val="262626"/>
                          </a:solidFill>
                          <a:latin typeface="Neue Haas Grotesk Text Pro"/>
                        </a:rPr>
                        <a:t>: </a:t>
                      </a:r>
                      <a:r>
                        <a:rPr sz="800" b="0" dirty="0" err="1">
                          <a:solidFill>
                            <a:srgbClr val="262626"/>
                          </a:solidFill>
                          <a:latin typeface="Neue Haas Grotesk Text Pro"/>
                        </a:rPr>
                        <a:t>Serangan</a:t>
                      </a:r>
                      <a:r>
                        <a:rPr sz="800" b="0" dirty="0">
                          <a:solidFill>
                            <a:srgbClr val="262626"/>
                          </a:solidFill>
                          <a:latin typeface="Neue Haas Grotesk Text Pro"/>
                        </a:rPr>
                        <a:t> Siber</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5c </a:t>
                      </a:r>
                      <a:r>
                        <a:rPr sz="800" b="0" dirty="0">
                          <a:solidFill>
                            <a:srgbClr val="262626"/>
                          </a:solidFill>
                          <a:latin typeface="Neue Haas Grotesk Text Pro"/>
                        </a:rPr>
                        <a:t>	Rasio </a:t>
                      </a:r>
                      <a:r>
                        <a:rPr sz="800" b="0" dirty="0" err="1">
                          <a:solidFill>
                            <a:srgbClr val="262626"/>
                          </a:solidFill>
                          <a:latin typeface="Neue Haas Grotesk Text Pro"/>
                        </a:rPr>
                        <a:t>Kerugian</a:t>
                      </a:r>
                      <a:r>
                        <a:rPr sz="800" b="0" dirty="0">
                          <a:solidFill>
                            <a:srgbClr val="262626"/>
                          </a:solidFill>
                          <a:latin typeface="Neue Haas Grotesk Text Pro"/>
                        </a:rPr>
                        <a:t> </a:t>
                      </a:r>
                      <a:r>
                        <a:rPr sz="800" b="0" dirty="0" err="1">
                          <a:solidFill>
                            <a:srgbClr val="262626"/>
                          </a:solidFill>
                          <a:latin typeface="Neue Haas Grotesk Text Pro"/>
                        </a:rPr>
                        <a:t>Operasional</a:t>
                      </a:r>
                      <a:r>
                        <a:rPr sz="800" b="0" dirty="0">
                          <a:solidFill>
                            <a:srgbClr val="262626"/>
                          </a:solidFill>
                          <a:latin typeface="Neue Haas Grotesk Text Pro"/>
                        </a:rPr>
                        <a:t>: </a:t>
                      </a:r>
                      <a:r>
                        <a:rPr sz="800" b="0" dirty="0" err="1">
                          <a:solidFill>
                            <a:srgbClr val="262626"/>
                          </a:solidFill>
                          <a:latin typeface="Neue Haas Grotesk Text Pro"/>
                        </a:rPr>
                        <a:t>Kegagalan</a:t>
                      </a:r>
                      <a:r>
                        <a:rPr sz="800" b="0" dirty="0">
                          <a:solidFill>
                            <a:srgbClr val="262626"/>
                          </a:solidFill>
                          <a:latin typeface="Neue Haas Grotesk Text Pro"/>
                        </a:rPr>
                        <a:t> </a:t>
                      </a:r>
                      <a:r>
                        <a:rPr sz="800" b="0" dirty="0" err="1">
                          <a:solidFill>
                            <a:srgbClr val="262626"/>
                          </a:solidFill>
                          <a:latin typeface="Neue Haas Grotesk Text Pro"/>
                        </a:rPr>
                        <a:t>Manusia</a:t>
                      </a:r>
                      <a:r>
                        <a:rPr sz="800" b="0" dirty="0">
                          <a:solidFill>
                            <a:srgbClr val="262626"/>
                          </a:solidFill>
                          <a:latin typeface="Neue Haas Grotesk Text Pro"/>
                        </a:rPr>
                        <a:t> (Fraud)</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5d </a:t>
                      </a:r>
                      <a:r>
                        <a:rPr sz="800" b="0" dirty="0">
                          <a:solidFill>
                            <a:srgbClr val="262626"/>
                          </a:solidFill>
                          <a:latin typeface="Neue Haas Grotesk Text Pro"/>
                        </a:rPr>
                        <a:t>	Rasio </a:t>
                      </a:r>
                      <a:r>
                        <a:rPr sz="800" b="0" dirty="0" err="1">
                          <a:solidFill>
                            <a:srgbClr val="262626"/>
                          </a:solidFill>
                          <a:latin typeface="Neue Haas Grotesk Text Pro"/>
                        </a:rPr>
                        <a:t>Kerugian</a:t>
                      </a:r>
                      <a:r>
                        <a:rPr sz="800" b="0" dirty="0">
                          <a:solidFill>
                            <a:srgbClr val="262626"/>
                          </a:solidFill>
                          <a:latin typeface="Neue Haas Grotesk Text Pro"/>
                        </a:rPr>
                        <a:t> </a:t>
                      </a:r>
                      <a:r>
                        <a:rPr sz="800" b="0" dirty="0" err="1">
                          <a:solidFill>
                            <a:srgbClr val="262626"/>
                          </a:solidFill>
                          <a:latin typeface="Neue Haas Grotesk Text Pro"/>
                        </a:rPr>
                        <a:t>Operasional</a:t>
                      </a:r>
                      <a:r>
                        <a:rPr sz="800" b="0" dirty="0">
                          <a:solidFill>
                            <a:srgbClr val="262626"/>
                          </a:solidFill>
                          <a:latin typeface="Neue Haas Grotesk Text Pro"/>
                        </a:rPr>
                        <a:t>: </a:t>
                      </a:r>
                      <a:r>
                        <a:rPr sz="800" b="0" dirty="0" err="1">
                          <a:solidFill>
                            <a:srgbClr val="262626"/>
                          </a:solidFill>
                          <a:latin typeface="Neue Haas Grotesk Text Pro"/>
                        </a:rPr>
                        <a:t>Kecelakaan</a:t>
                      </a:r>
                      <a:r>
                        <a:rPr sz="800" b="0" dirty="0">
                          <a:solidFill>
                            <a:srgbClr val="262626"/>
                          </a:solidFill>
                          <a:latin typeface="Neue Haas Grotesk Text Pro"/>
                        </a:rPr>
                        <a:t> </a:t>
                      </a:r>
                      <a:r>
                        <a:rPr sz="800" b="0" dirty="0" err="1">
                          <a:solidFill>
                            <a:srgbClr val="262626"/>
                          </a:solidFill>
                          <a:latin typeface="Neue Haas Grotesk Text Pro"/>
                        </a:rPr>
                        <a:t>Kerja</a:t>
                      </a:r>
                      <a:r>
                        <a:rPr sz="800" b="0" dirty="0">
                          <a:solidFill>
                            <a:srgbClr val="262626"/>
                          </a:solidFill>
                          <a:latin typeface="Neue Haas Grotesk Text Pro"/>
                        </a:rPr>
                        <a:t> dan </a:t>
                      </a:r>
                      <a:r>
                        <a:rPr sz="800" b="0" dirty="0" err="1">
                          <a:solidFill>
                            <a:srgbClr val="262626"/>
                          </a:solidFill>
                          <a:latin typeface="Neue Haas Grotesk Text Pro"/>
                        </a:rPr>
                        <a:t>Bencana</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600000"/>
                          </a:solidFill>
                          <a:highlight>
                            <a:srgbClr val="F9CBC8"/>
                          </a:highlight>
                          <a:latin typeface="Neue Haas Grotesk Text Pro"/>
                        </a:rPr>
                        <a:t> </a:t>
                      </a:r>
                      <a:r>
                        <a:rPr lang="en-US" sz="800" b="1" dirty="0">
                          <a:solidFill>
                            <a:srgbClr val="600000"/>
                          </a:solidFill>
                          <a:highlight>
                            <a:srgbClr val="F9CBC8"/>
                          </a:highlight>
                          <a:latin typeface="Neue Haas Grotesk Text Pro"/>
                        </a:rPr>
                        <a:t>K3</a:t>
                      </a:r>
                      <a:r>
                        <a:rPr sz="800" b="1" dirty="0">
                          <a:solidFill>
                            <a:srgbClr val="600000"/>
                          </a:solidFill>
                          <a:highlight>
                            <a:srgbClr val="F9CBC8"/>
                          </a:highlight>
                          <a:latin typeface="Neue Haas Grotesk Text Pro"/>
                        </a:rPr>
                        <a:t> </a:t>
                      </a:r>
                      <a:r>
                        <a:rPr sz="800" b="0" dirty="0">
                          <a:solidFill>
                            <a:srgbClr val="262626"/>
                          </a:solidFill>
                          <a:latin typeface="Neue Haas Grotesk Text Pro"/>
                        </a:rPr>
                        <a:t>	Yield Realization Rate</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600000"/>
                          </a:solidFill>
                          <a:highlight>
                            <a:srgbClr val="F9CBC8"/>
                          </a:highlight>
                          <a:latin typeface="Neue Haas Grotesk Text Pro"/>
                        </a:rPr>
                        <a:t> </a:t>
                      </a:r>
                      <a:r>
                        <a:rPr lang="en-US" sz="800" b="1" dirty="0">
                          <a:solidFill>
                            <a:srgbClr val="600000"/>
                          </a:solidFill>
                          <a:highlight>
                            <a:srgbClr val="F9CBC8"/>
                          </a:highlight>
                          <a:latin typeface="Neue Haas Grotesk Text Pro"/>
                        </a:rPr>
                        <a:t>K4</a:t>
                      </a:r>
                      <a:r>
                        <a:rPr sz="800" b="0" dirty="0">
                          <a:solidFill>
                            <a:srgbClr val="262626"/>
                          </a:solidFill>
                          <a:latin typeface="Neue Haas Grotesk Text Pro"/>
                        </a:rPr>
                        <a:t>	Weather/Climate Loss Ratio</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600000"/>
                          </a:solidFill>
                          <a:highlight>
                            <a:srgbClr val="F9CBC8"/>
                          </a:highlight>
                          <a:latin typeface="Neue Haas Grotesk Text Pro"/>
                        </a:rPr>
                        <a:t> </a:t>
                      </a:r>
                      <a:r>
                        <a:rPr lang="en-US" sz="800" b="1" dirty="0">
                          <a:solidFill>
                            <a:srgbClr val="600000"/>
                          </a:solidFill>
                          <a:highlight>
                            <a:srgbClr val="F9CBC8"/>
                          </a:highlight>
                          <a:latin typeface="Neue Haas Grotesk Text Pro"/>
                        </a:rPr>
                        <a:t>K5</a:t>
                      </a:r>
                      <a:r>
                        <a:rPr sz="800" b="0" dirty="0">
                          <a:solidFill>
                            <a:srgbClr val="262626"/>
                          </a:solidFill>
                          <a:latin typeface="Neue Haas Grotesk Text Pro"/>
                        </a:rPr>
                        <a:t>	ESG Controversy Incident Count</a:t>
                      </a:r>
                      <a:endParaRPr lang="en-ID" sz="800" b="0" dirty="0">
                        <a:solidFill>
                          <a:srgbClr val="262626"/>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tc>
                  <a:txBody>
                    <a:bodyPr/>
                    <a:lstStyle/>
                    <a:p>
                      <a:pPr algn="l">
                        <a:spcAft>
                          <a:spcPts val="0"/>
                        </a:spcAft>
                      </a:pPr>
                      <a:r>
                        <a:rPr sz="1050" b="1">
                          <a:solidFill>
                            <a:srgbClr val="262626"/>
                          </a:solidFill>
                          <a:latin typeface="Neue Haas Grotesk Text Pro"/>
                        </a:rPr>
                        <a:t>Risiko Investasi dan Proyek</a:t>
                      </a:r>
                      <a:endParaRPr lang="id-ID" sz="1050" b="0" i="0">
                        <a:solidFill>
                          <a:srgbClr val="1A1A1A"/>
                        </a:solidFill>
                        <a:latin typeface="Neue Haas Grotesk Text Pro"/>
                      </a:endParaRPr>
                    </a:p>
                    <a:p>
                      <a:pPr algn="l">
                        <a:spcAft>
                          <a:spcPts val="600"/>
                        </a:spcAft>
                      </a:pPr>
                      <a:r>
                        <a:rPr sz="1050" b="0">
                          <a:solidFill>
                            <a:srgbClr val="262626"/>
                          </a:solidFill>
                          <a:latin typeface="Neue Haas Grotesk Text Pro"/>
                        </a:rPr>
                        <a:t> </a:t>
                      </a:r>
                      <a:endParaRPr lang="id-ID" sz="1050" b="0" i="0">
                        <a:solidFill>
                          <a:srgbClr val="1A1A1A"/>
                        </a:solidFill>
                        <a:latin typeface="Neue Haas Grotesk Text Pro"/>
                      </a:endParaRPr>
                    </a:p>
                    <a:p>
                      <a:pPr algn="l">
                        <a:spcAft>
                          <a:spcPts val="700"/>
                        </a:spcAft>
                      </a:pPr>
                      <a:r>
                        <a:rPr sz="800" b="0">
                          <a:solidFill>
                            <a:srgbClr val="707070"/>
                          </a:solidFill>
                          <a:latin typeface="Neue Haas Grotesk Text Pro"/>
                        </a:rPr>
                        <a:t>Sikap  </a:t>
                      </a:r>
                      <a:r>
                        <a:rPr sz="850" b="1">
                          <a:solidFill>
                            <a:srgbClr val="600000"/>
                          </a:solidFill>
                          <a:latin typeface="Neue Haas Grotesk Text Pro"/>
                        </a:rPr>
                        <a:t>Aggressive</a:t>
                      </a:r>
                      <a:endParaRPr lang="id-ID" sz="85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6a </a:t>
                      </a:r>
                      <a:r>
                        <a:rPr sz="800" b="0">
                          <a:solidFill>
                            <a:srgbClr val="262626"/>
                          </a:solidFill>
                          <a:latin typeface="Neue Haas Grotesk Text Pro"/>
                        </a:rPr>
                        <a:t>	Project IRR vs Hurdle Rate</a:t>
                      </a:r>
                      <a:endParaRPr lang="id-ID" sz="80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6b </a:t>
                      </a:r>
                      <a:r>
                        <a:rPr sz="800" b="0">
                          <a:solidFill>
                            <a:srgbClr val="262626"/>
                          </a:solidFill>
                          <a:latin typeface="Neue Haas Grotesk Text Pro"/>
                        </a:rPr>
                        <a:t>	Schedule Overrun Ratio</a:t>
                      </a:r>
                      <a:endParaRPr lang="id-ID" sz="800" b="0" i="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tc>
                  <a:txBody>
                    <a:bodyPr/>
                    <a:lstStyle/>
                    <a:p>
                      <a:pPr algn="l">
                        <a:spcAft>
                          <a:spcPts val="0"/>
                        </a:spcAft>
                      </a:pPr>
                      <a:r>
                        <a:rPr sz="1050" b="1">
                          <a:solidFill>
                            <a:srgbClr val="262626"/>
                          </a:solidFill>
                          <a:latin typeface="Neue Haas Grotesk Text Pro"/>
                        </a:rPr>
                        <a:t>Risiko Reputasi</a:t>
                      </a:r>
                      <a:endParaRPr lang="id-ID" sz="1050" b="0" i="0">
                        <a:solidFill>
                          <a:srgbClr val="1A1A1A"/>
                        </a:solidFill>
                        <a:latin typeface="Neue Haas Grotesk Text Pro"/>
                      </a:endParaRPr>
                    </a:p>
                    <a:p>
                      <a:pPr algn="l">
                        <a:spcAft>
                          <a:spcPts val="600"/>
                        </a:spcAft>
                      </a:pPr>
                      <a:r>
                        <a:rPr sz="1050" b="0">
                          <a:solidFill>
                            <a:srgbClr val="262626"/>
                          </a:solidFill>
                          <a:latin typeface="Neue Haas Grotesk Text Pro"/>
                        </a:rPr>
                        <a:t> </a:t>
                      </a:r>
                      <a:endParaRPr lang="id-ID" sz="1050" b="0" i="0">
                        <a:solidFill>
                          <a:srgbClr val="1A1A1A"/>
                        </a:solidFill>
                        <a:latin typeface="Neue Haas Grotesk Text Pro"/>
                      </a:endParaRPr>
                    </a:p>
                    <a:p>
                      <a:pPr algn="l">
                        <a:spcAft>
                          <a:spcPts val="700"/>
                        </a:spcAft>
                      </a:pPr>
                      <a:r>
                        <a:rPr sz="800" b="0">
                          <a:solidFill>
                            <a:srgbClr val="707070"/>
                          </a:solidFill>
                          <a:latin typeface="Neue Haas Grotesk Text Pro"/>
                        </a:rPr>
                        <a:t>Sikap  </a:t>
                      </a:r>
                      <a:r>
                        <a:rPr sz="850" b="1">
                          <a:solidFill>
                            <a:srgbClr val="600000"/>
                          </a:solidFill>
                          <a:latin typeface="Neue Haas Grotesk Text Pro"/>
                        </a:rPr>
                        <a:t>Zero Tolerance</a:t>
                      </a:r>
                      <a:endParaRPr lang="id-ID" sz="850" b="0" i="0">
                        <a:solidFill>
                          <a:srgbClr val="1A1A1A"/>
                        </a:solidFill>
                        <a:latin typeface="Neue Haas Grotesk Text Pro"/>
                      </a:endParaRPr>
                    </a:p>
                    <a:p>
                      <a:pPr marL="274320" indent="-274320" algn="l">
                        <a:spcAft>
                          <a:spcPts val="250"/>
                        </a:spcAft>
                        <a:tabLst>
                          <a:tab pos="274320" algn="l"/>
                        </a:tabLst>
                      </a:pPr>
                      <a:r>
                        <a:rPr sz="800" b="1">
                          <a:solidFill>
                            <a:srgbClr val="262626"/>
                          </a:solidFill>
                          <a:latin typeface="Neue Haas Grotesk Text Pro"/>
                        </a:rPr>
                        <a:t> 7a </a:t>
                      </a:r>
                      <a:r>
                        <a:rPr sz="800" b="0">
                          <a:solidFill>
                            <a:srgbClr val="262626"/>
                          </a:solidFill>
                          <a:latin typeface="Neue Haas Grotesk Text Pro"/>
                        </a:rPr>
                        <a:t>	Negative Sentiment Ratio</a:t>
                      </a:r>
                      <a:endParaRPr lang="id-ID" sz="800" b="0" i="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tc>
                  <a:txBody>
                    <a:bodyPr/>
                    <a:lstStyle/>
                    <a:p>
                      <a:pPr algn="l">
                        <a:spcAft>
                          <a:spcPts val="600"/>
                        </a:spcAft>
                      </a:pPr>
                      <a:r>
                        <a:rPr sz="1050" b="1" dirty="0">
                          <a:solidFill>
                            <a:srgbClr val="262626"/>
                          </a:solidFill>
                          <a:latin typeface="Neue Haas Grotesk Text Pro"/>
                        </a:rPr>
                        <a:t>Risiko </a:t>
                      </a:r>
                      <a:r>
                        <a:rPr sz="1050" b="1" dirty="0" err="1">
                          <a:solidFill>
                            <a:srgbClr val="262626"/>
                          </a:solidFill>
                          <a:latin typeface="Neue Haas Grotesk Text Pro"/>
                        </a:rPr>
                        <a:t>Peraturan</a:t>
                      </a:r>
                      <a:r>
                        <a:rPr sz="1050" b="1" dirty="0">
                          <a:solidFill>
                            <a:srgbClr val="262626"/>
                          </a:solidFill>
                          <a:latin typeface="Neue Haas Grotesk Text Pro"/>
                        </a:rPr>
                        <a:t>, Hukum dan </a:t>
                      </a:r>
                      <a:r>
                        <a:rPr sz="1050" b="1" dirty="0" err="1">
                          <a:solidFill>
                            <a:srgbClr val="262626"/>
                          </a:solidFill>
                          <a:latin typeface="Neue Haas Grotesk Text Pro"/>
                        </a:rPr>
                        <a:t>Kepatuhan</a:t>
                      </a:r>
                      <a:endParaRPr lang="id-ID" sz="1050" b="0" i="0" dirty="0">
                        <a:solidFill>
                          <a:srgbClr val="1A1A1A"/>
                        </a:solidFill>
                        <a:latin typeface="Neue Haas Grotesk Text Pro"/>
                      </a:endParaRPr>
                    </a:p>
                    <a:p>
                      <a:pPr algn="l">
                        <a:spcAft>
                          <a:spcPts val="700"/>
                        </a:spcAft>
                      </a:pPr>
                      <a:r>
                        <a:rPr sz="800" b="0" dirty="0" err="1">
                          <a:solidFill>
                            <a:srgbClr val="707070"/>
                          </a:solidFill>
                          <a:latin typeface="Neue Haas Grotesk Text Pro"/>
                        </a:rPr>
                        <a:t>Sikap</a:t>
                      </a:r>
                      <a:r>
                        <a:rPr sz="800" b="0" dirty="0">
                          <a:solidFill>
                            <a:srgbClr val="707070"/>
                          </a:solidFill>
                          <a:latin typeface="Neue Haas Grotesk Text Pro"/>
                        </a:rPr>
                        <a:t>  </a:t>
                      </a:r>
                      <a:r>
                        <a:rPr sz="850" b="1" dirty="0">
                          <a:solidFill>
                            <a:srgbClr val="600000"/>
                          </a:solidFill>
                          <a:latin typeface="Neue Haas Grotesk Text Pro"/>
                        </a:rPr>
                        <a:t>Zero Tolerance</a:t>
                      </a:r>
                      <a:endParaRPr lang="id-ID" sz="85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8a </a:t>
                      </a:r>
                      <a:r>
                        <a:rPr sz="800" b="0" dirty="0">
                          <a:solidFill>
                            <a:srgbClr val="262626"/>
                          </a:solidFill>
                          <a:latin typeface="Neue Haas Grotesk Text Pro"/>
                        </a:rPr>
                        <a:t>	Rasio </a:t>
                      </a:r>
                      <a:r>
                        <a:rPr sz="800" b="0" dirty="0" err="1">
                          <a:solidFill>
                            <a:srgbClr val="262626"/>
                          </a:solidFill>
                          <a:latin typeface="Neue Haas Grotesk Text Pro"/>
                        </a:rPr>
                        <a:t>Kerugian</a:t>
                      </a:r>
                      <a:r>
                        <a:rPr sz="800" b="0" dirty="0">
                          <a:solidFill>
                            <a:srgbClr val="262626"/>
                          </a:solidFill>
                          <a:latin typeface="Neue Haas Grotesk Text Pro"/>
                        </a:rPr>
                        <a:t> </a:t>
                      </a:r>
                      <a:r>
                        <a:rPr sz="800" b="0" dirty="0" err="1">
                          <a:solidFill>
                            <a:srgbClr val="262626"/>
                          </a:solidFill>
                          <a:latin typeface="Neue Haas Grotesk Text Pro"/>
                        </a:rPr>
                        <a:t>Gugatan</a:t>
                      </a:r>
                      <a:r>
                        <a:rPr sz="800" b="0" dirty="0">
                          <a:solidFill>
                            <a:srgbClr val="262626"/>
                          </a:solidFill>
                          <a:latin typeface="Neue Haas Grotesk Text Pro"/>
                        </a:rPr>
                        <a:t> Hukum</a:t>
                      </a:r>
                      <a:endParaRPr lang="id-ID" sz="800" b="0" i="0" dirty="0">
                        <a:solidFill>
                          <a:srgbClr val="1A1A1A"/>
                        </a:solidFill>
                        <a:latin typeface="Neue Haas Grotesk Text Pro"/>
                      </a:endParaRPr>
                    </a:p>
                    <a:p>
                      <a:pPr marL="274320" indent="-274320" algn="l">
                        <a:spcAft>
                          <a:spcPts val="250"/>
                        </a:spcAft>
                        <a:tabLst>
                          <a:tab pos="274320" algn="l"/>
                        </a:tabLst>
                      </a:pPr>
                      <a:r>
                        <a:rPr sz="800" b="1" dirty="0">
                          <a:solidFill>
                            <a:srgbClr val="262626"/>
                          </a:solidFill>
                          <a:latin typeface="Neue Haas Grotesk Text Pro"/>
                        </a:rPr>
                        <a:t> 8b </a:t>
                      </a:r>
                      <a:r>
                        <a:rPr sz="800" b="0" dirty="0">
                          <a:solidFill>
                            <a:srgbClr val="262626"/>
                          </a:solidFill>
                          <a:latin typeface="Neue Haas Grotesk Text Pro"/>
                        </a:rPr>
                        <a:t>	Rasio </a:t>
                      </a:r>
                      <a:r>
                        <a:rPr sz="800" b="0" dirty="0" err="1">
                          <a:solidFill>
                            <a:srgbClr val="262626"/>
                          </a:solidFill>
                          <a:latin typeface="Neue Haas Grotesk Text Pro"/>
                        </a:rPr>
                        <a:t>Pelanggaran</a:t>
                      </a:r>
                      <a:r>
                        <a:rPr sz="800" b="0" dirty="0">
                          <a:solidFill>
                            <a:srgbClr val="262626"/>
                          </a:solidFill>
                          <a:latin typeface="Neue Haas Grotesk Text Pro"/>
                        </a:rPr>
                        <a:t> dan Denda </a:t>
                      </a:r>
                      <a:r>
                        <a:rPr sz="800" b="0" dirty="0" err="1">
                          <a:solidFill>
                            <a:srgbClr val="262626"/>
                          </a:solidFill>
                          <a:latin typeface="Neue Haas Grotesk Text Pro"/>
                        </a:rPr>
                        <a:t>Kepatuhan</a:t>
                      </a:r>
                      <a:endParaRPr lang="id-ID" sz="800" b="0" i="0" dirty="0">
                        <a:solidFill>
                          <a:srgbClr val="1A1A1A"/>
                        </a:solidFill>
                        <a:latin typeface="Neue Haas Grotesk Text Pro"/>
                      </a:endParaRPr>
                    </a:p>
                  </a:txBody>
                  <a:tcPr marL="118872" marR="118872" marT="118872" marB="73152">
                    <a:lnL w="76200" cap="flat" cmpd="sng" algn="ctr">
                      <a:solidFill>
                        <a:srgbClr val="FFFFFF"/>
                      </a:solidFill>
                      <a:prstDash val="solid"/>
                    </a:lnL>
                    <a:lnR w="76200" cap="flat" cmpd="sng" algn="ctr">
                      <a:solidFill>
                        <a:srgbClr val="FFFFFF"/>
                      </a:solidFill>
                      <a:prstDash val="solid"/>
                    </a:lnR>
                    <a:lnT w="76200" cap="flat" cmpd="sng" algn="ctr">
                      <a:solidFill>
                        <a:srgbClr val="FFFFFF"/>
                      </a:solidFill>
                      <a:prstDash val="solid"/>
                    </a:lnT>
                    <a:lnB w="76200" cap="flat" cmpd="sng" algn="ctr">
                      <a:solidFill>
                        <a:srgbClr val="FFFFFF"/>
                      </a:solidFill>
                      <a:prstDash val="solid"/>
                    </a:lnB>
                    <a:solidFill>
                      <a:srgbClr val="F5F2F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7.2 </a:t>
            </a:r>
            <a:r>
              <a:rPr sz="2400" i="1" dirty="0"/>
              <a:t>Risk Acceptance Matrix </a:t>
            </a:r>
            <a:r>
              <a:rPr sz="2400" dirty="0"/>
              <a:t>(RAM)</a:t>
            </a:r>
            <a:r>
              <a:rPr lang="en-US" sz="2400" dirty="0"/>
              <a:t> (PT KINRA)</a:t>
            </a:r>
            <a:endParaRPr sz="2400" dirty="0"/>
          </a:p>
        </p:txBody>
      </p:sp>
      <p:sp>
        <p:nvSpPr>
          <p:cNvPr id="3" name="Text Placeholder 2"/>
          <p:cNvSpPr>
            <a:spLocks noGrp="1"/>
          </p:cNvSpPr>
          <p:nvPr>
            <p:ph type="body" idx="2"/>
          </p:nvPr>
        </p:nvSpPr>
        <p:spPr/>
        <p:txBody>
          <a:bodyPr/>
          <a:lstStyle/>
          <a:p>
            <a:r>
              <a:rPr sz="1200">
                <a:latin typeface="Neue Haas Grotesk Text Pro"/>
              </a:rPr>
              <a:t>(2/4) Risiko Strategis, Pasar, dan Keuangan</a:t>
            </a:r>
          </a:p>
        </p:txBody>
      </p:sp>
      <p:graphicFrame>
        <p:nvGraphicFramePr>
          <p:cNvPr id="4" name="Table 3"/>
          <p:cNvGraphicFramePr>
            <a:graphicFrameLocks noGrp="1"/>
          </p:cNvGraphicFramePr>
          <p:nvPr>
            <p:extLst>
              <p:ext uri="{D42A27DB-BD31-4B8C-83A1-F6EECF244321}">
                <p14:modId xmlns:p14="http://schemas.microsoft.com/office/powerpoint/2010/main" val="2237668997"/>
              </p:ext>
            </p:extLst>
          </p:nvPr>
        </p:nvGraphicFramePr>
        <p:xfrm>
          <a:off x="310896" y="1225296"/>
          <a:ext cx="11558015" cy="2980944"/>
        </p:xfrm>
        <a:graphic>
          <a:graphicData uri="http://schemas.openxmlformats.org/drawingml/2006/table">
            <a:tbl>
              <a:tblPr>
                <a:tableStyleId>{5940675A-B579-460E-94D1-54222C63F5DA}</a:tableStyleId>
              </a:tblPr>
              <a:tblGrid>
                <a:gridCol w="419377">
                  <a:extLst>
                    <a:ext uri="{9D8B030D-6E8A-4147-A177-3AD203B41FA5}">
                      <a16:colId xmlns:a16="http://schemas.microsoft.com/office/drawing/2014/main" val="20000"/>
                    </a:ext>
                  </a:extLst>
                </a:gridCol>
                <a:gridCol w="3313074">
                  <a:extLst>
                    <a:ext uri="{9D8B030D-6E8A-4147-A177-3AD203B41FA5}">
                      <a16:colId xmlns:a16="http://schemas.microsoft.com/office/drawing/2014/main" val="20001"/>
                    </a:ext>
                  </a:extLst>
                </a:gridCol>
                <a:gridCol w="838753">
                  <a:extLst>
                    <a:ext uri="{9D8B030D-6E8A-4147-A177-3AD203B41FA5}">
                      <a16:colId xmlns:a16="http://schemas.microsoft.com/office/drawing/2014/main" val="20002"/>
                    </a:ext>
                  </a:extLst>
                </a:gridCol>
                <a:gridCol w="922628">
                  <a:extLst>
                    <a:ext uri="{9D8B030D-6E8A-4147-A177-3AD203B41FA5}">
                      <a16:colId xmlns:a16="http://schemas.microsoft.com/office/drawing/2014/main" val="20003"/>
                    </a:ext>
                  </a:extLst>
                </a:gridCol>
                <a:gridCol w="1006504">
                  <a:extLst>
                    <a:ext uri="{9D8B030D-6E8A-4147-A177-3AD203B41FA5}">
                      <a16:colId xmlns:a16="http://schemas.microsoft.com/office/drawing/2014/main" val="20004"/>
                    </a:ext>
                  </a:extLst>
                </a:gridCol>
                <a:gridCol w="1048441">
                  <a:extLst>
                    <a:ext uri="{9D8B030D-6E8A-4147-A177-3AD203B41FA5}">
                      <a16:colId xmlns:a16="http://schemas.microsoft.com/office/drawing/2014/main" val="20005"/>
                    </a:ext>
                  </a:extLst>
                </a:gridCol>
                <a:gridCol w="1048441">
                  <a:extLst>
                    <a:ext uri="{9D8B030D-6E8A-4147-A177-3AD203B41FA5}">
                      <a16:colId xmlns:a16="http://schemas.microsoft.com/office/drawing/2014/main" val="20006"/>
                    </a:ext>
                  </a:extLst>
                </a:gridCol>
                <a:gridCol w="1048441">
                  <a:extLst>
                    <a:ext uri="{9D8B030D-6E8A-4147-A177-3AD203B41FA5}">
                      <a16:colId xmlns:a16="http://schemas.microsoft.com/office/drawing/2014/main" val="20007"/>
                    </a:ext>
                  </a:extLst>
                </a:gridCol>
                <a:gridCol w="956178">
                  <a:extLst>
                    <a:ext uri="{9D8B030D-6E8A-4147-A177-3AD203B41FA5}">
                      <a16:colId xmlns:a16="http://schemas.microsoft.com/office/drawing/2014/main" val="20008"/>
                    </a:ext>
                  </a:extLst>
                </a:gridCol>
                <a:gridCol w="956178">
                  <a:extLst>
                    <a:ext uri="{9D8B030D-6E8A-4147-A177-3AD203B41FA5}">
                      <a16:colId xmlns:a16="http://schemas.microsoft.com/office/drawing/2014/main" val="2789190168"/>
                    </a:ext>
                  </a:extLst>
                </a:gridCol>
              </a:tblGrid>
              <a:tr h="256032">
                <a:tc rowSpan="2">
                  <a:txBody>
                    <a:bodyPr/>
                    <a:lstStyle/>
                    <a:p>
                      <a:pPr algn="ctr"/>
                      <a:r>
                        <a:rPr sz="800" b="1" i="0">
                          <a:solidFill>
                            <a:srgbClr val="FFFFFF"/>
                          </a:solidFill>
                          <a:latin typeface="Neue Haas Grotesk Text Pro"/>
                        </a:rPr>
                        <a:t>Kode</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Parameter Pengukuran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Kategori Parameter</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Satuan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gridSpan="3">
                  <a:txBody>
                    <a:bodyPr/>
                    <a:lstStyle/>
                    <a:p>
                      <a:pPr algn="ctr"/>
                      <a:r>
                        <a:rPr sz="800" b="1" i="0">
                          <a:solidFill>
                            <a:srgbClr val="FFFFFF"/>
                          </a:solidFill>
                          <a:latin typeface="Neue Haas Grotesk Text Pro"/>
                        </a:rPr>
                        <a:t>Risk Threshold</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rowSpan="2">
                  <a:txBody>
                    <a:bodyPr/>
                    <a:lstStyle/>
                    <a:p>
                      <a:pPr algn="ctr"/>
                      <a:r>
                        <a:rPr sz="800" b="1" i="0">
                          <a:solidFill>
                            <a:srgbClr val="FFFFFF"/>
                          </a:solidFill>
                          <a:latin typeface="Neue Haas Grotesk Text Pro"/>
                        </a:rPr>
                        <a:t>Hasil Pengukuran RKAP 2027 (Risiko Inheren)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Status Pengukuran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round/>
                      <a:headEnd type="none" w="med" len="med"/>
                      <a:tailEnd type="none" w="med" len="me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lang="en-US" sz="800" b="1" i="0" dirty="0" err="1">
                          <a:solidFill>
                            <a:schemeClr val="bg1"/>
                          </a:solidFill>
                          <a:latin typeface="Neue Haas Grotesk Text Pro"/>
                        </a:rPr>
                        <a:t>Keterangan</a:t>
                      </a:r>
                      <a:endParaRPr lang="id-ID" sz="800" b="1" i="0" dirty="0">
                        <a:solidFill>
                          <a:schemeClr val="bg1"/>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round/>
                      <a:headEnd type="none" w="med" len="med"/>
                      <a:tailEnd type="none" w="med" len="med"/>
                    </a:lnB>
                    <a:solidFill>
                      <a:srgbClr val="600000"/>
                    </a:solidFill>
                  </a:tcPr>
                </a:tc>
                <a:extLst>
                  <a:ext uri="{0D108BD9-81ED-4DB2-BD59-A6C34878D82A}">
                    <a16:rowId xmlns:a16="http://schemas.microsoft.com/office/drawing/2014/main" val="10000"/>
                  </a:ext>
                </a:extLst>
              </a:tr>
              <a:tr h="256032">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ctr"/>
                      <a:r>
                        <a:rPr sz="850" b="1" i="0">
                          <a:solidFill>
                            <a:srgbClr val="FFFFFF"/>
                          </a:solidFill>
                          <a:latin typeface="Neue Haas Grotesk Text Pro"/>
                        </a:rPr>
                        <a:t>Limit</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50" b="1" i="0">
                          <a:solidFill>
                            <a:srgbClr val="FFFFFF"/>
                          </a:solidFill>
                          <a:latin typeface="Neue Haas Grotesk Text Pro"/>
                        </a:rPr>
                        <a:t>Appetite</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50" b="1" i="0">
                          <a:solidFill>
                            <a:srgbClr val="FFFFFF"/>
                          </a:solidFill>
                          <a:latin typeface="Neue Haas Grotesk Text Pro"/>
                        </a:rPr>
                        <a:t>Tolerance</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lang="en-ID"/>
                    </a:p>
                  </a:txBody>
                  <a:tcPr/>
                </a:tc>
                <a:extLst>
                  <a:ext uri="{0D108BD9-81ED-4DB2-BD59-A6C34878D82A}">
                    <a16:rowId xmlns:a16="http://schemas.microsoft.com/office/drawing/2014/main" val="10001"/>
                  </a:ext>
                </a:extLst>
              </a:tr>
              <a:tr h="256032">
                <a:tc gridSpan="9">
                  <a:txBody>
                    <a:bodyPr/>
                    <a:lstStyle/>
                    <a:p>
                      <a:pPr algn="l"/>
                      <a:r>
                        <a:rPr sz="950" b="1" i="0">
                          <a:solidFill>
                            <a:srgbClr val="600000"/>
                          </a:solidFill>
                          <a:latin typeface="Neue Haas Grotesk Text Pro"/>
                        </a:rPr>
                        <a:t>Risiko Strategis (Strategic Risk)</a:t>
                      </a:r>
                      <a:r>
                        <a:rPr sz="950" b="0" i="0">
                          <a:solidFill>
                            <a:srgbClr val="707070"/>
                          </a:solidFill>
                          <a:latin typeface="Neue Haas Grotesk Text Pro"/>
                        </a:rPr>
                        <a:t>     Sikap risiko: Aggressive</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FFFFFF"/>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a:txBody>
                    <a:bodyPr/>
                    <a:lstStyle/>
                    <a:p>
                      <a:pPr algn="l"/>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FFFFFF"/>
                      </a:solidFill>
                      <a:prstDash val="solid"/>
                      <a:round/>
                      <a:headEnd type="none" w="med" len="med"/>
                      <a:tailEnd type="none" w="med" len="med"/>
                    </a:lnT>
                    <a:lnB w="6350">
                      <a:noFill/>
                    </a:lnB>
                    <a:solidFill>
                      <a:srgbClr val="F2F2F2"/>
                    </a:solidFill>
                  </a:tcPr>
                </a:tc>
                <a:extLst>
                  <a:ext uri="{0D108BD9-81ED-4DB2-BD59-A6C34878D82A}">
                    <a16:rowId xmlns:a16="http://schemas.microsoft.com/office/drawing/2014/main" val="10002"/>
                  </a:ext>
                </a:extLst>
              </a:tr>
              <a:tr h="274320">
                <a:tc>
                  <a:txBody>
                    <a:bodyPr/>
                    <a:lstStyle/>
                    <a:p>
                      <a:pPr algn="ctr"/>
                      <a:r>
                        <a:rPr sz="950" b="1" i="0">
                          <a:solidFill>
                            <a:srgbClr val="1A1A1A"/>
                          </a:solidFill>
                          <a:latin typeface="Neue Haas Grotesk Text Pro"/>
                        </a:rPr>
                        <a:t>1a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Strategic Initiative Progress</a:t>
                      </a:r>
                      <a:endParaRPr lang="id-ID" sz="95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dirty="0">
                          <a:solidFill>
                            <a:srgbClr val="1A1A1A"/>
                          </a:solidFill>
                          <a:latin typeface="Neue Haas Grotesk Text Pro"/>
                        </a:rPr>
                        <a:t>100%</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u="sng" dirty="0">
                          <a:solidFill>
                            <a:srgbClr val="1A1A1A"/>
                          </a:solidFill>
                          <a:latin typeface="Neue Haas Grotesk Text Pro"/>
                        </a:rPr>
                        <a:t>&gt;</a:t>
                      </a:r>
                      <a:r>
                        <a:rPr sz="900" b="0" i="0" dirty="0">
                          <a:solidFill>
                            <a:srgbClr val="1A1A1A"/>
                          </a:solidFill>
                          <a:latin typeface="Neue Haas Grotesk Text Pro"/>
                        </a:rPr>
                        <a:t>98%-&lt;100%</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u="sng" dirty="0">
                          <a:solidFill>
                            <a:srgbClr val="1A1A1A"/>
                          </a:solidFill>
                          <a:latin typeface="Neue Haas Grotesk Text Pro"/>
                        </a:rPr>
                        <a:t>&gt;</a:t>
                      </a:r>
                      <a:r>
                        <a:rPr sz="900" b="0" i="0" dirty="0">
                          <a:solidFill>
                            <a:srgbClr val="1A1A1A"/>
                          </a:solidFill>
                          <a:latin typeface="Neue Haas Grotesk Text Pro"/>
                        </a:rPr>
                        <a:t>95%-&lt;98%</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0" i="0" dirty="0">
                          <a:solidFill>
                            <a:srgbClr val="1A1A1A"/>
                          </a:solidFill>
                          <a:latin typeface="Neue Haas Grotesk Text Pro"/>
                        </a:rPr>
                        <a:t>100%</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1" i="0" dirty="0">
                          <a:solidFill>
                            <a:srgbClr val="00B050"/>
                          </a:solidFill>
                          <a:latin typeface="Neue Haas Grotesk Text Pro"/>
                        </a:rPr>
                        <a:t>Hijau</a:t>
                      </a:r>
                      <a:endParaRPr lang="id-ID" sz="900" b="1" i="0" dirty="0">
                        <a:solidFill>
                          <a:srgbClr val="00B05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1" i="0" dirty="0">
                        <a:solidFill>
                          <a:srgbClr val="00B050"/>
                        </a:solidFill>
                        <a:latin typeface="Neue Haas Grotesk Text Pro"/>
                      </a:endParaRPr>
                    </a:p>
                  </a:txBody>
                  <a:tcPr marL="45720" marR="45720" marT="27432" marB="27432" anchor="ctr">
                    <a:lnL w="0">
                      <a:noFill/>
                    </a:lnL>
                    <a:lnR w="0">
                      <a:noFill/>
                    </a:lnR>
                    <a:lnT w="0">
                      <a:noFill/>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algn="ctr"/>
                      <a:r>
                        <a:rPr sz="950" b="1" i="0">
                          <a:solidFill>
                            <a:srgbClr val="1A1A1A"/>
                          </a:solidFill>
                          <a:latin typeface="Neue Haas Grotesk Text Pro"/>
                        </a:rPr>
                        <a:t>1b</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Penurunan Market Share (YoY)</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u="sng" dirty="0">
                          <a:solidFill>
                            <a:srgbClr val="1A1A1A"/>
                          </a:solidFill>
                          <a:latin typeface="Neue Haas Grotesk Text Pro"/>
                        </a:rPr>
                        <a:t>&lt;</a:t>
                      </a:r>
                      <a:r>
                        <a:rPr sz="900" b="0" i="0" dirty="0">
                          <a:solidFill>
                            <a:srgbClr val="1A1A1A"/>
                          </a:solidFill>
                          <a:latin typeface="Neue Haas Grotesk Text Pro"/>
                        </a:rPr>
                        <a:t>1%</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dirty="0">
                          <a:solidFill>
                            <a:srgbClr val="1A1A1A"/>
                          </a:solidFill>
                          <a:latin typeface="Neue Haas Grotesk Text Pro"/>
                        </a:rPr>
                        <a:t>&gt;1%-</a:t>
                      </a:r>
                      <a:r>
                        <a:rPr sz="900" b="0" i="0" u="sng" dirty="0">
                          <a:solidFill>
                            <a:srgbClr val="1A1A1A"/>
                          </a:solidFill>
                          <a:latin typeface="Neue Haas Grotesk Text Pro"/>
                        </a:rPr>
                        <a:t>&lt;</a:t>
                      </a:r>
                      <a:r>
                        <a:rPr sz="900" b="0" i="0" dirty="0">
                          <a:solidFill>
                            <a:srgbClr val="1A1A1A"/>
                          </a:solidFill>
                          <a:latin typeface="Neue Haas Grotesk Text Pro"/>
                        </a:rPr>
                        <a:t>3%</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dirty="0">
                          <a:solidFill>
                            <a:srgbClr val="1A1A1A"/>
                          </a:solidFill>
                          <a:latin typeface="Neue Haas Grotesk Text Pro"/>
                        </a:rPr>
                        <a:t>&gt;3%-</a:t>
                      </a:r>
                      <a:r>
                        <a:rPr sz="900" b="0" i="0" u="sng" dirty="0">
                          <a:solidFill>
                            <a:srgbClr val="1A1A1A"/>
                          </a:solidFill>
                          <a:latin typeface="Neue Haas Grotesk Text Pro"/>
                        </a:rPr>
                        <a:t>&lt;</a:t>
                      </a:r>
                      <a:r>
                        <a:rPr sz="900" b="0" i="0" dirty="0">
                          <a:solidFill>
                            <a:srgbClr val="1A1A1A"/>
                          </a:solidFill>
                          <a:latin typeface="Neue Haas Grotesk Text Pro"/>
                        </a:rPr>
                        <a:t>5%</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en-US" sz="900" b="0" i="0" dirty="0">
                          <a:solidFill>
                            <a:srgbClr val="1A1A1A"/>
                          </a:solidFill>
                          <a:latin typeface="Neue Haas Grotesk Text Pro"/>
                        </a:rPr>
                        <a:t>33,61%</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en-US" sz="900" b="1" i="0" dirty="0">
                          <a:solidFill>
                            <a:srgbClr val="FF0000"/>
                          </a:solidFill>
                          <a:latin typeface="Neue Haas Grotesk Text Pro"/>
                        </a:rPr>
                        <a:t>Merah</a:t>
                      </a:r>
                      <a:endParaRPr lang="id-ID" sz="900" b="1" i="0" dirty="0">
                        <a:solidFill>
                          <a:srgbClr val="FF000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1" i="0" dirty="0">
                        <a:solidFill>
                          <a:srgbClr val="FF000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gridSpan="9">
                  <a:txBody>
                    <a:bodyPr/>
                    <a:lstStyle/>
                    <a:p>
                      <a:pPr algn="l"/>
                      <a:r>
                        <a:rPr sz="950" b="1" i="0" dirty="0" err="1">
                          <a:solidFill>
                            <a:srgbClr val="600000"/>
                          </a:solidFill>
                          <a:latin typeface="Neue Haas Grotesk Text Pro"/>
                        </a:rPr>
                        <a:t>Risiko</a:t>
                      </a:r>
                      <a:r>
                        <a:rPr sz="950" b="1" i="0" dirty="0">
                          <a:solidFill>
                            <a:srgbClr val="600000"/>
                          </a:solidFill>
                          <a:latin typeface="Neue Haas Grotesk Text Pro"/>
                        </a:rPr>
                        <a:t> Pasar (Market Risk)</a:t>
                      </a:r>
                      <a:r>
                        <a:rPr sz="950" b="0" i="0" dirty="0">
                          <a:solidFill>
                            <a:srgbClr val="707070"/>
                          </a:solidFill>
                          <a:latin typeface="Neue Haas Grotesk Text Pro"/>
                        </a:rPr>
                        <a:t>     </a:t>
                      </a:r>
                      <a:r>
                        <a:rPr sz="950" b="0" i="0" dirty="0" err="1">
                          <a:solidFill>
                            <a:srgbClr val="707070"/>
                          </a:solidFill>
                          <a:latin typeface="Neue Haas Grotesk Text Pro"/>
                        </a:rPr>
                        <a:t>Sikap</a:t>
                      </a:r>
                      <a:r>
                        <a:rPr sz="950" b="0" i="0" dirty="0">
                          <a:solidFill>
                            <a:srgbClr val="707070"/>
                          </a:solidFill>
                          <a:latin typeface="Neue Haas Grotesk Text Pro"/>
                        </a:rPr>
                        <a:t> </a:t>
                      </a:r>
                      <a:r>
                        <a:rPr sz="950" b="0" i="0" dirty="0" err="1">
                          <a:solidFill>
                            <a:srgbClr val="707070"/>
                          </a:solidFill>
                          <a:latin typeface="Neue Haas Grotesk Text Pro"/>
                        </a:rPr>
                        <a:t>risiko</a:t>
                      </a:r>
                      <a:r>
                        <a:rPr sz="950" b="0" i="0" dirty="0">
                          <a:solidFill>
                            <a:srgbClr val="707070"/>
                          </a:solidFill>
                          <a:latin typeface="Neue Haas Grotesk Text Pro"/>
                        </a:rPr>
                        <a:t>: Moderate</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a:txBody>
                    <a:bodyPr/>
                    <a:lstStyle/>
                    <a:p>
                      <a:pPr algn="l"/>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noFill/>
                    </a:lnB>
                    <a:solidFill>
                      <a:srgbClr val="F2F2F2"/>
                    </a:solidFill>
                  </a:tcPr>
                </a:tc>
                <a:extLst>
                  <a:ext uri="{0D108BD9-81ED-4DB2-BD59-A6C34878D82A}">
                    <a16:rowId xmlns:a16="http://schemas.microsoft.com/office/drawing/2014/main" val="10005"/>
                  </a:ext>
                </a:extLst>
              </a:tr>
              <a:tr h="274320">
                <a:tc>
                  <a:txBody>
                    <a:bodyPr/>
                    <a:lstStyle/>
                    <a:p>
                      <a:pPr algn="ctr"/>
                      <a:r>
                        <a:rPr sz="950" b="1" i="0">
                          <a:solidFill>
                            <a:srgbClr val="1A1A1A"/>
                          </a:solidFill>
                          <a:latin typeface="Neue Haas Grotesk Text Pro"/>
                        </a:rPr>
                        <a:t>2a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Net Open FX Position </a:t>
                      </a:r>
                      <a:r>
                        <a:rPr sz="950" b="0" i="0" dirty="0" err="1">
                          <a:solidFill>
                            <a:srgbClr val="1A1A1A"/>
                          </a:solidFill>
                          <a:latin typeface="Neue Haas Grotesk Text Pro"/>
                        </a:rPr>
                        <a:t>terhadap</a:t>
                      </a:r>
                      <a:r>
                        <a:rPr sz="950" b="0" i="0" dirty="0">
                          <a:solidFill>
                            <a:srgbClr val="1A1A1A"/>
                          </a:solidFill>
                          <a:latin typeface="Neue Haas Grotesk Text Pro"/>
                        </a:rPr>
                        <a:t> EBITDA</a:t>
                      </a:r>
                      <a:endParaRPr lang="id-ID" sz="95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kali</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u="sng" dirty="0">
                          <a:solidFill>
                            <a:srgbClr val="1A1A1A"/>
                          </a:solidFill>
                          <a:latin typeface="Neue Haas Grotesk Text Pro"/>
                        </a:rPr>
                        <a:t>&lt;</a:t>
                      </a:r>
                      <a:r>
                        <a:rPr sz="900" b="0" i="0" dirty="0">
                          <a:solidFill>
                            <a:srgbClr val="1A1A1A"/>
                          </a:solidFill>
                          <a:latin typeface="Neue Haas Grotesk Text Pro"/>
                        </a:rPr>
                        <a:t>0,5 kali</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dirty="0">
                          <a:solidFill>
                            <a:srgbClr val="1A1A1A"/>
                          </a:solidFill>
                          <a:latin typeface="Neue Haas Grotesk Text Pro"/>
                        </a:rPr>
                        <a:t>&gt;0,5 kali-</a:t>
                      </a:r>
                      <a:r>
                        <a:rPr sz="900" b="0" i="0" u="sng" dirty="0">
                          <a:solidFill>
                            <a:srgbClr val="1A1A1A"/>
                          </a:solidFill>
                          <a:latin typeface="Neue Haas Grotesk Text Pro"/>
                        </a:rPr>
                        <a:t>&lt;</a:t>
                      </a:r>
                      <a:r>
                        <a:rPr sz="900" b="0" i="0" dirty="0">
                          <a:solidFill>
                            <a:srgbClr val="1A1A1A"/>
                          </a:solidFill>
                          <a:latin typeface="Neue Haas Grotesk Text Pro"/>
                        </a:rPr>
                        <a:t>1 kali</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dirty="0">
                          <a:solidFill>
                            <a:srgbClr val="1A1A1A"/>
                          </a:solidFill>
                          <a:latin typeface="Neue Haas Grotesk Text Pro"/>
                        </a:rPr>
                        <a:t>&gt;1 kali-</a:t>
                      </a:r>
                      <a:r>
                        <a:rPr sz="900" b="0" i="0" u="sng" dirty="0">
                          <a:solidFill>
                            <a:srgbClr val="1A1A1A"/>
                          </a:solidFill>
                          <a:latin typeface="Neue Haas Grotesk Text Pro"/>
                        </a:rPr>
                        <a:t>&lt;</a:t>
                      </a:r>
                      <a:r>
                        <a:rPr sz="900" b="0" i="0" dirty="0">
                          <a:solidFill>
                            <a:srgbClr val="1A1A1A"/>
                          </a:solidFill>
                          <a:latin typeface="Neue Haas Grotesk Text Pro"/>
                        </a:rPr>
                        <a:t>2 kali</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0" i="0" dirty="0">
                          <a:solidFill>
                            <a:srgbClr val="1A1A1A"/>
                          </a:solidFill>
                          <a:latin typeface="Neue Haas Grotesk Text Pro"/>
                        </a:rPr>
                        <a:t>0</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1" i="0" dirty="0">
                          <a:solidFill>
                            <a:srgbClr val="00B050"/>
                          </a:solidFill>
                          <a:latin typeface="Neue Haas Grotesk Text Pro"/>
                        </a:rPr>
                        <a:t>Hijau</a:t>
                      </a:r>
                      <a:endParaRPr lang="id-ID" sz="900" b="1" i="0" dirty="0">
                        <a:solidFill>
                          <a:srgbClr val="00B05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1" i="0" dirty="0">
                        <a:solidFill>
                          <a:srgbClr val="00B050"/>
                        </a:solidFill>
                        <a:latin typeface="Neue Haas Grotesk Text Pro"/>
                      </a:endParaRPr>
                    </a:p>
                  </a:txBody>
                  <a:tcPr marL="45720" marR="45720" marT="27432" marB="27432" anchor="ctr">
                    <a:lnL w="0">
                      <a:noFill/>
                    </a:lnL>
                    <a:lnR w="0">
                      <a:noFill/>
                    </a:lnR>
                    <a:lnT w="0">
                      <a:noFill/>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algn="ctr"/>
                      <a:r>
                        <a:rPr sz="950" b="1" i="0">
                          <a:solidFill>
                            <a:srgbClr val="1A1A1A"/>
                          </a:solidFill>
                          <a:latin typeface="Neue Haas Grotesk Text Pro"/>
                        </a:rPr>
                        <a:t>2b</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Net Debt Floating terhadap EBITDA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kali</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u="sng" dirty="0">
                          <a:solidFill>
                            <a:srgbClr val="1A1A1A"/>
                          </a:solidFill>
                          <a:latin typeface="Neue Haas Grotesk Text Pro"/>
                        </a:rPr>
                        <a:t>&lt;</a:t>
                      </a:r>
                      <a:r>
                        <a:rPr sz="900" b="0" i="0" dirty="0">
                          <a:solidFill>
                            <a:srgbClr val="1A1A1A"/>
                          </a:solidFill>
                          <a:latin typeface="Neue Haas Grotesk Text Pro"/>
                        </a:rPr>
                        <a:t>0,5 kali</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00" b="0" i="0" dirty="0">
                          <a:solidFill>
                            <a:srgbClr val="1A1A1A"/>
                          </a:solidFill>
                          <a:latin typeface="Neue Haas Grotesk Text Pro"/>
                        </a:rPr>
                        <a:t>&gt;0,5 kali-</a:t>
                      </a:r>
                      <a:r>
                        <a:rPr sz="900" b="0" i="0" u="sng" dirty="0">
                          <a:solidFill>
                            <a:srgbClr val="1A1A1A"/>
                          </a:solidFill>
                          <a:latin typeface="Neue Haas Grotesk Text Pro"/>
                        </a:rPr>
                        <a:t>&lt;</a:t>
                      </a:r>
                      <a:r>
                        <a:rPr sz="900" b="0" i="0" dirty="0">
                          <a:solidFill>
                            <a:srgbClr val="1A1A1A"/>
                          </a:solidFill>
                          <a:latin typeface="Neue Haas Grotesk Text Pro"/>
                        </a:rPr>
                        <a:t>1 kali</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00" b="0" i="0" dirty="0">
                          <a:solidFill>
                            <a:srgbClr val="1A1A1A"/>
                          </a:solidFill>
                          <a:latin typeface="Neue Haas Grotesk Text Pro"/>
                        </a:rPr>
                        <a:t>&gt;1 kali-</a:t>
                      </a:r>
                      <a:r>
                        <a:rPr sz="900" b="0" i="0" u="sng" dirty="0">
                          <a:solidFill>
                            <a:srgbClr val="1A1A1A"/>
                          </a:solidFill>
                          <a:latin typeface="Neue Haas Grotesk Text Pro"/>
                        </a:rPr>
                        <a:t>&lt;</a:t>
                      </a:r>
                      <a:r>
                        <a:rPr sz="900" b="0" i="0" dirty="0">
                          <a:solidFill>
                            <a:srgbClr val="1A1A1A"/>
                          </a:solidFill>
                          <a:latin typeface="Neue Haas Grotesk Text Pro"/>
                        </a:rPr>
                        <a:t>2 kali</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lang="en-US" sz="900" b="0" i="0" dirty="0">
                          <a:solidFill>
                            <a:srgbClr val="1A1A1A"/>
                          </a:solidFill>
                          <a:latin typeface="Neue Haas Grotesk Text Pro"/>
                        </a:rPr>
                        <a:t>0</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en-US" sz="900" b="1" i="0" dirty="0">
                          <a:solidFill>
                            <a:srgbClr val="00B050"/>
                          </a:solidFill>
                          <a:latin typeface="Neue Haas Grotesk Text Pro"/>
                        </a:rPr>
                        <a:t>Hijau</a:t>
                      </a:r>
                      <a:endParaRPr lang="id-ID" sz="900" b="1" i="0" dirty="0">
                        <a:solidFill>
                          <a:srgbClr val="00B05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1" i="0" dirty="0">
                        <a:solidFill>
                          <a:srgbClr val="00B05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gridSpan="9">
                  <a:txBody>
                    <a:bodyPr/>
                    <a:lstStyle/>
                    <a:p>
                      <a:pPr algn="l"/>
                      <a:r>
                        <a:rPr sz="950" b="1" i="0" dirty="0" err="1">
                          <a:solidFill>
                            <a:srgbClr val="600000"/>
                          </a:solidFill>
                          <a:latin typeface="Neue Haas Grotesk Text Pro"/>
                        </a:rPr>
                        <a:t>Risiko</a:t>
                      </a:r>
                      <a:r>
                        <a:rPr sz="950" b="1" i="0" dirty="0">
                          <a:solidFill>
                            <a:srgbClr val="600000"/>
                          </a:solidFill>
                          <a:latin typeface="Neue Haas Grotesk Text Pro"/>
                        </a:rPr>
                        <a:t> </a:t>
                      </a:r>
                      <a:r>
                        <a:rPr sz="950" b="1" i="0" dirty="0" err="1">
                          <a:solidFill>
                            <a:srgbClr val="600000"/>
                          </a:solidFill>
                          <a:latin typeface="Neue Haas Grotesk Text Pro"/>
                        </a:rPr>
                        <a:t>Keuangan</a:t>
                      </a:r>
                      <a:r>
                        <a:rPr sz="950" b="1" i="0" dirty="0">
                          <a:solidFill>
                            <a:srgbClr val="600000"/>
                          </a:solidFill>
                          <a:latin typeface="Neue Haas Grotesk Text Pro"/>
                        </a:rPr>
                        <a:t> (Financial Risk)</a:t>
                      </a:r>
                      <a:r>
                        <a:rPr sz="950" b="0" i="0" dirty="0">
                          <a:solidFill>
                            <a:srgbClr val="707070"/>
                          </a:solidFill>
                          <a:latin typeface="Neue Haas Grotesk Text Pro"/>
                        </a:rPr>
                        <a:t>     </a:t>
                      </a:r>
                      <a:r>
                        <a:rPr sz="950" b="0" i="0" dirty="0" err="1">
                          <a:solidFill>
                            <a:srgbClr val="707070"/>
                          </a:solidFill>
                          <a:latin typeface="Neue Haas Grotesk Text Pro"/>
                        </a:rPr>
                        <a:t>Sikap</a:t>
                      </a:r>
                      <a:r>
                        <a:rPr sz="950" b="0" i="0" dirty="0">
                          <a:solidFill>
                            <a:srgbClr val="707070"/>
                          </a:solidFill>
                          <a:latin typeface="Neue Haas Grotesk Text Pro"/>
                        </a:rPr>
                        <a:t> </a:t>
                      </a:r>
                      <a:r>
                        <a:rPr sz="950" b="0" i="0" dirty="0" err="1">
                          <a:solidFill>
                            <a:srgbClr val="707070"/>
                          </a:solidFill>
                          <a:latin typeface="Neue Haas Grotesk Text Pro"/>
                        </a:rPr>
                        <a:t>risiko</a:t>
                      </a:r>
                      <a:r>
                        <a:rPr sz="950" b="0" i="0" dirty="0">
                          <a:solidFill>
                            <a:srgbClr val="707070"/>
                          </a:solidFill>
                          <a:latin typeface="Neue Haas Grotesk Text Pro"/>
                        </a:rPr>
                        <a:t>: Conservative</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a:txBody>
                    <a:bodyPr/>
                    <a:lstStyle/>
                    <a:p>
                      <a:pPr algn="l"/>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noFill/>
                    </a:lnB>
                    <a:solidFill>
                      <a:srgbClr val="F2F2F2"/>
                    </a:solidFill>
                  </a:tcPr>
                </a:tc>
                <a:extLst>
                  <a:ext uri="{0D108BD9-81ED-4DB2-BD59-A6C34878D82A}">
                    <a16:rowId xmlns:a16="http://schemas.microsoft.com/office/drawing/2014/main" val="10011"/>
                  </a:ext>
                </a:extLst>
              </a:tr>
              <a:tr h="274320">
                <a:tc>
                  <a:txBody>
                    <a:bodyPr/>
                    <a:lstStyle/>
                    <a:p>
                      <a:pPr algn="ctr"/>
                      <a:r>
                        <a:rPr sz="950" b="1" i="0">
                          <a:solidFill>
                            <a:srgbClr val="1A1A1A"/>
                          </a:solidFill>
                          <a:latin typeface="Neue Haas Grotesk Text Pro"/>
                        </a:rPr>
                        <a:t>3a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Debt Service Coverage Ratio (DSCR)</a:t>
                      </a:r>
                      <a:endParaRPr lang="id-ID" sz="95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kali</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dirty="0">
                          <a:solidFill>
                            <a:srgbClr val="1A1A1A"/>
                          </a:solidFill>
                          <a:latin typeface="Neue Haas Grotesk Text Pro"/>
                        </a:rPr>
                        <a:t>&gt;2 kali</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dirty="0">
                          <a:solidFill>
                            <a:srgbClr val="1A1A1A"/>
                          </a:solidFill>
                          <a:latin typeface="Neue Haas Grotesk Text Pro"/>
                        </a:rPr>
                        <a:t>&gt;1,5 kali-</a:t>
                      </a:r>
                      <a:r>
                        <a:rPr sz="900" b="0" i="0" u="sng" dirty="0">
                          <a:solidFill>
                            <a:srgbClr val="1A1A1A"/>
                          </a:solidFill>
                          <a:latin typeface="Neue Haas Grotesk Text Pro"/>
                        </a:rPr>
                        <a:t>&lt;</a:t>
                      </a:r>
                      <a:r>
                        <a:rPr sz="900" b="0" i="0" dirty="0">
                          <a:solidFill>
                            <a:srgbClr val="1A1A1A"/>
                          </a:solidFill>
                          <a:latin typeface="Neue Haas Grotesk Text Pro"/>
                        </a:rPr>
                        <a:t>2 kali</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dirty="0">
                          <a:solidFill>
                            <a:srgbClr val="1A1A1A"/>
                          </a:solidFill>
                          <a:latin typeface="Neue Haas Grotesk Text Pro"/>
                        </a:rPr>
                        <a:t>&gt;1,25 kali-</a:t>
                      </a:r>
                      <a:r>
                        <a:rPr sz="900" b="0" i="0" u="sng" dirty="0">
                          <a:solidFill>
                            <a:srgbClr val="1A1A1A"/>
                          </a:solidFill>
                          <a:latin typeface="Neue Haas Grotesk Text Pro"/>
                        </a:rPr>
                        <a:t>&lt;</a:t>
                      </a:r>
                      <a:r>
                        <a:rPr sz="900" b="0" i="0" dirty="0">
                          <a:solidFill>
                            <a:srgbClr val="1A1A1A"/>
                          </a:solidFill>
                          <a:latin typeface="Neue Haas Grotesk Text Pro"/>
                        </a:rPr>
                        <a:t>1,5 kali</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0" i="0" dirty="0">
                          <a:solidFill>
                            <a:srgbClr val="1A1A1A"/>
                          </a:solidFill>
                          <a:latin typeface="Neue Haas Grotesk Text Pro"/>
                        </a:rPr>
                        <a:t>0</a:t>
                      </a:r>
                      <a:endParaRPr lang="id-ID" sz="90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1" i="0" dirty="0">
                          <a:solidFill>
                            <a:srgbClr val="00B050"/>
                          </a:solidFill>
                          <a:latin typeface="Neue Haas Grotesk Text Pro"/>
                        </a:rPr>
                        <a:t>Hijau</a:t>
                      </a:r>
                      <a:endParaRPr lang="id-ID" sz="900" b="1" i="0" dirty="0">
                        <a:solidFill>
                          <a:srgbClr val="00B05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en-US" sz="900" b="1" i="0" dirty="0">
                          <a:solidFill>
                            <a:srgbClr val="00B050"/>
                          </a:solidFill>
                          <a:latin typeface="Neue Haas Grotesk Text Pro"/>
                        </a:rPr>
                        <a:t>PT KINRA</a:t>
                      </a:r>
                      <a:endParaRPr lang="id-ID" sz="900" b="1" i="0" dirty="0">
                        <a:solidFill>
                          <a:srgbClr val="00B050"/>
                        </a:solidFill>
                        <a:latin typeface="Neue Haas Grotesk Text Pro"/>
                      </a:endParaRPr>
                    </a:p>
                  </a:txBody>
                  <a:tcPr marL="45720" marR="45720" marT="27432" marB="27432" anchor="ctr">
                    <a:lnL w="0">
                      <a:noFill/>
                    </a:lnL>
                    <a:lnR w="0">
                      <a:noFill/>
                    </a:lnR>
                    <a:lnT w="0">
                      <a:noFill/>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74320">
                <a:tc>
                  <a:txBody>
                    <a:bodyPr/>
                    <a:lstStyle/>
                    <a:p>
                      <a:pPr algn="ctr"/>
                      <a:r>
                        <a:rPr sz="950" b="1" i="0">
                          <a:solidFill>
                            <a:srgbClr val="1A1A1A"/>
                          </a:solidFill>
                          <a:latin typeface="Neue Haas Grotesk Text Pro"/>
                        </a:rPr>
                        <a:t>3b</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Operating Cash Flow Ratio</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kali</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a:solidFill>
                            <a:srgbClr val="1A1A1A"/>
                          </a:solidFill>
                          <a:latin typeface="Neue Haas Grotesk Text Pro"/>
                        </a:rPr>
                        <a:t>&gt;1 kali</a:t>
                      </a: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dirty="0">
                          <a:solidFill>
                            <a:srgbClr val="1A1A1A"/>
                          </a:solidFill>
                          <a:latin typeface="Neue Haas Grotesk Text Pro"/>
                        </a:rPr>
                        <a:t>&gt;0,75 kali-</a:t>
                      </a:r>
                      <a:r>
                        <a:rPr sz="900" b="0" i="0" u="sng" dirty="0">
                          <a:solidFill>
                            <a:srgbClr val="1A1A1A"/>
                          </a:solidFill>
                          <a:latin typeface="Neue Haas Grotesk Text Pro"/>
                        </a:rPr>
                        <a:t>&lt;</a:t>
                      </a:r>
                      <a:r>
                        <a:rPr sz="900" b="0" i="0" dirty="0">
                          <a:solidFill>
                            <a:srgbClr val="1A1A1A"/>
                          </a:solidFill>
                          <a:latin typeface="Neue Haas Grotesk Text Pro"/>
                        </a:rPr>
                        <a:t>1 kali</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dirty="0">
                          <a:solidFill>
                            <a:srgbClr val="1A1A1A"/>
                          </a:solidFill>
                          <a:latin typeface="Neue Haas Grotesk Text Pro"/>
                        </a:rPr>
                        <a:t>&gt;0,5 kali-</a:t>
                      </a:r>
                      <a:r>
                        <a:rPr sz="900" b="0" i="0" u="sng" dirty="0">
                          <a:solidFill>
                            <a:srgbClr val="1A1A1A"/>
                          </a:solidFill>
                          <a:latin typeface="Neue Haas Grotesk Text Pro"/>
                        </a:rPr>
                        <a:t>&lt;</a:t>
                      </a:r>
                      <a:r>
                        <a:rPr sz="900" b="0" i="0" dirty="0">
                          <a:solidFill>
                            <a:srgbClr val="1A1A1A"/>
                          </a:solidFill>
                          <a:latin typeface="Neue Haas Grotesk Text Pro"/>
                        </a:rPr>
                        <a:t>0,75 kali</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en-US" sz="900" b="0" i="0" dirty="0">
                          <a:solidFill>
                            <a:srgbClr val="1A1A1A"/>
                          </a:solidFill>
                          <a:latin typeface="Neue Haas Grotesk Text Pro"/>
                        </a:rPr>
                        <a:t>0,89</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en-US" sz="900" b="1" i="0" dirty="0">
                          <a:solidFill>
                            <a:srgbClr val="1A1A1A"/>
                          </a:solidFill>
                          <a:highlight>
                            <a:srgbClr val="FFFF00"/>
                          </a:highlight>
                          <a:latin typeface="Neue Haas Grotesk Text Pro"/>
                        </a:rPr>
                        <a:t>Kuning</a:t>
                      </a:r>
                      <a:endParaRPr lang="id-ID" sz="900" b="1" i="0" dirty="0">
                        <a:solidFill>
                          <a:srgbClr val="1A1A1A"/>
                        </a:solidFill>
                        <a:highlight>
                          <a:srgbClr val="FFFF00"/>
                        </a:highlight>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1" i="0" dirty="0">
                        <a:solidFill>
                          <a:srgbClr val="1A1A1A"/>
                        </a:solidFill>
                        <a:highlight>
                          <a:srgbClr val="FFFF00"/>
                        </a:highlight>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13"/>
                  </a:ext>
                </a:extLst>
              </a:tr>
            </a:tbl>
          </a:graphicData>
        </a:graphic>
      </p:graphicFrame>
      <p:sp>
        <p:nvSpPr>
          <p:cNvPr id="5" name="Keterangan - penanda usulan"/>
          <p:cNvSpPr/>
          <p:nvPr/>
        </p:nvSpPr>
        <p:spPr>
          <a:xfrm>
            <a:off x="310896" y="5811012"/>
            <a:ext cx="237744" cy="118872"/>
          </a:xfrm>
          <a:prstGeom prst="rect">
            <a:avLst/>
          </a:prstGeom>
          <a:solidFill>
            <a:srgbClr val="FFF4CC"/>
          </a:solidFill>
          <a:ln w="6350">
            <a:solidFill>
              <a:srgbClr val="E0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Keterangan RAM"/>
          <p:cNvSpPr txBox="1"/>
          <p:nvPr/>
        </p:nvSpPr>
        <p:spPr>
          <a:xfrm>
            <a:off x="621792" y="5779008"/>
            <a:ext cx="10515600" cy="138499"/>
          </a:xfrm>
          <a:prstGeom prst="rect">
            <a:avLst/>
          </a:prstGeom>
          <a:noFill/>
        </p:spPr>
        <p:txBody>
          <a:bodyPr wrap="square" lIns="0" tIns="0" rIns="0" bIns="0" anchor="t">
            <a:spAutoFit/>
          </a:bodyPr>
          <a:lstStyle/>
          <a:p>
            <a:pPr lvl="0"/>
            <a:r>
              <a:rPr kumimoji="0" sz="800" b="0" i="0" u="none" strike="noStrike" kern="1200" cap="none" spc="0" normalizeH="0" baseline="0" noProof="0" dirty="0">
                <a:ln>
                  <a:noFill/>
                </a:ln>
                <a:solidFill>
                  <a:srgbClr val="707070"/>
                </a:solidFill>
                <a:effectLst/>
                <a:uLnTx/>
                <a:uFillTx/>
                <a:latin typeface="Neue Haas Grotesk Text Pro"/>
                <a:ea typeface="+mn-ea"/>
                <a:cs typeface="+mn-cs"/>
              </a:rPr>
              <a:t>Risk threshold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diusulkan</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PTPN III</a:t>
            </a:r>
            <a:r>
              <a:rPr kumimoji="0" sz="900" b="0" i="0" u="none" strike="noStrike" kern="1200" cap="none" spc="0" normalizeH="0" baseline="0" noProof="0" dirty="0">
                <a:ln>
                  <a:noFill/>
                </a:ln>
                <a:solidFill>
                  <a:srgbClr val="2E9E5B"/>
                </a:solidFill>
                <a:effectLst/>
                <a:uLnTx/>
                <a:uFillTx/>
                <a:latin typeface="Neue Haas Grotesk Text Pro"/>
                <a:ea typeface="+mn-ea"/>
                <a:cs typeface="+mn-cs"/>
              </a:rPr>
              <a:t>        ●</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Hijau: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dalam</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a:t>
            </a:r>
            <a:r>
              <a:rPr lang="en-US" sz="800" dirty="0">
                <a:solidFill>
                  <a:srgbClr val="707070"/>
                </a:solidFill>
                <a:latin typeface="Neue Haas Grotesk Text Pro"/>
              </a:rPr>
              <a:t>threshold</a:t>
            </a:r>
            <a:r>
              <a:rPr kumimoji="0" sz="900" b="0" i="0" u="none" strike="noStrike" kern="1200" cap="none" spc="0" normalizeH="0" baseline="0" noProof="0" dirty="0">
                <a:ln>
                  <a:noFill/>
                </a:ln>
                <a:solidFill>
                  <a:srgbClr val="C01E13"/>
                </a:solidFill>
                <a:effectLst/>
                <a:uLnTx/>
                <a:uFillTx/>
                <a:latin typeface="Neue Haas Grotesk Text Pro"/>
                <a:ea typeface="+mn-ea"/>
                <a:cs typeface="+mn-cs"/>
              </a:rPr>
              <a:t>        ●</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Merah: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melewati</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a:t>
            </a:r>
            <a:r>
              <a:rPr lang="en-US" sz="800" dirty="0">
                <a:solidFill>
                  <a:srgbClr val="707070"/>
                </a:solidFill>
                <a:latin typeface="Neue Haas Grotesk Text Pro"/>
              </a:rPr>
              <a:t>threshold</a:t>
            </a:r>
            <a:endParaRPr kumimoji="0" lang="id-ID" sz="800" b="0" i="0" u="none" strike="noStrike" kern="1200" cap="none" spc="0" normalizeH="0" baseline="0" noProof="0" dirty="0">
              <a:ln>
                <a:noFill/>
              </a:ln>
              <a:solidFill>
                <a:srgbClr val="1A1A1A"/>
              </a:solidFill>
              <a:effectLst/>
              <a:uLnTx/>
              <a:uFillTx/>
              <a:latin typeface="Neue Haas Grotesk Text Pro"/>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7.2 </a:t>
            </a:r>
            <a:r>
              <a:rPr sz="2400" i="1" dirty="0"/>
              <a:t>Risk Acceptance Matrix </a:t>
            </a:r>
            <a:r>
              <a:rPr sz="2400" dirty="0"/>
              <a:t>(RAM)</a:t>
            </a:r>
            <a:r>
              <a:rPr lang="en-US" sz="2400" dirty="0"/>
              <a:t> </a:t>
            </a:r>
            <a:r>
              <a:rPr lang="en-US" sz="2400" i="1" dirty="0"/>
              <a:t>(</a:t>
            </a:r>
            <a:r>
              <a:rPr lang="en-US" sz="2400" i="1" dirty="0" err="1"/>
              <a:t>diisi</a:t>
            </a:r>
            <a:r>
              <a:rPr lang="en-US" sz="2400" i="1" dirty="0"/>
              <a:t> nama </a:t>
            </a:r>
            <a:r>
              <a:rPr lang="en-US" sz="2400" i="1" dirty="0" err="1"/>
              <a:t>entitas</a:t>
            </a:r>
            <a:r>
              <a:rPr lang="en-US" sz="2400" i="1" dirty="0"/>
              <a:t>)</a:t>
            </a:r>
            <a:endParaRPr sz="2400" dirty="0"/>
          </a:p>
        </p:txBody>
      </p:sp>
      <p:sp>
        <p:nvSpPr>
          <p:cNvPr id="3" name="Text Placeholder 2"/>
          <p:cNvSpPr>
            <a:spLocks noGrp="1"/>
          </p:cNvSpPr>
          <p:nvPr>
            <p:ph type="body" idx="2"/>
          </p:nvPr>
        </p:nvSpPr>
        <p:spPr/>
        <p:txBody>
          <a:bodyPr/>
          <a:lstStyle/>
          <a:p>
            <a:r>
              <a:rPr sz="1200">
                <a:latin typeface="Neue Haas Grotesk Text Pro"/>
              </a:rPr>
              <a:t>(3/4) Risiko Kredit dan Operasional</a:t>
            </a:r>
          </a:p>
        </p:txBody>
      </p:sp>
      <p:graphicFrame>
        <p:nvGraphicFramePr>
          <p:cNvPr id="4" name="Table 3"/>
          <p:cNvGraphicFramePr>
            <a:graphicFrameLocks noGrp="1"/>
          </p:cNvGraphicFramePr>
          <p:nvPr>
            <p:extLst>
              <p:ext uri="{D42A27DB-BD31-4B8C-83A1-F6EECF244321}">
                <p14:modId xmlns:p14="http://schemas.microsoft.com/office/powerpoint/2010/main" val="3212706138"/>
              </p:ext>
            </p:extLst>
          </p:nvPr>
        </p:nvGraphicFramePr>
        <p:xfrm>
          <a:off x="310896" y="1225296"/>
          <a:ext cx="11558015" cy="4075107"/>
        </p:xfrm>
        <a:graphic>
          <a:graphicData uri="http://schemas.openxmlformats.org/drawingml/2006/table">
            <a:tbl>
              <a:tblPr>
                <a:tableStyleId>{5940675A-B579-460E-94D1-54222C63F5DA}</a:tableStyleId>
              </a:tblPr>
              <a:tblGrid>
                <a:gridCol w="4572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042415">
                  <a:extLst>
                    <a:ext uri="{9D8B030D-6E8A-4147-A177-3AD203B41FA5}">
                      <a16:colId xmlns:a16="http://schemas.microsoft.com/office/drawing/2014/main" val="20008"/>
                    </a:ext>
                  </a:extLst>
                </a:gridCol>
              </a:tblGrid>
              <a:tr h="256032">
                <a:tc rowSpan="2">
                  <a:txBody>
                    <a:bodyPr/>
                    <a:lstStyle/>
                    <a:p>
                      <a:pPr algn="ctr"/>
                      <a:r>
                        <a:rPr sz="800" b="1" i="0" dirty="0">
                          <a:solidFill>
                            <a:srgbClr val="FFFFFF"/>
                          </a:solidFill>
                          <a:latin typeface="Neue Haas Grotesk Text Pro"/>
                        </a:rPr>
                        <a:t>Kode</a:t>
                      </a:r>
                      <a:endParaRPr lang="id-ID" sz="800" b="0" i="0" dirty="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Parameter Pengukuran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Kategori Parameter</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Satuan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gridSpan="3">
                  <a:txBody>
                    <a:bodyPr/>
                    <a:lstStyle/>
                    <a:p>
                      <a:pPr algn="ctr"/>
                      <a:r>
                        <a:rPr sz="800" b="1" i="0">
                          <a:solidFill>
                            <a:srgbClr val="FFFFFF"/>
                          </a:solidFill>
                          <a:latin typeface="Neue Haas Grotesk Text Pro"/>
                        </a:rPr>
                        <a:t>Risk Threshold</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rowSpan="2">
                  <a:txBody>
                    <a:bodyPr/>
                    <a:lstStyle/>
                    <a:p>
                      <a:pPr algn="ctr"/>
                      <a:r>
                        <a:rPr sz="800" b="1" i="0">
                          <a:solidFill>
                            <a:srgbClr val="FFFFFF"/>
                          </a:solidFill>
                          <a:latin typeface="Neue Haas Grotesk Text Pro"/>
                        </a:rPr>
                        <a:t>Hasil Pengukuran RKAP 2027 (Risiko Inheren)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Status Pengukuran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extLst>
                  <a:ext uri="{0D108BD9-81ED-4DB2-BD59-A6C34878D82A}">
                    <a16:rowId xmlns:a16="http://schemas.microsoft.com/office/drawing/2014/main" val="10000"/>
                  </a:ext>
                </a:extLst>
              </a:tr>
              <a:tr h="256032">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ctr"/>
                      <a:r>
                        <a:rPr sz="850" b="1" i="0">
                          <a:solidFill>
                            <a:srgbClr val="FFFFFF"/>
                          </a:solidFill>
                          <a:latin typeface="Neue Haas Grotesk Text Pro"/>
                        </a:rPr>
                        <a:t>Limit</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50" b="1" i="0">
                          <a:solidFill>
                            <a:srgbClr val="FFFFFF"/>
                          </a:solidFill>
                          <a:latin typeface="Neue Haas Grotesk Text Pro"/>
                        </a:rPr>
                        <a:t>Appetite</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50" b="1" i="0">
                          <a:solidFill>
                            <a:srgbClr val="FFFFFF"/>
                          </a:solidFill>
                          <a:latin typeface="Neue Haas Grotesk Text Pro"/>
                        </a:rPr>
                        <a:t>Tolerance</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1"/>
                  </a:ext>
                </a:extLst>
              </a:tr>
              <a:tr h="256032">
                <a:tc gridSpan="9">
                  <a:txBody>
                    <a:bodyPr/>
                    <a:lstStyle/>
                    <a:p>
                      <a:pPr algn="l"/>
                      <a:r>
                        <a:rPr sz="950" b="1" i="0">
                          <a:solidFill>
                            <a:srgbClr val="600000"/>
                          </a:solidFill>
                          <a:latin typeface="Neue Haas Grotesk Text Pro"/>
                        </a:rPr>
                        <a:t>Risiko Kredit/Counterparty Kredit (Credit/Counterparty Credit Risk)</a:t>
                      </a:r>
                      <a:r>
                        <a:rPr sz="950" b="0" i="0">
                          <a:solidFill>
                            <a:srgbClr val="707070"/>
                          </a:solidFill>
                          <a:latin typeface="Neue Haas Grotesk Text Pro"/>
                        </a:rPr>
                        <a:t>     Sikap risiko: Conservative</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FFFFFF"/>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extLst>
                  <a:ext uri="{0D108BD9-81ED-4DB2-BD59-A6C34878D82A}">
                    <a16:rowId xmlns:a16="http://schemas.microsoft.com/office/drawing/2014/main" val="10002"/>
                  </a:ext>
                </a:extLst>
              </a:tr>
              <a:tr h="274759">
                <a:tc>
                  <a:txBody>
                    <a:bodyPr/>
                    <a:lstStyle/>
                    <a:p>
                      <a:pPr algn="ctr"/>
                      <a:r>
                        <a:rPr sz="950" b="1" i="0">
                          <a:solidFill>
                            <a:srgbClr val="1A1A1A"/>
                          </a:solidFill>
                          <a:latin typeface="Neue Haas Grotesk Text Pro"/>
                        </a:rPr>
                        <a:t>4a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Counterparty Concentration Ratio</a:t>
                      </a:r>
                      <a:endParaRPr lang="id-ID" sz="950" b="0" i="0" dirty="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80%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85%</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90%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r>
                        <a:rPr lang="id-ID" sz="900" b="0" i="0">
                          <a:solidFill>
                            <a:srgbClr val="1A1A1A"/>
                          </a:solidFill>
                          <a:latin typeface="Neue Haas Grotesk Text Pro"/>
                        </a:rPr>
                        <a:t>88,70%</a:t>
                      </a: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id-ID" sz="900" b="0" i="0">
                          <a:solidFill>
                            <a:srgbClr val="1A1A1A"/>
                          </a:solidFill>
                          <a:latin typeface="Neue Haas Grotesk Text Pro"/>
                        </a:rPr>
                        <a:t>Kuning</a:t>
                      </a:r>
                    </a:p>
                  </a:txBody>
                  <a:tcPr marL="45720" marR="45720" marT="27432" marB="27432" anchor="ctr">
                    <a:lnL w="0">
                      <a:noFill/>
                    </a:lnL>
                    <a:lnR w="0">
                      <a:noFill/>
                    </a:lnR>
                    <a:lnT w="0">
                      <a:noFill/>
                    </a:lnT>
                    <a:lnB w="6350">
                      <a:solidFill>
                        <a:srgbClr val="E3E3E3"/>
                      </a:solidFill>
                    </a:lnB>
                    <a:solidFill>
                      <a:srgbClr val="FFFFFF"/>
                    </a:solidFill>
                  </a:tcPr>
                </a:tc>
                <a:extLst>
                  <a:ext uri="{0D108BD9-81ED-4DB2-BD59-A6C34878D82A}">
                    <a16:rowId xmlns:a16="http://schemas.microsoft.com/office/drawing/2014/main" val="10003"/>
                  </a:ext>
                </a:extLst>
              </a:tr>
              <a:tr h="274320">
                <a:tc>
                  <a:txBody>
                    <a:bodyPr/>
                    <a:lstStyle/>
                    <a:p>
                      <a:pPr algn="ctr"/>
                      <a:r>
                        <a:rPr sz="950" b="1" i="0">
                          <a:solidFill>
                            <a:srgbClr val="1A1A1A"/>
                          </a:solidFill>
                          <a:latin typeface="Neue Haas Grotesk Text Pro"/>
                        </a:rPr>
                        <a:t>4b</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Rasio Cadangan Kerugian</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rtl="0" eaLnBrk="1" fontAlgn="auto" latinLnBrk="0" hangingPunct="1">
                        <a:lnSpc>
                          <a:spcPct val="100000"/>
                        </a:lnSpc>
                        <a:spcBef>
                          <a:spcPts val="0"/>
                        </a:spcBef>
                        <a:spcAft>
                          <a:spcPts val="0"/>
                        </a:spcAft>
                        <a:buClr>
                          <a:srgbClr val="000000"/>
                        </a:buClr>
                        <a:buSzTx/>
                        <a:buFont typeface="Arial"/>
                        <a:buNone/>
                      </a:pPr>
                      <a:r>
                        <a:rPr lang="en-US" sz="900" b="0" i="0" u="none" strike="noStrike" kern="0" cap="none" spc="0" normalizeH="0" baseline="0" noProof="0">
                          <a:ln>
                            <a:noFill/>
                          </a:ln>
                          <a:solidFill>
                            <a:srgbClr val="1A1A1A"/>
                          </a:solidFill>
                          <a:effectLst/>
                          <a:uLnTx/>
                          <a:uFillTx/>
                          <a:latin typeface="Neue Haas Grotesk Text Pro"/>
                          <a:ea typeface="+mn-ea"/>
                          <a:cs typeface="+mn-cs"/>
                        </a:rPr>
                        <a:t>&lt; 5%</a:t>
                      </a:r>
                      <a:endPar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5%-10%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&gt;10%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algn="ctr"/>
                      <a:r>
                        <a:rPr lang="id-ID" sz="900" b="0" i="0">
                          <a:solidFill>
                            <a:srgbClr val="1A1A1A"/>
                          </a:solidFill>
                          <a:latin typeface="Neue Haas Grotesk Text Pro"/>
                        </a:rPr>
                        <a:t>2,18%</a:t>
                      </a: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id-ID" sz="900" b="0" i="0">
                          <a:solidFill>
                            <a:srgbClr val="1A1A1A"/>
                          </a:solidFill>
                          <a:latin typeface="Neue Haas Grotesk Text Pro"/>
                        </a:rPr>
                        <a:t>Hijau</a:t>
                      </a: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04"/>
                  </a:ext>
                </a:extLst>
              </a:tr>
              <a:tr h="256032">
                <a:tc gridSpan="9">
                  <a:txBody>
                    <a:bodyPr/>
                    <a:lstStyle/>
                    <a:p>
                      <a:pPr algn="l"/>
                      <a:r>
                        <a:rPr sz="950" b="1" i="0">
                          <a:solidFill>
                            <a:srgbClr val="600000"/>
                          </a:solidFill>
                          <a:latin typeface="Neue Haas Grotesk Text Pro"/>
                        </a:rPr>
                        <a:t>Risiko Operasional (Operational Risk)</a:t>
                      </a:r>
                      <a:r>
                        <a:rPr sz="950" b="0" i="0">
                          <a:solidFill>
                            <a:srgbClr val="707070"/>
                          </a:solidFill>
                          <a:latin typeface="Neue Haas Grotesk Text Pro"/>
                        </a:rPr>
                        <a:t>     Sikap risiko: Conservative</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extLst>
                  <a:ext uri="{0D108BD9-81ED-4DB2-BD59-A6C34878D82A}">
                    <a16:rowId xmlns:a16="http://schemas.microsoft.com/office/drawing/2014/main" val="10005"/>
                  </a:ext>
                </a:extLst>
              </a:tr>
              <a:tr h="274320">
                <a:tc>
                  <a:txBody>
                    <a:bodyPr/>
                    <a:lstStyle/>
                    <a:p>
                      <a:pPr algn="ctr"/>
                      <a:r>
                        <a:rPr sz="950" b="1" i="0">
                          <a:solidFill>
                            <a:srgbClr val="1A1A1A"/>
                          </a:solidFill>
                          <a:latin typeface="Neue Haas Grotesk Text Pro"/>
                        </a:rPr>
                        <a:t>5a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Rasio </a:t>
                      </a:r>
                      <a:r>
                        <a:rPr sz="950" b="0" i="0">
                          <a:solidFill>
                            <a:srgbClr val="1A1A1A"/>
                          </a:solidFill>
                          <a:latin typeface="Neue Haas Grotesk Text Pro"/>
                        </a:rPr>
                        <a:t>Kerugian</a:t>
                      </a:r>
                      <a:r>
                        <a:rPr sz="950" b="0" i="0" dirty="0">
                          <a:solidFill>
                            <a:srgbClr val="1A1A1A"/>
                          </a:solidFill>
                          <a:latin typeface="Neue Haas Grotesk Text Pro"/>
                        </a:rPr>
                        <a:t> </a:t>
                      </a:r>
                      <a:r>
                        <a:rPr sz="950" b="0" i="0">
                          <a:solidFill>
                            <a:srgbClr val="1A1A1A"/>
                          </a:solidFill>
                          <a:latin typeface="Neue Haas Grotesk Text Pro"/>
                        </a:rPr>
                        <a:t>Operasional</a:t>
                      </a:r>
                      <a:r>
                        <a:rPr sz="950" b="0" i="0" dirty="0">
                          <a:solidFill>
                            <a:srgbClr val="1A1A1A"/>
                          </a:solidFill>
                          <a:latin typeface="Neue Haas Grotesk Text Pro"/>
                        </a:rPr>
                        <a:t>: </a:t>
                      </a:r>
                      <a:r>
                        <a:rPr sz="950" b="0" i="0">
                          <a:solidFill>
                            <a:srgbClr val="1A1A1A"/>
                          </a:solidFill>
                          <a:latin typeface="Neue Haas Grotesk Text Pro"/>
                        </a:rPr>
                        <a:t>Kegagalan</a:t>
                      </a:r>
                      <a:r>
                        <a:rPr sz="950" b="0" i="0" dirty="0">
                          <a:solidFill>
                            <a:srgbClr val="1A1A1A"/>
                          </a:solidFill>
                          <a:latin typeface="Neue Haas Grotesk Text Pro"/>
                        </a:rPr>
                        <a:t> </a:t>
                      </a:r>
                      <a:r>
                        <a:rPr sz="950" b="0" i="0">
                          <a:solidFill>
                            <a:srgbClr val="1A1A1A"/>
                          </a:solidFill>
                          <a:latin typeface="Neue Haas Grotesk Text Pro"/>
                        </a:rPr>
                        <a:t>Sistem</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&lt;5%</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5%-10%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&gt;10%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r>
                        <a:rPr lang="id-ID" sz="900" b="0" i="0">
                          <a:solidFill>
                            <a:srgbClr val="1A1A1A"/>
                          </a:solidFill>
                          <a:latin typeface="Neue Haas Grotesk Text Pro"/>
                        </a:rPr>
                        <a:t>0</a:t>
                      </a: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lang="id-ID" sz="900" b="0" i="0">
                          <a:solidFill>
                            <a:srgbClr val="1A1A1A"/>
                          </a:solidFill>
                          <a:latin typeface="Neue Haas Grotesk Text Pro"/>
                        </a:rPr>
                        <a:t>Hijau</a:t>
                      </a:r>
                    </a:p>
                  </a:txBody>
                  <a:tcPr marL="45720" marR="45720" marT="27432" marB="27432" anchor="ctr">
                    <a:lnL w="0">
                      <a:noFill/>
                    </a:lnL>
                    <a:lnR w="0">
                      <a:noFill/>
                    </a:lnR>
                    <a:lnT w="0">
                      <a:noFill/>
                    </a:lnT>
                    <a:lnB w="6350">
                      <a:solidFill>
                        <a:srgbClr val="E3E3E3"/>
                      </a:solidFill>
                    </a:lnB>
                    <a:solidFill>
                      <a:srgbClr val="FFFFFF"/>
                    </a:solidFill>
                  </a:tcPr>
                </a:tc>
                <a:extLst>
                  <a:ext uri="{0D108BD9-81ED-4DB2-BD59-A6C34878D82A}">
                    <a16:rowId xmlns:a16="http://schemas.microsoft.com/office/drawing/2014/main" val="10006"/>
                  </a:ext>
                </a:extLst>
              </a:tr>
              <a:tr h="274320">
                <a:tc>
                  <a:txBody>
                    <a:bodyPr/>
                    <a:lstStyle/>
                    <a:p>
                      <a:pPr algn="ctr"/>
                      <a:r>
                        <a:rPr sz="950" b="1" i="0">
                          <a:solidFill>
                            <a:srgbClr val="1A1A1A"/>
                          </a:solidFill>
                          <a:latin typeface="Neue Haas Grotesk Text Pro"/>
                        </a:rPr>
                        <a:t>5b</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Rasio Kerugian Operasional: Serangan Siber</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&lt;5%</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5%-10%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kern="0" cap="none" spc="0" normalizeH="0" baseline="0" noProof="0">
                          <a:ln>
                            <a:noFill/>
                          </a:ln>
                          <a:solidFill>
                            <a:srgbClr val="1A1A1A"/>
                          </a:solidFill>
                          <a:effectLst/>
                          <a:uLnTx/>
                          <a:uFillTx/>
                          <a:latin typeface="Neue Haas Grotesk Text Pro"/>
                          <a:ea typeface="+mn-ea"/>
                          <a:cs typeface="+mn-cs"/>
                        </a:rPr>
                        <a:t>&gt;10%</a:t>
                      </a:r>
                      <a:endParaRPr kumimoji="0" lang="en-US" sz="900" b="0" i="0" u="none" strike="noStrike" kern="0" cap="none" spc="0" normalizeH="0" baseline="0" noProof="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algn="ctr"/>
                      <a:r>
                        <a:rPr lang="id-ID" sz="900" b="0" i="0">
                          <a:solidFill>
                            <a:srgbClr val="1A1A1A"/>
                          </a:solidFill>
                          <a:latin typeface="Neue Haas Grotesk Text Pro"/>
                        </a:rPr>
                        <a:t>0</a:t>
                      </a: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lang="id-ID" sz="900" b="0" i="0">
                          <a:solidFill>
                            <a:srgbClr val="1A1A1A"/>
                          </a:solidFill>
                          <a:latin typeface="Neue Haas Grotesk Text Pro"/>
                        </a:rPr>
                        <a:t>Hijau</a:t>
                      </a: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07"/>
                  </a:ext>
                </a:extLst>
              </a:tr>
              <a:tr h="274320">
                <a:tc>
                  <a:txBody>
                    <a:bodyPr/>
                    <a:lstStyle/>
                    <a:p>
                      <a:pPr algn="ctr"/>
                      <a:r>
                        <a:rPr sz="950" b="1" i="0">
                          <a:solidFill>
                            <a:srgbClr val="1A1A1A"/>
                          </a:solidFill>
                          <a:latin typeface="Neue Haas Grotesk Text Pro"/>
                        </a:rPr>
                        <a:t>5c</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Rasio </a:t>
                      </a:r>
                      <a:r>
                        <a:rPr sz="950" b="0" i="0">
                          <a:solidFill>
                            <a:srgbClr val="1A1A1A"/>
                          </a:solidFill>
                          <a:latin typeface="Neue Haas Grotesk Text Pro"/>
                        </a:rPr>
                        <a:t>Kerugian</a:t>
                      </a:r>
                      <a:r>
                        <a:rPr sz="950" b="0" i="0" dirty="0">
                          <a:solidFill>
                            <a:srgbClr val="1A1A1A"/>
                          </a:solidFill>
                          <a:latin typeface="Neue Haas Grotesk Text Pro"/>
                        </a:rPr>
                        <a:t> </a:t>
                      </a:r>
                      <a:r>
                        <a:rPr sz="950" b="0" i="0">
                          <a:solidFill>
                            <a:srgbClr val="1A1A1A"/>
                          </a:solidFill>
                          <a:latin typeface="Neue Haas Grotesk Text Pro"/>
                        </a:rPr>
                        <a:t>Operasional</a:t>
                      </a:r>
                      <a:r>
                        <a:rPr sz="950" b="0" i="0" dirty="0">
                          <a:solidFill>
                            <a:srgbClr val="1A1A1A"/>
                          </a:solidFill>
                          <a:latin typeface="Neue Haas Grotesk Text Pro"/>
                        </a:rPr>
                        <a:t>: </a:t>
                      </a:r>
                      <a:r>
                        <a:rPr sz="950" b="0" i="0">
                          <a:solidFill>
                            <a:srgbClr val="1A1A1A"/>
                          </a:solidFill>
                          <a:latin typeface="Neue Haas Grotesk Text Pro"/>
                        </a:rPr>
                        <a:t>Kegagalan</a:t>
                      </a:r>
                      <a:r>
                        <a:rPr sz="950" b="0" i="0" dirty="0">
                          <a:solidFill>
                            <a:srgbClr val="1A1A1A"/>
                          </a:solidFill>
                          <a:latin typeface="Neue Haas Grotesk Text Pro"/>
                        </a:rPr>
                        <a:t> </a:t>
                      </a:r>
                      <a:r>
                        <a:rPr sz="950" b="0" i="0">
                          <a:solidFill>
                            <a:srgbClr val="1A1A1A"/>
                          </a:solidFill>
                          <a:latin typeface="Neue Haas Grotesk Text Pro"/>
                        </a:rPr>
                        <a:t>Manusia</a:t>
                      </a:r>
                      <a:r>
                        <a:rPr sz="950" b="0" i="0" dirty="0">
                          <a:solidFill>
                            <a:srgbClr val="1A1A1A"/>
                          </a:solidFill>
                          <a:latin typeface="Neue Haas Grotesk Text Pro"/>
                        </a:rPr>
                        <a:t> (Fraud)</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08"/>
                  </a:ext>
                </a:extLst>
              </a:tr>
              <a:tr h="274320">
                <a:tc>
                  <a:txBody>
                    <a:bodyPr/>
                    <a:lstStyle/>
                    <a:p>
                      <a:pPr algn="ctr"/>
                      <a:r>
                        <a:rPr sz="950" b="1" i="0">
                          <a:solidFill>
                            <a:srgbClr val="1A1A1A"/>
                          </a:solidFill>
                          <a:latin typeface="Neue Haas Grotesk Text Pro"/>
                        </a:rPr>
                        <a:t>5d</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Rasio </a:t>
                      </a:r>
                      <a:r>
                        <a:rPr sz="950" b="0" i="0">
                          <a:solidFill>
                            <a:srgbClr val="1A1A1A"/>
                          </a:solidFill>
                          <a:latin typeface="Neue Haas Grotesk Text Pro"/>
                        </a:rPr>
                        <a:t>Kerugian</a:t>
                      </a:r>
                      <a:r>
                        <a:rPr sz="950" b="0" i="0" dirty="0">
                          <a:solidFill>
                            <a:srgbClr val="1A1A1A"/>
                          </a:solidFill>
                          <a:latin typeface="Neue Haas Grotesk Text Pro"/>
                        </a:rPr>
                        <a:t> </a:t>
                      </a:r>
                      <a:r>
                        <a:rPr sz="950" b="0" i="0">
                          <a:solidFill>
                            <a:srgbClr val="1A1A1A"/>
                          </a:solidFill>
                          <a:latin typeface="Neue Haas Grotesk Text Pro"/>
                        </a:rPr>
                        <a:t>Operasional</a:t>
                      </a:r>
                      <a:r>
                        <a:rPr sz="950" b="0" i="0" dirty="0">
                          <a:solidFill>
                            <a:srgbClr val="1A1A1A"/>
                          </a:solidFill>
                          <a:latin typeface="Neue Haas Grotesk Text Pro"/>
                        </a:rPr>
                        <a:t>: </a:t>
                      </a:r>
                      <a:r>
                        <a:rPr sz="950" b="0" i="0">
                          <a:solidFill>
                            <a:srgbClr val="1A1A1A"/>
                          </a:solidFill>
                          <a:latin typeface="Neue Haas Grotesk Text Pro"/>
                        </a:rPr>
                        <a:t>Kecelakaan</a:t>
                      </a:r>
                      <a:r>
                        <a:rPr sz="950" b="0" i="0" dirty="0">
                          <a:solidFill>
                            <a:srgbClr val="1A1A1A"/>
                          </a:solidFill>
                          <a:latin typeface="Neue Haas Grotesk Text Pro"/>
                        </a:rPr>
                        <a:t> </a:t>
                      </a:r>
                      <a:r>
                        <a:rPr sz="950" b="0" i="0">
                          <a:solidFill>
                            <a:srgbClr val="1A1A1A"/>
                          </a:solidFill>
                          <a:latin typeface="Neue Haas Grotesk Text Pro"/>
                        </a:rPr>
                        <a:t>Kerja</a:t>
                      </a:r>
                      <a:r>
                        <a:rPr sz="950" b="0" i="0" dirty="0">
                          <a:solidFill>
                            <a:srgbClr val="1A1A1A"/>
                          </a:solidFill>
                          <a:latin typeface="Neue Haas Grotesk Text Pro"/>
                        </a:rPr>
                        <a:t> dan </a:t>
                      </a:r>
                      <a:r>
                        <a:rPr sz="950" b="0" i="0">
                          <a:solidFill>
                            <a:srgbClr val="1A1A1A"/>
                          </a:solidFill>
                          <a:latin typeface="Neue Haas Grotesk Text Pro"/>
                        </a:rPr>
                        <a:t>Bencana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err="1">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09"/>
                  </a:ext>
                </a:extLst>
              </a:tr>
              <a:tr h="274320">
                <a:tc>
                  <a:txBody>
                    <a:bodyPr/>
                    <a:lstStyle/>
                    <a:p>
                      <a:pPr algn="ctr"/>
                      <a:r>
                        <a:rPr lang="en-US" sz="950" b="1" i="0" dirty="0">
                          <a:solidFill>
                            <a:srgbClr val="1A1A1A"/>
                          </a:solidFill>
                          <a:latin typeface="Neue Haas Grotesk Text Pro"/>
                        </a:rPr>
                        <a:t>K3</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Yield Realization Rate</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1" i="0">
                          <a:solidFill>
                            <a:srgbClr val="D35F4F"/>
                          </a:solidFill>
                          <a:latin typeface="Neue Haas Grotesk Text Pro"/>
                        </a:rPr>
                        <a:t>KLASTER</a:t>
                      </a:r>
                      <a:endParaRPr lang="id-ID" sz="850" b="0" i="0">
                        <a:solidFill>
                          <a:srgbClr val="D35F4F"/>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10"/>
                  </a:ext>
                </a:extLst>
              </a:tr>
              <a:tr h="636524">
                <a:tc>
                  <a:txBody>
                    <a:bodyPr/>
                    <a:lstStyle/>
                    <a:p>
                      <a:pPr algn="ctr"/>
                      <a:r>
                        <a:rPr lang="en-US" sz="950" b="1" i="0" dirty="0">
                          <a:solidFill>
                            <a:srgbClr val="1A1A1A"/>
                          </a:solidFill>
                          <a:latin typeface="Neue Haas Grotesk Text Pro"/>
                        </a:rPr>
                        <a:t>K4</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dirty="0">
                          <a:solidFill>
                            <a:srgbClr val="1A1A1A"/>
                          </a:solidFill>
                          <a:latin typeface="Neue Haas Grotesk Text Pro"/>
                        </a:rPr>
                        <a:t>Weather/Climate Loss Ratio</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1" i="0">
                          <a:solidFill>
                            <a:srgbClr val="D35F4F"/>
                          </a:solidFill>
                          <a:latin typeface="Neue Haas Grotesk Text Pro"/>
                        </a:rPr>
                        <a:t>KLASTER</a:t>
                      </a:r>
                      <a:endParaRPr lang="id-ID" sz="850" b="0" i="0">
                        <a:solidFill>
                          <a:srgbClr val="D35F4F"/>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err="1">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11"/>
                  </a:ext>
                </a:extLst>
              </a:tr>
              <a:tr h="274320">
                <a:tc>
                  <a:txBody>
                    <a:bodyPr/>
                    <a:lstStyle/>
                    <a:p>
                      <a:pPr algn="ctr"/>
                      <a:r>
                        <a:rPr lang="en-US" sz="950" b="1" i="0" dirty="0">
                          <a:solidFill>
                            <a:srgbClr val="1A1A1A"/>
                          </a:solidFill>
                          <a:latin typeface="Neue Haas Grotesk Text Pro"/>
                        </a:rPr>
                        <a:t>K5</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a:r>
                        <a:rPr sz="950" b="0" i="0" dirty="0">
                          <a:solidFill>
                            <a:srgbClr val="1A1A1A"/>
                          </a:solidFill>
                          <a:latin typeface="Neue Haas Grotesk Text Pro"/>
                        </a:rPr>
                        <a:t>ESG Controversy Incident Count</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850" b="1" i="0">
                          <a:solidFill>
                            <a:srgbClr val="D35F4F"/>
                          </a:solidFill>
                          <a:latin typeface="Neue Haas Grotesk Text Pro"/>
                        </a:rPr>
                        <a:t>KLASTER</a:t>
                      </a:r>
                      <a:endParaRPr lang="id-ID" sz="850" b="0" i="0">
                        <a:solidFill>
                          <a:srgbClr val="D35F4F"/>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50" b="0" i="0">
                          <a:solidFill>
                            <a:srgbClr val="1A1A1A"/>
                          </a:solidFill>
                          <a:latin typeface="Neue Haas Grotesk Text Pro"/>
                        </a:rPr>
                        <a:t>kejadian/ tahun</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4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Berdasarkan</a:t>
                      </a:r>
                      <a:r>
                        <a:rPr kumimoji="0" lang="en-US" sz="900" b="0" i="0" u="none" strike="noStrike" kern="0" cap="none" spc="0" normalizeH="0" baseline="0" noProof="0" dirty="0">
                          <a:ln>
                            <a:noFill/>
                          </a:ln>
                          <a:solidFill>
                            <a:srgbClr val="1A1A1A"/>
                          </a:solidFill>
                          <a:effectLst/>
                          <a:uLnTx/>
                          <a:uFillTx/>
                          <a:latin typeface="Neue Haas Grotesk Text Pro"/>
                          <a:ea typeface="+mn-ea"/>
                          <a:cs typeface="+mn-cs"/>
                          <a:sym typeface="Arial"/>
                        </a:rPr>
                        <a:t> </a:t>
                      </a:r>
                      <a:r>
                        <a:rPr kumimoji="0" lang="en-US" sz="900" b="0" i="0" u="none" strike="noStrike" kern="0" cap="none" spc="0" normalizeH="0" baseline="0" noProof="0" dirty="0" err="1">
                          <a:ln>
                            <a:noFill/>
                          </a:ln>
                          <a:solidFill>
                            <a:srgbClr val="1A1A1A"/>
                          </a:solidFill>
                          <a:effectLst/>
                          <a:uLnTx/>
                          <a:uFillTx/>
                          <a:latin typeface="Neue Haas Grotesk Text Pro"/>
                          <a:ea typeface="+mn-ea"/>
                          <a:cs typeface="+mn-cs"/>
                          <a:sym typeface="Arial"/>
                        </a:rPr>
                        <a:t>usulan</a:t>
                      </a:r>
                      <a:endParaRPr kumimoji="0" lang="id-ID" sz="900" b="0" i="0" u="none" strike="noStrike" kern="0" cap="none" spc="0" normalizeH="0" baseline="0" noProof="0" dirty="0">
                        <a:ln>
                          <a:noFill/>
                        </a:ln>
                        <a:solidFill>
                          <a:srgbClr val="1A1A1A"/>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12" name="Keterangan - penanda usulan">
            <a:extLst>
              <a:ext uri="{FF2B5EF4-FFF2-40B4-BE49-F238E27FC236}">
                <a16:creationId xmlns:a16="http://schemas.microsoft.com/office/drawing/2014/main" id="{4C143840-078F-648B-8BA4-D6F952BB1A00}"/>
              </a:ext>
            </a:extLst>
          </p:cNvPr>
          <p:cNvSpPr/>
          <p:nvPr/>
        </p:nvSpPr>
        <p:spPr>
          <a:xfrm>
            <a:off x="310896" y="5811012"/>
            <a:ext cx="237744" cy="118872"/>
          </a:xfrm>
          <a:prstGeom prst="rect">
            <a:avLst/>
          </a:prstGeom>
          <a:solidFill>
            <a:srgbClr val="FFF4CC"/>
          </a:solidFill>
          <a:ln w="6350">
            <a:solidFill>
              <a:srgbClr val="E0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4" name="Keterangan RAM">
            <a:extLst>
              <a:ext uri="{FF2B5EF4-FFF2-40B4-BE49-F238E27FC236}">
                <a16:creationId xmlns:a16="http://schemas.microsoft.com/office/drawing/2014/main" id="{DF9BA900-2852-5B34-7DD1-64E94DDF7304}"/>
              </a:ext>
            </a:extLst>
          </p:cNvPr>
          <p:cNvSpPr txBox="1"/>
          <p:nvPr/>
        </p:nvSpPr>
        <p:spPr>
          <a:xfrm>
            <a:off x="621792" y="5779008"/>
            <a:ext cx="10515600" cy="138499"/>
          </a:xfrm>
          <a:prstGeom prst="rect">
            <a:avLst/>
          </a:prstGeom>
          <a:noFill/>
        </p:spPr>
        <p:txBody>
          <a:bodyPr wrap="square" lIns="0" tIns="0" rIns="0" bIns="0" anchor="t">
            <a:spAutoFit/>
          </a:bodyPr>
          <a:lstStyle/>
          <a:p>
            <a:pPr lvl="0"/>
            <a:r>
              <a:rPr kumimoji="0" sz="800" b="0" i="0" u="none" strike="noStrike" kern="1200" cap="none" spc="0" normalizeH="0" baseline="0" noProof="0" dirty="0">
                <a:ln>
                  <a:noFill/>
                </a:ln>
                <a:solidFill>
                  <a:srgbClr val="707070"/>
                </a:solidFill>
                <a:effectLst/>
                <a:uLnTx/>
                <a:uFillTx/>
                <a:latin typeface="Neue Haas Grotesk Text Pro"/>
                <a:ea typeface="+mn-ea"/>
                <a:cs typeface="+mn-cs"/>
              </a:rPr>
              <a:t>Risk threshold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diusulkan</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PTPN III</a:t>
            </a:r>
            <a:r>
              <a:rPr kumimoji="0" sz="900" b="0" i="0" u="none" strike="noStrike" kern="1200" cap="none" spc="0" normalizeH="0" baseline="0" noProof="0" dirty="0">
                <a:ln>
                  <a:noFill/>
                </a:ln>
                <a:solidFill>
                  <a:srgbClr val="2E9E5B"/>
                </a:solidFill>
                <a:effectLst/>
                <a:uLnTx/>
                <a:uFillTx/>
                <a:latin typeface="Neue Haas Grotesk Text Pro"/>
                <a:ea typeface="+mn-ea"/>
                <a:cs typeface="+mn-cs"/>
              </a:rPr>
              <a:t>        ●</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Hijau: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dalam</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a:t>
            </a:r>
            <a:r>
              <a:rPr lang="en-US" sz="800" dirty="0">
                <a:solidFill>
                  <a:srgbClr val="707070"/>
                </a:solidFill>
                <a:latin typeface="Neue Haas Grotesk Text Pro"/>
              </a:rPr>
              <a:t>threshold</a:t>
            </a:r>
            <a:r>
              <a:rPr kumimoji="0" sz="900" b="0" i="0" u="none" strike="noStrike" kern="1200" cap="none" spc="0" normalizeH="0" baseline="0" noProof="0" dirty="0">
                <a:ln>
                  <a:noFill/>
                </a:ln>
                <a:solidFill>
                  <a:srgbClr val="C01E13"/>
                </a:solidFill>
                <a:effectLst/>
                <a:uLnTx/>
                <a:uFillTx/>
                <a:latin typeface="Neue Haas Grotesk Text Pro"/>
                <a:ea typeface="+mn-ea"/>
                <a:cs typeface="+mn-cs"/>
              </a:rPr>
              <a:t>        ●</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Merah: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melewati</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a:t>
            </a:r>
            <a:r>
              <a:rPr lang="en-US" sz="800" dirty="0">
                <a:solidFill>
                  <a:srgbClr val="707070"/>
                </a:solidFill>
                <a:latin typeface="Neue Haas Grotesk Text Pro"/>
              </a:rPr>
              <a:t>threshold</a:t>
            </a:r>
            <a:endParaRPr kumimoji="0" lang="id-ID" sz="800" b="0" i="0" u="none" strike="noStrike" kern="1200" cap="none" spc="0" normalizeH="0" baseline="0" noProof="0" dirty="0">
              <a:ln>
                <a:noFill/>
              </a:ln>
              <a:solidFill>
                <a:srgbClr val="1A1A1A"/>
              </a:solidFill>
              <a:effectLst/>
              <a:uLnTx/>
              <a:uFillTx/>
              <a:latin typeface="Neue Haas Grotesk Text Pro"/>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7.2 </a:t>
            </a:r>
            <a:r>
              <a:rPr sz="2400" i="1" dirty="0"/>
              <a:t>Risk Acceptance Matrix </a:t>
            </a:r>
            <a:r>
              <a:rPr sz="2400" dirty="0"/>
              <a:t>(RAM)</a:t>
            </a:r>
            <a:r>
              <a:rPr lang="en-US" sz="2400" dirty="0"/>
              <a:t> </a:t>
            </a:r>
            <a:r>
              <a:rPr lang="en-US" sz="2400" i="1" dirty="0"/>
              <a:t>(</a:t>
            </a:r>
            <a:r>
              <a:rPr lang="en-US" sz="2400" i="1" dirty="0" err="1"/>
              <a:t>diisi</a:t>
            </a:r>
            <a:r>
              <a:rPr lang="en-US" sz="2400" i="1" dirty="0"/>
              <a:t> nama </a:t>
            </a:r>
            <a:r>
              <a:rPr lang="en-US" sz="2400" i="1" dirty="0" err="1"/>
              <a:t>entitas</a:t>
            </a:r>
            <a:r>
              <a:rPr lang="en-US" sz="2400" i="1" dirty="0"/>
              <a:t>)</a:t>
            </a:r>
            <a:endParaRPr sz="2400" dirty="0"/>
          </a:p>
        </p:txBody>
      </p:sp>
      <p:sp>
        <p:nvSpPr>
          <p:cNvPr id="3" name="Text Placeholder 2"/>
          <p:cNvSpPr>
            <a:spLocks noGrp="1"/>
          </p:cNvSpPr>
          <p:nvPr>
            <p:ph type="body" idx="2"/>
          </p:nvPr>
        </p:nvSpPr>
        <p:spPr/>
        <p:txBody>
          <a:bodyPr/>
          <a:lstStyle/>
          <a:p>
            <a:r>
              <a:rPr sz="1200">
                <a:latin typeface="Neue Haas Grotesk Text Pro"/>
              </a:rPr>
              <a:t>(4/4) Risiko Investasi dan Proyek, Reputasi, serta Peraturan, Hukum dan Kepatuhan</a:t>
            </a:r>
          </a:p>
        </p:txBody>
      </p:sp>
      <p:graphicFrame>
        <p:nvGraphicFramePr>
          <p:cNvPr id="4" name="Table 3"/>
          <p:cNvGraphicFramePr>
            <a:graphicFrameLocks noGrp="1"/>
          </p:cNvGraphicFramePr>
          <p:nvPr>
            <p:extLst>
              <p:ext uri="{D42A27DB-BD31-4B8C-83A1-F6EECF244321}">
                <p14:modId xmlns:p14="http://schemas.microsoft.com/office/powerpoint/2010/main" val="1212147929"/>
              </p:ext>
            </p:extLst>
          </p:nvPr>
        </p:nvGraphicFramePr>
        <p:xfrm>
          <a:off x="310896" y="1225296"/>
          <a:ext cx="11558015" cy="2926080"/>
        </p:xfrm>
        <a:graphic>
          <a:graphicData uri="http://schemas.openxmlformats.org/drawingml/2006/table">
            <a:tbl>
              <a:tblPr>
                <a:tableStyleId>{5940675A-B579-460E-94D1-54222C63F5DA}</a:tableStyleId>
              </a:tblPr>
              <a:tblGrid>
                <a:gridCol w="4572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042415">
                  <a:extLst>
                    <a:ext uri="{9D8B030D-6E8A-4147-A177-3AD203B41FA5}">
                      <a16:colId xmlns:a16="http://schemas.microsoft.com/office/drawing/2014/main" val="20008"/>
                    </a:ext>
                  </a:extLst>
                </a:gridCol>
              </a:tblGrid>
              <a:tr h="256032">
                <a:tc rowSpan="2">
                  <a:txBody>
                    <a:bodyPr/>
                    <a:lstStyle/>
                    <a:p>
                      <a:pPr algn="ctr"/>
                      <a:r>
                        <a:rPr sz="800" b="1" i="0">
                          <a:solidFill>
                            <a:srgbClr val="FFFFFF"/>
                          </a:solidFill>
                          <a:latin typeface="Neue Haas Grotesk Text Pro"/>
                        </a:rPr>
                        <a:t>Kode</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Parameter Pengukuran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Kategori Parameter</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Satuan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gridSpan="3">
                  <a:txBody>
                    <a:bodyPr/>
                    <a:lstStyle/>
                    <a:p>
                      <a:pPr algn="ctr"/>
                      <a:r>
                        <a:rPr sz="800" b="1" i="0">
                          <a:solidFill>
                            <a:srgbClr val="FFFFFF"/>
                          </a:solidFill>
                          <a:latin typeface="Neue Haas Grotesk Text Pro"/>
                        </a:rPr>
                        <a:t>Risk Threshold</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h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rowSpan="2">
                  <a:txBody>
                    <a:bodyPr/>
                    <a:lstStyle/>
                    <a:p>
                      <a:pPr algn="ctr"/>
                      <a:r>
                        <a:rPr sz="800" b="1" i="0">
                          <a:solidFill>
                            <a:srgbClr val="FFFFFF"/>
                          </a:solidFill>
                          <a:latin typeface="Neue Haas Grotesk Text Pro"/>
                        </a:rPr>
                        <a:t>Hasil Pengukuran RKAP 2027 (Risiko Inheren)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rowSpan="2">
                  <a:txBody>
                    <a:bodyPr/>
                    <a:lstStyle/>
                    <a:p>
                      <a:pPr algn="ctr"/>
                      <a:r>
                        <a:rPr sz="800" b="1" i="0">
                          <a:solidFill>
                            <a:srgbClr val="FFFFFF"/>
                          </a:solidFill>
                          <a:latin typeface="Neue Haas Grotesk Text Pro"/>
                        </a:rPr>
                        <a:t>Status Pengukuran</a:t>
                      </a:r>
                      <a:endParaRPr lang="id-ID" sz="80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extLst>
                  <a:ext uri="{0D108BD9-81ED-4DB2-BD59-A6C34878D82A}">
                    <a16:rowId xmlns:a16="http://schemas.microsoft.com/office/drawing/2014/main" val="10000"/>
                  </a:ext>
                </a:extLst>
              </a:tr>
              <a:tr h="256032">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a:txBody>
                    <a:bodyPr/>
                    <a:lstStyle/>
                    <a:p>
                      <a:pPr algn="ctr"/>
                      <a:r>
                        <a:rPr sz="850" b="1" i="0">
                          <a:solidFill>
                            <a:srgbClr val="FFFFFF"/>
                          </a:solidFill>
                          <a:latin typeface="Neue Haas Grotesk Text Pro"/>
                        </a:rPr>
                        <a:t>Limit</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50" b="1" i="0">
                          <a:solidFill>
                            <a:srgbClr val="FFFFFF"/>
                          </a:solidFill>
                          <a:latin typeface="Neue Haas Grotesk Text Pro"/>
                        </a:rPr>
                        <a:t>Appetite</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a:txBody>
                    <a:bodyPr/>
                    <a:lstStyle/>
                    <a:p>
                      <a:pPr algn="ctr"/>
                      <a:r>
                        <a:rPr sz="850" b="1" i="0">
                          <a:solidFill>
                            <a:srgbClr val="FFFFFF"/>
                          </a:solidFill>
                          <a:latin typeface="Neue Haas Grotesk Text Pro"/>
                        </a:rPr>
                        <a:t>Tolerance</a:t>
                      </a:r>
                      <a:endParaRPr lang="id-ID" sz="850" b="0" i="0">
                        <a:solidFill>
                          <a:srgbClr val="1A1A1A"/>
                        </a:solidFill>
                        <a:latin typeface="Neue Haas Grotesk Text Pro"/>
                      </a:endParaRPr>
                    </a:p>
                  </a:txBody>
                  <a:tcPr marL="45720" marR="45720" marT="27432" marB="27432" anchor="ctr">
                    <a:lnL w="6350" cap="flat" cmpd="sng" algn="ctr">
                      <a:solidFill>
                        <a:srgbClr val="FFFFFF"/>
                      </a:solidFill>
                      <a:prstDash val="solid"/>
                    </a:lnL>
                    <a:lnR w="6350" cap="flat" cmpd="sng" algn="ctr">
                      <a:solidFill>
                        <a:srgbClr val="FFFFFF"/>
                      </a:solidFill>
                      <a:prstDash val="solid"/>
                    </a:lnR>
                    <a:lnT w="6350" cap="flat" cmpd="sng" algn="ctr">
                      <a:solidFill>
                        <a:srgbClr val="FFFFFF"/>
                      </a:solidFill>
                      <a:prstDash val="solid"/>
                    </a:lnT>
                    <a:lnB w="6350" cap="flat" cmpd="sng" algn="ctr">
                      <a:solidFill>
                        <a:srgbClr val="FFFFFF"/>
                      </a:solidFill>
                      <a:prstDash val="solid"/>
                    </a:lnB>
                    <a:solidFill>
                      <a:srgbClr val="600000"/>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tc vMerge="1">
                  <a:txBody>
                    <a:bodyPr/>
                    <a:lstStyle/>
                    <a:p>
                      <a:endParaRPr/>
                    </a:p>
                  </a:txBody>
                  <a:tcPr>
                    <a:lnL w="6350" cap="flat" cmpd="sng" algn="ctr">
                      <a:solidFill>
                        <a:srgbClr val="BFBFBF"/>
                      </a:solidFill>
                      <a:prstDash val="solid"/>
                    </a:lnL>
                    <a:lnR w="6350" cap="flat" cmpd="sng" algn="ctr">
                      <a:solidFill>
                        <a:srgbClr val="BFBFBF"/>
                      </a:solidFill>
                      <a:prstDash val="solid"/>
                    </a:lnR>
                    <a:lnT w="6350" cap="flat" cmpd="sng" algn="ctr">
                      <a:solidFill>
                        <a:srgbClr val="BFBFBF"/>
                      </a:solidFill>
                      <a:prstDash val="solid"/>
                    </a:lnT>
                    <a:lnB w="6350" cap="flat" cmpd="sng" algn="ctr">
                      <a:solidFill>
                        <a:srgbClr val="BFBFBF"/>
                      </a:solidFill>
                      <a:prstDash val="solid"/>
                    </a:lnB>
                    <a:solidFill>
                      <a:srgbClr val="FFFFFF"/>
                    </a:solidFill>
                  </a:tcPr>
                </a:tc>
                <a:extLst>
                  <a:ext uri="{0D108BD9-81ED-4DB2-BD59-A6C34878D82A}">
                    <a16:rowId xmlns:a16="http://schemas.microsoft.com/office/drawing/2014/main" val="10001"/>
                  </a:ext>
                </a:extLst>
              </a:tr>
              <a:tr h="256032">
                <a:tc gridSpan="9">
                  <a:txBody>
                    <a:bodyPr/>
                    <a:lstStyle/>
                    <a:p>
                      <a:pPr algn="l"/>
                      <a:r>
                        <a:rPr sz="950" b="1" i="0">
                          <a:solidFill>
                            <a:srgbClr val="600000"/>
                          </a:solidFill>
                          <a:latin typeface="Neue Haas Grotesk Text Pro"/>
                        </a:rPr>
                        <a:t>Risiko Investasi dan Proyek (Investment and Project Risk)</a:t>
                      </a:r>
                      <a:r>
                        <a:rPr sz="950" b="0" i="0">
                          <a:solidFill>
                            <a:srgbClr val="707070"/>
                          </a:solidFill>
                          <a:latin typeface="Neue Haas Grotesk Text Pro"/>
                        </a:rPr>
                        <a:t>     Sikap risiko: Aggressive</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FFFFFF"/>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extLst>
                  <a:ext uri="{0D108BD9-81ED-4DB2-BD59-A6C34878D82A}">
                    <a16:rowId xmlns:a16="http://schemas.microsoft.com/office/drawing/2014/main" val="10002"/>
                  </a:ext>
                </a:extLst>
              </a:tr>
              <a:tr h="274320">
                <a:tc>
                  <a:txBody>
                    <a:bodyPr/>
                    <a:lstStyle/>
                    <a:p>
                      <a:pPr algn="ctr"/>
                      <a:r>
                        <a:rPr sz="950" b="1" i="0">
                          <a:solidFill>
                            <a:srgbClr val="1A1A1A"/>
                          </a:solidFill>
                          <a:latin typeface="Neue Haas Grotesk Text Pro"/>
                        </a:rPr>
                        <a:t>6a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Project IRR vs Hurdle Rate</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extLst>
                  <a:ext uri="{0D108BD9-81ED-4DB2-BD59-A6C34878D82A}">
                    <a16:rowId xmlns:a16="http://schemas.microsoft.com/office/drawing/2014/main" val="10003"/>
                  </a:ext>
                </a:extLst>
              </a:tr>
              <a:tr h="274320">
                <a:tc>
                  <a:txBody>
                    <a:bodyPr/>
                    <a:lstStyle/>
                    <a:p>
                      <a:pPr algn="ctr"/>
                      <a:r>
                        <a:rPr sz="950" b="1" i="0">
                          <a:solidFill>
                            <a:srgbClr val="1A1A1A"/>
                          </a:solidFill>
                          <a:latin typeface="Neue Haas Grotesk Text Pro"/>
                        </a:rPr>
                        <a:t>6b</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Schedule Overrun Ratio</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a:solidFill>
                            <a:srgbClr val="1A1A1A"/>
                          </a:solidFill>
                          <a:latin typeface="Neue Haas Grotesk Text Pro"/>
                        </a:rPr>
                        <a:t>&gt;100%</a:t>
                      </a: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a:solidFill>
                            <a:srgbClr val="1A1A1A"/>
                          </a:solidFill>
                          <a:latin typeface="Neue Haas Grotesk Text Pro"/>
                        </a:rPr>
                        <a:t>&gt;98%-&lt;100%</a:t>
                      </a: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r>
                        <a:rPr sz="900" b="0" i="0">
                          <a:solidFill>
                            <a:srgbClr val="1A1A1A"/>
                          </a:solidFill>
                          <a:latin typeface="Neue Haas Grotesk Text Pro"/>
                        </a:rPr>
                        <a:t>&gt;95%-&lt;98%</a:t>
                      </a: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10004"/>
                  </a:ext>
                </a:extLst>
              </a:tr>
              <a:tr h="256032">
                <a:tc gridSpan="9">
                  <a:txBody>
                    <a:bodyPr/>
                    <a:lstStyle/>
                    <a:p>
                      <a:pPr algn="l"/>
                      <a:r>
                        <a:rPr sz="950" b="1" i="0">
                          <a:solidFill>
                            <a:srgbClr val="600000"/>
                          </a:solidFill>
                          <a:latin typeface="Neue Haas Grotesk Text Pro"/>
                        </a:rPr>
                        <a:t>Risiko Reputasi (Reputational Risk)</a:t>
                      </a:r>
                      <a:r>
                        <a:rPr sz="950" b="0" i="0">
                          <a:solidFill>
                            <a:srgbClr val="707070"/>
                          </a:solidFill>
                          <a:latin typeface="Neue Haas Grotesk Text Pro"/>
                        </a:rPr>
                        <a:t>     Sikap risiko: Zero Tolerance</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extLst>
                  <a:ext uri="{0D108BD9-81ED-4DB2-BD59-A6C34878D82A}">
                    <a16:rowId xmlns:a16="http://schemas.microsoft.com/office/drawing/2014/main" val="10005"/>
                  </a:ext>
                </a:extLst>
              </a:tr>
              <a:tr h="274320">
                <a:tc>
                  <a:txBody>
                    <a:bodyPr/>
                    <a:lstStyle/>
                    <a:p>
                      <a:pPr algn="ctr"/>
                      <a:r>
                        <a:rPr sz="950" b="1" i="0">
                          <a:solidFill>
                            <a:srgbClr val="1A1A1A"/>
                          </a:solidFill>
                          <a:latin typeface="Neue Haas Grotesk Text Pro"/>
                        </a:rPr>
                        <a:t>7a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Negative Sentiment Ratio</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a:solidFill>
                            <a:srgbClr val="1A1A1A"/>
                          </a:solidFill>
                          <a:latin typeface="Neue Haas Grotesk Text Pro"/>
                        </a:rPr>
                        <a:t>&lt;2,5%</a:t>
                      </a: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a:solidFill>
                            <a:srgbClr val="1A1A1A"/>
                          </a:solidFill>
                          <a:latin typeface="Neue Haas Grotesk Text Pro"/>
                        </a:rPr>
                        <a:t>&gt;2,5%-&lt;5%</a:t>
                      </a: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00" b="0" i="0">
                          <a:solidFill>
                            <a:srgbClr val="1A1A1A"/>
                          </a:solidFill>
                          <a:latin typeface="Neue Haas Grotesk Text Pro"/>
                        </a:rPr>
                        <a:t>&gt;5-&lt;7,5%</a:t>
                      </a: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extLst>
                  <a:ext uri="{0D108BD9-81ED-4DB2-BD59-A6C34878D82A}">
                    <a16:rowId xmlns:a16="http://schemas.microsoft.com/office/drawing/2014/main" val="10006"/>
                  </a:ext>
                </a:extLst>
              </a:tr>
              <a:tr h="256032">
                <a:tc gridSpan="9">
                  <a:txBody>
                    <a:bodyPr/>
                    <a:lstStyle/>
                    <a:p>
                      <a:pPr algn="l"/>
                      <a:r>
                        <a:rPr sz="950" b="1" i="0">
                          <a:solidFill>
                            <a:srgbClr val="600000"/>
                          </a:solidFill>
                          <a:latin typeface="Neue Haas Grotesk Text Pro"/>
                        </a:rPr>
                        <a:t>Risiko Peraturan, Hukum dan Kepatuhan (Regulatory, Legal and Compliance Risk)</a:t>
                      </a:r>
                      <a:r>
                        <a:rPr sz="950" b="0" i="0">
                          <a:solidFill>
                            <a:srgbClr val="707070"/>
                          </a:solidFill>
                          <a:latin typeface="Neue Haas Grotesk Text Pro"/>
                        </a:rPr>
                        <a:t>     Sikap risiko: Zero Tolerance</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tc hMerge="1">
                  <a:txBody>
                    <a:bodyPr/>
                    <a:lstStyle/>
                    <a:p>
                      <a:endParaRPr/>
                    </a:p>
                  </a:txBody>
                  <a:tcPr>
                    <a:lnL w="0">
                      <a:noFill/>
                    </a:lnL>
                    <a:lnR w="0">
                      <a:noFill/>
                    </a:lnR>
                    <a:lnT w="0">
                      <a:noFill/>
                    </a:lnT>
                    <a:lnB w="6350">
                      <a:solidFill>
                        <a:srgbClr val="D9D9D9"/>
                      </a:solidFill>
                    </a:lnB>
                    <a:solidFill>
                      <a:srgbClr val="F2F2F2"/>
                    </a:solidFill>
                  </a:tcPr>
                </a:tc>
                <a:extLst>
                  <a:ext uri="{0D108BD9-81ED-4DB2-BD59-A6C34878D82A}">
                    <a16:rowId xmlns:a16="http://schemas.microsoft.com/office/drawing/2014/main" val="10007"/>
                  </a:ext>
                </a:extLst>
              </a:tr>
              <a:tr h="274320">
                <a:tc>
                  <a:txBody>
                    <a:bodyPr/>
                    <a:lstStyle/>
                    <a:p>
                      <a:pPr algn="ctr"/>
                      <a:r>
                        <a:rPr sz="950" b="1" i="0">
                          <a:solidFill>
                            <a:srgbClr val="1A1A1A"/>
                          </a:solidFill>
                          <a:latin typeface="Neue Haas Grotesk Text Pro"/>
                        </a:rPr>
                        <a:t>8a</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D9D9D9"/>
                      </a:solidFill>
                      <a:prstDash val="solid"/>
                      <a:round/>
                      <a:headEnd type="none" w="med" len="med"/>
                      <a:tailEnd type="none" w="med" len="med"/>
                    </a:lnT>
                    <a:lnB w="6350">
                      <a:solidFill>
                        <a:srgbClr val="E3E3E3"/>
                      </a:solidFill>
                    </a:lnB>
                    <a:solidFill>
                      <a:srgbClr val="FFFFFF"/>
                    </a:solidFill>
                  </a:tcPr>
                </a:tc>
                <a:tc>
                  <a:txBody>
                    <a:bodyPr/>
                    <a:lstStyle/>
                    <a:p>
                      <a:pPr algn="l"/>
                      <a:r>
                        <a:rPr sz="950" b="0" i="0">
                          <a:solidFill>
                            <a:srgbClr val="1A1A1A"/>
                          </a:solidFill>
                          <a:latin typeface="Neue Haas Grotesk Text Pro"/>
                        </a:rPr>
                        <a:t>Rasio Kerugian Gugatan Hukum</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4CC"/>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0">
                      <a:noFill/>
                    </a:lnT>
                    <a:lnB w="6350">
                      <a:solidFill>
                        <a:srgbClr val="E3E3E3"/>
                      </a:solidFill>
                    </a:lnB>
                    <a:solidFill>
                      <a:srgbClr val="FFFFFF"/>
                    </a:solidFill>
                  </a:tcPr>
                </a:tc>
                <a:extLst>
                  <a:ext uri="{0D108BD9-81ED-4DB2-BD59-A6C34878D82A}">
                    <a16:rowId xmlns:a16="http://schemas.microsoft.com/office/drawing/2014/main" val="10008"/>
                  </a:ext>
                </a:extLst>
              </a:tr>
              <a:tr h="274320">
                <a:tc>
                  <a:txBody>
                    <a:bodyPr/>
                    <a:lstStyle/>
                    <a:p>
                      <a:pPr algn="ctr"/>
                      <a:r>
                        <a:rPr sz="950" b="1" i="0" dirty="0">
                          <a:solidFill>
                            <a:srgbClr val="1A1A1A"/>
                          </a:solidFill>
                          <a:latin typeface="Neue Haas Grotesk Text Pro"/>
                        </a:rPr>
                        <a:t>8b</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a:r>
                        <a:rPr sz="950" b="0" i="0" dirty="0">
                          <a:solidFill>
                            <a:srgbClr val="1A1A1A"/>
                          </a:solidFill>
                          <a:latin typeface="Neue Haas Grotesk Text Pro"/>
                        </a:rPr>
                        <a:t>Rasio </a:t>
                      </a:r>
                      <a:r>
                        <a:rPr sz="950" b="0" i="0" dirty="0" err="1">
                          <a:solidFill>
                            <a:srgbClr val="1A1A1A"/>
                          </a:solidFill>
                          <a:latin typeface="Neue Haas Grotesk Text Pro"/>
                        </a:rPr>
                        <a:t>Pelanggaran</a:t>
                      </a:r>
                      <a:r>
                        <a:rPr sz="950" b="0" i="0" dirty="0">
                          <a:solidFill>
                            <a:srgbClr val="1A1A1A"/>
                          </a:solidFill>
                          <a:latin typeface="Neue Haas Grotesk Text Pro"/>
                        </a:rPr>
                        <a:t> dan Denda </a:t>
                      </a:r>
                      <a:r>
                        <a:rPr sz="950" b="0" i="0" dirty="0" err="1">
                          <a:solidFill>
                            <a:srgbClr val="1A1A1A"/>
                          </a:solidFill>
                          <a:latin typeface="Neue Haas Grotesk Text Pro"/>
                        </a:rPr>
                        <a:t>Kepatuhan</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850" b="0" i="0">
                          <a:solidFill>
                            <a:srgbClr val="707070"/>
                          </a:solidFill>
                          <a:latin typeface="Neue Haas Grotesk Text Pro"/>
                        </a:rPr>
                        <a:t>STANDAR</a:t>
                      </a:r>
                      <a:endParaRPr lang="id-ID" sz="850" b="0" i="0">
                        <a:solidFill>
                          <a:srgbClr val="707070"/>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50" b="0" i="0">
                          <a:solidFill>
                            <a:srgbClr val="1A1A1A"/>
                          </a:solidFill>
                          <a:latin typeface="Neue Haas Grotesk Text Pro"/>
                        </a:rPr>
                        <a:t>%</a:t>
                      </a:r>
                      <a:endParaRPr lang="id-ID" sz="95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00" b="0" i="0" dirty="0">
                          <a:solidFill>
                            <a:srgbClr val="1A1A1A"/>
                          </a:solidFill>
                          <a:latin typeface="Neue Haas Grotesk Text Pro"/>
                        </a:rPr>
                        <a:t>&lt;0,5%</a:t>
                      </a: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00" b="0" i="0">
                          <a:solidFill>
                            <a:srgbClr val="1A1A1A"/>
                          </a:solidFill>
                          <a:latin typeface="Neue Haas Grotesk Text Pro"/>
                        </a:rPr>
                        <a:t>&gt;0,5%-&lt;1%</a:t>
                      </a: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r>
                        <a:rPr sz="900" b="0" i="0">
                          <a:solidFill>
                            <a:srgbClr val="1A1A1A"/>
                          </a:solidFill>
                          <a:latin typeface="Neue Haas Grotesk Text Pro"/>
                        </a:rPr>
                        <a:t>–</a:t>
                      </a: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D" sz="950" b="1" i="0" dirty="0">
                          <a:solidFill>
                            <a:srgbClr val="1A1A1A"/>
                          </a:solidFill>
                          <a:latin typeface="Neue Haas Grotesk Text Pro"/>
                        </a:rPr>
                        <a:t>8c</a:t>
                      </a:r>
                      <a:endParaRPr lang="en-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l"/>
                      <a:r>
                        <a:rPr lang="nl-NL" sz="950" b="0" dirty="0">
                          <a:solidFill>
                            <a:srgbClr val="262626"/>
                          </a:solidFill>
                          <a:latin typeface="Neue Haas Grotesk Text Pro"/>
                        </a:rPr>
                        <a:t>Rasio Hak dan Izin Tidak Berlaku</a:t>
                      </a: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50" b="1" i="0" u="none" strike="noStrike" kern="0" cap="none" spc="0" normalizeH="0" baseline="0" noProof="0" dirty="0">
                          <a:ln>
                            <a:noFill/>
                          </a:ln>
                          <a:solidFill>
                            <a:srgbClr val="600000"/>
                          </a:solidFill>
                          <a:effectLst/>
                          <a:uLnTx/>
                          <a:uFillTx/>
                          <a:latin typeface="Neue Haas Grotesk Text Pro"/>
                          <a:ea typeface="+mn-ea"/>
                          <a:cs typeface="+mn-cs"/>
                          <a:sym typeface="Arial"/>
                        </a:rPr>
                        <a:t>UNIK</a:t>
                      </a:r>
                      <a:endParaRPr kumimoji="0" lang="id-ID" sz="850" b="0" i="0" u="none" strike="noStrike" kern="0" cap="none" spc="0" normalizeH="0" baseline="0" noProof="0" dirty="0">
                        <a:ln>
                          <a:noFill/>
                        </a:ln>
                        <a:solidFill>
                          <a:srgbClr val="600000"/>
                        </a:solidFill>
                        <a:effectLst/>
                        <a:uLnTx/>
                        <a:uFillTx/>
                        <a:latin typeface="Neue Haas Grotesk Text Pro"/>
                        <a:ea typeface="+mn-ea"/>
                        <a:cs typeface="+mn-cs"/>
                        <a:sym typeface="Arial"/>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5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tc>
                  <a:txBody>
                    <a:bodyPr/>
                    <a:lstStyle/>
                    <a:p>
                      <a:pPr algn="ctr"/>
                      <a:endParaRPr lang="id-ID" sz="900" b="0" i="0" dirty="0">
                        <a:solidFill>
                          <a:srgbClr val="1A1A1A"/>
                        </a:solidFill>
                        <a:latin typeface="Neue Haas Grotesk Text Pro"/>
                      </a:endParaRPr>
                    </a:p>
                  </a:txBody>
                  <a:tcPr marL="45720" marR="45720" marT="27432" marB="27432" anchor="ctr">
                    <a:lnL w="0">
                      <a:noFill/>
                    </a:lnL>
                    <a:lnR w="0">
                      <a:noFill/>
                    </a:lnR>
                    <a:lnT w="6350" cap="flat" cmpd="sng" algn="ctr">
                      <a:solidFill>
                        <a:srgbClr val="E3E3E3"/>
                      </a:solidFill>
                      <a:prstDash val="solid"/>
                      <a:round/>
                      <a:headEnd type="none" w="med" len="med"/>
                      <a:tailEnd type="none" w="med" len="med"/>
                    </a:lnT>
                    <a:lnB w="6350">
                      <a:solidFill>
                        <a:srgbClr val="E3E3E3"/>
                      </a:solidFill>
                    </a:lnB>
                    <a:solidFill>
                      <a:srgbClr val="FFFFFF"/>
                    </a:solidFill>
                  </a:tcPr>
                </a:tc>
                <a:extLst>
                  <a:ext uri="{0D108BD9-81ED-4DB2-BD59-A6C34878D82A}">
                    <a16:rowId xmlns:a16="http://schemas.microsoft.com/office/drawing/2014/main" val="722767526"/>
                  </a:ext>
                </a:extLst>
              </a:tr>
            </a:tbl>
          </a:graphicData>
        </a:graphic>
      </p:graphicFrame>
      <p:sp>
        <p:nvSpPr>
          <p:cNvPr id="16" name="Keterangan - penanda usulan">
            <a:extLst>
              <a:ext uri="{FF2B5EF4-FFF2-40B4-BE49-F238E27FC236}">
                <a16:creationId xmlns:a16="http://schemas.microsoft.com/office/drawing/2014/main" id="{70FA6EF4-F97F-91FE-D9B8-A5D6ED2F240E}"/>
              </a:ext>
            </a:extLst>
          </p:cNvPr>
          <p:cNvSpPr/>
          <p:nvPr/>
        </p:nvSpPr>
        <p:spPr>
          <a:xfrm>
            <a:off x="310896" y="5811012"/>
            <a:ext cx="237744" cy="118872"/>
          </a:xfrm>
          <a:prstGeom prst="rect">
            <a:avLst/>
          </a:prstGeom>
          <a:solidFill>
            <a:srgbClr val="FFF4CC"/>
          </a:solidFill>
          <a:ln w="6350">
            <a:solidFill>
              <a:srgbClr val="E0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8" name="Keterangan RAM">
            <a:extLst>
              <a:ext uri="{FF2B5EF4-FFF2-40B4-BE49-F238E27FC236}">
                <a16:creationId xmlns:a16="http://schemas.microsoft.com/office/drawing/2014/main" id="{EAE5FBF1-8F9E-A63A-E522-54C7303F37B9}"/>
              </a:ext>
            </a:extLst>
          </p:cNvPr>
          <p:cNvSpPr txBox="1"/>
          <p:nvPr/>
        </p:nvSpPr>
        <p:spPr>
          <a:xfrm>
            <a:off x="621792" y="5779008"/>
            <a:ext cx="10515600" cy="138499"/>
          </a:xfrm>
          <a:prstGeom prst="rect">
            <a:avLst/>
          </a:prstGeom>
          <a:noFill/>
        </p:spPr>
        <p:txBody>
          <a:bodyPr wrap="square" lIns="0" tIns="0" rIns="0" bIns="0" anchor="t">
            <a:spAutoFit/>
          </a:bodyPr>
          <a:lstStyle/>
          <a:p>
            <a:pPr lvl="0"/>
            <a:r>
              <a:rPr kumimoji="0" sz="800" b="0" i="0" u="none" strike="noStrike" kern="1200" cap="none" spc="0" normalizeH="0" baseline="0" noProof="0" dirty="0">
                <a:ln>
                  <a:noFill/>
                </a:ln>
                <a:solidFill>
                  <a:srgbClr val="707070"/>
                </a:solidFill>
                <a:effectLst/>
                <a:uLnTx/>
                <a:uFillTx/>
                <a:latin typeface="Neue Haas Grotesk Text Pro"/>
                <a:ea typeface="+mn-ea"/>
                <a:cs typeface="+mn-cs"/>
              </a:rPr>
              <a:t>Risk threshold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diusulkan</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PTPN III</a:t>
            </a:r>
            <a:r>
              <a:rPr kumimoji="0" sz="900" b="0" i="0" u="none" strike="noStrike" kern="1200" cap="none" spc="0" normalizeH="0" baseline="0" noProof="0" dirty="0">
                <a:ln>
                  <a:noFill/>
                </a:ln>
                <a:solidFill>
                  <a:srgbClr val="2E9E5B"/>
                </a:solidFill>
                <a:effectLst/>
                <a:uLnTx/>
                <a:uFillTx/>
                <a:latin typeface="Neue Haas Grotesk Text Pro"/>
                <a:ea typeface="+mn-ea"/>
                <a:cs typeface="+mn-cs"/>
              </a:rPr>
              <a:t>        ●</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Hijau: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dalam</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a:t>
            </a:r>
            <a:r>
              <a:rPr lang="en-US" sz="800" dirty="0">
                <a:solidFill>
                  <a:srgbClr val="707070"/>
                </a:solidFill>
                <a:latin typeface="Neue Haas Grotesk Text Pro"/>
              </a:rPr>
              <a:t>threshold</a:t>
            </a:r>
            <a:r>
              <a:rPr kumimoji="0" sz="900" b="0" i="0" u="none" strike="noStrike" kern="1200" cap="none" spc="0" normalizeH="0" baseline="0" noProof="0" dirty="0">
                <a:ln>
                  <a:noFill/>
                </a:ln>
                <a:solidFill>
                  <a:srgbClr val="C01E13"/>
                </a:solidFill>
                <a:effectLst/>
                <a:uLnTx/>
                <a:uFillTx/>
                <a:latin typeface="Neue Haas Grotesk Text Pro"/>
                <a:ea typeface="+mn-ea"/>
                <a:cs typeface="+mn-cs"/>
              </a:rPr>
              <a:t>        ●</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Merah: </a:t>
            </a:r>
            <a:r>
              <a:rPr kumimoji="0" sz="800" b="0" i="0" u="none" strike="noStrike" kern="1200" cap="none" spc="0" normalizeH="0" baseline="0" noProof="0" dirty="0" err="1">
                <a:ln>
                  <a:noFill/>
                </a:ln>
                <a:solidFill>
                  <a:srgbClr val="707070"/>
                </a:solidFill>
                <a:effectLst/>
                <a:uLnTx/>
                <a:uFillTx/>
                <a:latin typeface="Neue Haas Grotesk Text Pro"/>
                <a:ea typeface="+mn-ea"/>
                <a:cs typeface="+mn-cs"/>
              </a:rPr>
              <a:t>melewati</a:t>
            </a:r>
            <a:r>
              <a:rPr kumimoji="0" sz="800" b="0" i="0" u="none" strike="noStrike" kern="1200" cap="none" spc="0" normalizeH="0" baseline="0" noProof="0" dirty="0">
                <a:ln>
                  <a:noFill/>
                </a:ln>
                <a:solidFill>
                  <a:srgbClr val="707070"/>
                </a:solidFill>
                <a:effectLst/>
                <a:uLnTx/>
                <a:uFillTx/>
                <a:latin typeface="Neue Haas Grotesk Text Pro"/>
                <a:ea typeface="+mn-ea"/>
                <a:cs typeface="+mn-cs"/>
              </a:rPr>
              <a:t> </a:t>
            </a:r>
            <a:r>
              <a:rPr lang="en-US" sz="800" dirty="0">
                <a:solidFill>
                  <a:srgbClr val="707070"/>
                </a:solidFill>
                <a:latin typeface="Neue Haas Grotesk Text Pro"/>
              </a:rPr>
              <a:t>threshold</a:t>
            </a:r>
            <a:endParaRPr kumimoji="0" lang="id-ID" sz="800" b="0" i="0" u="none" strike="noStrike" kern="1200" cap="none" spc="0" normalizeH="0" baseline="0" noProof="0" dirty="0">
              <a:ln>
                <a:noFill/>
              </a:ln>
              <a:solidFill>
                <a:srgbClr val="1A1A1A"/>
              </a:solidFill>
              <a:effectLst/>
              <a:uLnTx/>
              <a:uFillTx/>
              <a:latin typeface="Neue Haas Grotesk Text Pro"/>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7.3 </a:t>
            </a:r>
            <a:r>
              <a:rPr sz="2400" i="1" dirty="0"/>
              <a:t>Top Risk</a:t>
            </a:r>
            <a:r>
              <a:rPr lang="en-US" sz="2400" i="1" dirty="0"/>
              <a:t> </a:t>
            </a:r>
            <a:r>
              <a:rPr lang="en-US" sz="2400" dirty="0"/>
              <a:t>(PT KINRA)</a:t>
            </a:r>
            <a:endParaRPr sz="2400" dirty="0"/>
          </a:p>
        </p:txBody>
      </p:sp>
      <p:sp>
        <p:nvSpPr>
          <p:cNvPr id="3" name="Text Placeholder 2"/>
          <p:cNvSpPr>
            <a:spLocks noGrp="1"/>
          </p:cNvSpPr>
          <p:nvPr>
            <p:ph type="body" idx="2"/>
          </p:nvPr>
        </p:nvSpPr>
        <p:spPr/>
        <p:txBody>
          <a:bodyPr/>
          <a:lstStyle/>
          <a:p>
            <a:r>
              <a:rPr sz="1200">
                <a:latin typeface="Neue Haas Grotesk Text Pro"/>
              </a:rPr>
              <a:t>(1/2) Risiko Strategis, Pasar, Keuangan, dan Kredit</a:t>
            </a:r>
          </a:p>
        </p:txBody>
      </p:sp>
      <p:graphicFrame>
        <p:nvGraphicFramePr>
          <p:cNvPr id="4" name="Tabel Top Risk per taksonomi (sisip baris di dalam kelompok)"/>
          <p:cNvGraphicFramePr>
            <a:graphicFrameLocks noGrp="1"/>
          </p:cNvGraphicFramePr>
          <p:nvPr>
            <p:extLst>
              <p:ext uri="{D42A27DB-BD31-4B8C-83A1-F6EECF244321}">
                <p14:modId xmlns:p14="http://schemas.microsoft.com/office/powerpoint/2010/main" val="4293582505"/>
              </p:ext>
            </p:extLst>
          </p:nvPr>
        </p:nvGraphicFramePr>
        <p:xfrm>
          <a:off x="310896" y="1207008"/>
          <a:ext cx="11558016" cy="4773168"/>
        </p:xfrm>
        <a:graphic>
          <a:graphicData uri="http://schemas.openxmlformats.org/drawingml/2006/table">
            <a:tbl>
              <a:tblPr>
                <a:tableStyleId>{2D5ABB26-0587-4C30-8999-92F81FD0307C}</a:tableStyleId>
              </a:tblPr>
              <a:tblGrid>
                <a:gridCol w="23317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3145536">
                  <a:extLst>
                    <a:ext uri="{9D8B030D-6E8A-4147-A177-3AD203B41FA5}">
                      <a16:colId xmlns:a16="http://schemas.microsoft.com/office/drawing/2014/main" val="20004"/>
                    </a:ext>
                  </a:extLst>
                </a:gridCol>
              </a:tblGrid>
              <a:tr h="274320">
                <a:tc>
                  <a:txBody>
                    <a:bodyPr/>
                    <a:lstStyle/>
                    <a:p>
                      <a:pPr algn="l">
                        <a:spcAft>
                          <a:spcPts val="0"/>
                        </a:spcAft>
                      </a:pPr>
                      <a:r>
                        <a:rPr sz="750" b="1">
                          <a:solidFill>
                            <a:srgbClr val="707070"/>
                          </a:solidFill>
                          <a:latin typeface="Neue Haas Grotesk Text Pro"/>
                        </a:rPr>
                        <a:t>TAKSONOMI RISIKO</a:t>
                      </a:r>
                      <a:endParaRPr lang="id-ID" sz="750" b="0" i="0">
                        <a:solidFill>
                          <a:srgbClr val="1A1A1A"/>
                        </a:solidFill>
                        <a:latin typeface="Neue Haas Grotesk Text Pro"/>
                      </a:endParaRPr>
                    </a:p>
                  </a:txBody>
                  <a:tcPr marL="36576"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NO</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RISK EVENT</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KATEGORI DAMPAK</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RENCANA MITIGASI</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extLst>
                  <a:ext uri="{0D108BD9-81ED-4DB2-BD59-A6C34878D82A}">
                    <a16:rowId xmlns:a16="http://schemas.microsoft.com/office/drawing/2014/main" val="10000"/>
                  </a:ext>
                </a:extLst>
              </a:tr>
              <a:tr h="374904">
                <a:tc rowSpan="3">
                  <a:txBody>
                    <a:bodyPr/>
                    <a:lstStyle/>
                    <a:p>
                      <a:pPr algn="l">
                        <a:spcAft>
                          <a:spcPts val="0"/>
                        </a:spcAft>
                      </a:pPr>
                      <a:r>
                        <a:rPr sz="950" b="1">
                          <a:solidFill>
                            <a:srgbClr val="262626"/>
                          </a:solidFill>
                          <a:latin typeface="Neue Haas Grotesk Text Pro"/>
                        </a:rPr>
                        <a:t>Risiko Strategis</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Strategic Risk</a:t>
                      </a:r>
                      <a:endParaRPr lang="id-ID" sz="750" b="0" i="0">
                        <a:solidFill>
                          <a:srgbClr val="1A1A1A"/>
                        </a:solidFill>
                        <a:latin typeface="Neue Haas Grotesk Text Pro"/>
                      </a:endParaRPr>
                    </a:p>
                  </a:txBody>
                  <a:tcPr marL="36576" marT="54864" marB="54864">
                    <a:lnL w="0">
                      <a:noFill/>
                    </a:lnL>
                    <a:lnR w="0">
                      <a:noFill/>
                    </a:lnR>
                    <a:lnT w="12700" cap="flat" cmpd="sng" algn="ctr">
                      <a:solidFill>
                        <a:srgbClr val="600000"/>
                      </a:solidFill>
                      <a:prstDash val="solid"/>
                      <a:round/>
                      <a:headEnd type="none" w="med" len="med"/>
                      <a:tailEnd type="none" w="med" len="med"/>
                    </a:lnT>
                    <a:lnB w="6350">
                      <a:solidFill>
                        <a:srgbClr val="CFCFCF"/>
                      </a:solidFill>
                    </a:lnB>
                    <a:noFill/>
                  </a:tcPr>
                </a:tc>
                <a:tc>
                  <a:txBody>
                    <a:bodyPr/>
                    <a:lstStyle/>
                    <a:p>
                      <a:pPr algn="l">
                        <a:spcAft>
                          <a:spcPts val="0"/>
                        </a:spcAft>
                      </a:pPr>
                      <a:r>
                        <a:rPr lang="en-US" sz="1300" b="0" i="0" dirty="0">
                          <a:solidFill>
                            <a:srgbClr val="600000"/>
                          </a:solidFill>
                          <a:latin typeface="Georgia"/>
                        </a:rPr>
                        <a:t>1</a:t>
                      </a:r>
                      <a:endParaRPr lang="id-ID" sz="1300" b="0" i="0" dirty="0">
                        <a:solidFill>
                          <a:srgbClr val="600000"/>
                        </a:solidFill>
                        <a:latin typeface="Georgia"/>
                      </a:endParaRPr>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tc>
                  <a:txBody>
                    <a:bodyPr/>
                    <a:lstStyle/>
                    <a:p>
                      <a:pPr lvl="0" algn="l">
                        <a:spcAft>
                          <a:spcPts val="0"/>
                        </a:spcAft>
                        <a:buNone/>
                      </a:pPr>
                      <a:r>
                        <a:rPr lang="id-ID" sz="1100" b="0" i="0" u="none" strike="noStrike" noProof="0">
                          <a:solidFill>
                            <a:srgbClr val="242424"/>
                          </a:solidFill>
                          <a:highlight>
                            <a:srgbClr val="FFFFFF"/>
                          </a:highlight>
                          <a:latin typeface="Aptos Narrow"/>
                        </a:rPr>
                        <a:t>Penurunan Serapan dan Pangsa Pasar</a:t>
                      </a:r>
                      <a:endParaRPr lang="en-US"/>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tc>
                  <a:txBody>
                    <a:bodyPr/>
                    <a:lstStyle/>
                    <a:p>
                      <a:pPr algn="l">
                        <a:spcAft>
                          <a:spcPts val="0"/>
                        </a:spcAft>
                      </a:pPr>
                      <a:r>
                        <a:rPr lang="id-ID" sz="850" b="1" i="0">
                          <a:solidFill>
                            <a:srgbClr val="262626"/>
                          </a:solidFill>
                          <a:latin typeface="Neue Haas Grotesk Text Pro"/>
                        </a:rPr>
                        <a:t>Tinggi</a:t>
                      </a:r>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tc>
                  <a:txBody>
                    <a:bodyPr/>
                    <a:lstStyle/>
                    <a:p>
                      <a:pPr lvl="0" algn="l">
                        <a:spcAft>
                          <a:spcPts val="0"/>
                        </a:spcAft>
                        <a:buNone/>
                      </a:pPr>
                      <a:r>
                        <a:rPr lang="id-ID" sz="1100" b="0" i="0" u="none" strike="noStrike" noProof="0">
                          <a:solidFill>
                            <a:srgbClr val="242424"/>
                          </a:solidFill>
                          <a:highlight>
                            <a:srgbClr val="FFFFFF"/>
                          </a:highlight>
                          <a:latin typeface="Aptos Narrow"/>
                        </a:rPr>
                        <a:t>Menetapkan rencana pemasaran lahan</a:t>
                      </a:r>
                      <a:endParaRPr lang="en-US"/>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1"/>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2"/>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03"/>
                  </a:ext>
                </a:extLst>
              </a:tr>
              <a:tr h="374904">
                <a:tc rowSpan="3">
                  <a:txBody>
                    <a:bodyPr/>
                    <a:lstStyle/>
                    <a:p>
                      <a:pPr algn="l">
                        <a:spcAft>
                          <a:spcPts val="0"/>
                        </a:spcAft>
                      </a:pPr>
                      <a:r>
                        <a:rPr sz="950" b="1">
                          <a:solidFill>
                            <a:srgbClr val="262626"/>
                          </a:solidFill>
                          <a:latin typeface="Neue Haas Grotesk Text Pro"/>
                        </a:rPr>
                        <a:t>Risiko Pasar</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Market Risk</a:t>
                      </a:r>
                      <a:endParaRPr lang="id-ID" sz="750" b="0" i="0">
                        <a:solidFill>
                          <a:srgbClr val="1A1A1A"/>
                        </a:solidFill>
                        <a:latin typeface="Neue Haas Grotesk Text Pro"/>
                      </a:endParaRPr>
                    </a:p>
                  </a:txBody>
                  <a:tcPr marL="36576" marT="54864" marB="54864">
                    <a:lnL w="0">
                      <a:noFill/>
                    </a:lnL>
                    <a:lnR w="0">
                      <a:noFill/>
                    </a:lnR>
                    <a:lnT w="6350" cap="flat" cmpd="sng" algn="ctr">
                      <a:solidFill>
                        <a:srgbClr val="CFCFCF"/>
                      </a:solidFill>
                      <a:prstDash val="solid"/>
                      <a:round/>
                      <a:headEnd type="none" w="med" len="med"/>
                      <a:tailEnd type="none" w="med" len="med"/>
                    </a:lnT>
                    <a:lnB w="6350">
                      <a:solidFill>
                        <a:srgbClr val="CFCFCF"/>
                      </a:solidFill>
                    </a:lnB>
                    <a:noFill/>
                  </a:tcPr>
                </a:tc>
                <a:tc>
                  <a:txBody>
                    <a:bodyPr/>
                    <a:lstStyle/>
                    <a:p>
                      <a:pPr algn="l">
                        <a:spcAft>
                          <a:spcPts val="0"/>
                        </a:spcAft>
                      </a:pPr>
                      <a:r>
                        <a:rPr lang="id-ID" sz="1300" b="0" i="0">
                          <a:solidFill>
                            <a:srgbClr val="600000"/>
                          </a:solidFill>
                          <a:latin typeface="Georgia"/>
                        </a:rPr>
                        <a:t>-</a:t>
                      </a: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4"/>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5"/>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06"/>
                  </a:ext>
                </a:extLst>
              </a:tr>
              <a:tr h="374904">
                <a:tc rowSpan="3">
                  <a:txBody>
                    <a:bodyPr/>
                    <a:lstStyle/>
                    <a:p>
                      <a:pPr algn="l">
                        <a:spcAft>
                          <a:spcPts val="0"/>
                        </a:spcAft>
                      </a:pPr>
                      <a:r>
                        <a:rPr sz="950" b="1">
                          <a:solidFill>
                            <a:srgbClr val="262626"/>
                          </a:solidFill>
                          <a:latin typeface="Neue Haas Grotesk Text Pro"/>
                        </a:rPr>
                        <a:t>Risiko Keuangan</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Financial Risk</a:t>
                      </a:r>
                      <a:endParaRPr lang="id-ID" sz="750" b="0" i="0">
                        <a:solidFill>
                          <a:srgbClr val="1A1A1A"/>
                        </a:solidFill>
                        <a:latin typeface="Neue Haas Grotesk Text Pro"/>
                      </a:endParaRPr>
                    </a:p>
                  </a:txBody>
                  <a:tcPr marL="36576" marT="54864" marB="54864">
                    <a:lnL w="0">
                      <a:noFill/>
                    </a:lnL>
                    <a:lnR w="0">
                      <a:noFill/>
                    </a:lnR>
                    <a:lnT w="6350" cap="flat" cmpd="sng" algn="ctr">
                      <a:solidFill>
                        <a:srgbClr val="CFCFCF"/>
                      </a:solidFill>
                      <a:prstDash val="solid"/>
                      <a:round/>
                      <a:headEnd type="none" w="med" len="med"/>
                      <a:tailEnd type="none" w="med" len="med"/>
                    </a:lnT>
                    <a:lnB w="6350">
                      <a:solidFill>
                        <a:srgbClr val="CFCFCF"/>
                      </a:solidFill>
                    </a:lnB>
                    <a:noFill/>
                  </a:tcPr>
                </a:tc>
                <a:tc>
                  <a:txBody>
                    <a:bodyPr/>
                    <a:lstStyle/>
                    <a:p>
                      <a:pPr algn="l">
                        <a:spcAft>
                          <a:spcPts val="0"/>
                        </a:spcAft>
                      </a:pPr>
                      <a:r>
                        <a:rPr lang="id-ID" sz="1300" b="0" i="0">
                          <a:solidFill>
                            <a:srgbClr val="600000"/>
                          </a:solidFill>
                          <a:latin typeface="Georgia"/>
                        </a:rPr>
                        <a:t>1</a:t>
                      </a: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lvl="0" algn="l">
                        <a:spcAft>
                          <a:spcPts val="0"/>
                        </a:spcAft>
                        <a:buNone/>
                      </a:pPr>
                      <a:r>
                        <a:rPr lang="id-ID" sz="1100" b="0" i="0" u="none" strike="noStrike" noProof="0">
                          <a:solidFill>
                            <a:srgbClr val="242424"/>
                          </a:solidFill>
                          <a:highlight>
                            <a:srgbClr val="FFFFFF"/>
                          </a:highlight>
                          <a:latin typeface="Aptos Narrow"/>
                        </a:rPr>
                        <a:t>Kegagalan Memperoleh Pendanaan Sesuai Rencana</a:t>
                      </a:r>
                      <a:endParaRPr lang="en-US"/>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r>
                        <a:rPr lang="id-ID" sz="850" b="1" i="0">
                          <a:solidFill>
                            <a:srgbClr val="262626"/>
                          </a:solidFill>
                          <a:latin typeface="Neue Haas Grotesk Text Pro"/>
                        </a:rPr>
                        <a:t>Tinggi</a:t>
                      </a: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7"/>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8"/>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09"/>
                  </a:ext>
                </a:extLst>
              </a:tr>
              <a:tr h="374904">
                <a:tc rowSpan="3">
                  <a:txBody>
                    <a:bodyPr/>
                    <a:lstStyle/>
                    <a:p>
                      <a:pPr algn="l">
                        <a:spcAft>
                          <a:spcPts val="0"/>
                        </a:spcAft>
                      </a:pPr>
                      <a:r>
                        <a:rPr sz="950" b="1">
                          <a:solidFill>
                            <a:srgbClr val="262626"/>
                          </a:solidFill>
                          <a:latin typeface="Neue Haas Grotesk Text Pro"/>
                        </a:rPr>
                        <a:t>Risiko Kredit</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Credit/Counterparty Credit Risk</a:t>
                      </a:r>
                      <a:endParaRPr lang="id-ID" sz="750" b="0" i="0">
                        <a:solidFill>
                          <a:srgbClr val="1A1A1A"/>
                        </a:solidFill>
                        <a:latin typeface="Neue Haas Grotesk Text Pro"/>
                      </a:endParaRPr>
                    </a:p>
                  </a:txBody>
                  <a:tcPr marL="36576" marT="54864" marB="54864">
                    <a:lnL w="0">
                      <a:noFill/>
                    </a:lnL>
                    <a:lnR w="0">
                      <a:noFill/>
                    </a:lnR>
                    <a:lnT w="6350" cap="flat" cmpd="sng" algn="ctr">
                      <a:solidFill>
                        <a:srgbClr val="CFCFC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10"/>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11"/>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dirty="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7.3 </a:t>
            </a:r>
            <a:r>
              <a:rPr sz="2400" i="1" dirty="0"/>
              <a:t>Top Risk</a:t>
            </a:r>
            <a:r>
              <a:rPr lang="en-US" sz="2400" i="1" dirty="0"/>
              <a:t> (</a:t>
            </a:r>
            <a:r>
              <a:rPr lang="en-US" sz="2400" i="1" dirty="0" err="1"/>
              <a:t>diisi</a:t>
            </a:r>
            <a:r>
              <a:rPr lang="en-US" sz="2400" i="1" dirty="0"/>
              <a:t> nama </a:t>
            </a:r>
            <a:r>
              <a:rPr lang="en-US" sz="2400" i="1" dirty="0" err="1"/>
              <a:t>entitas</a:t>
            </a:r>
            <a:r>
              <a:rPr lang="en-US" sz="2400" i="1" dirty="0"/>
              <a:t>)</a:t>
            </a:r>
            <a:endParaRPr sz="2400" i="1" dirty="0"/>
          </a:p>
        </p:txBody>
      </p:sp>
      <p:sp>
        <p:nvSpPr>
          <p:cNvPr id="3" name="Text Placeholder 2"/>
          <p:cNvSpPr>
            <a:spLocks noGrp="1"/>
          </p:cNvSpPr>
          <p:nvPr>
            <p:ph type="body" idx="2"/>
          </p:nvPr>
        </p:nvSpPr>
        <p:spPr/>
        <p:txBody>
          <a:bodyPr/>
          <a:lstStyle/>
          <a:p>
            <a:r>
              <a:rPr sz="1200">
                <a:latin typeface="Neue Haas Grotesk Text Pro"/>
              </a:rPr>
              <a:t>(2/2) Risiko Investasi dan Proyek, Operasional, Reputasi, serta Peraturan, Hukum dan Kepatuhan</a:t>
            </a:r>
          </a:p>
        </p:txBody>
      </p:sp>
      <p:graphicFrame>
        <p:nvGraphicFramePr>
          <p:cNvPr id="4" name="Tabel Top Risk per taksonomi (sisip baris di dalam kelompok)"/>
          <p:cNvGraphicFramePr>
            <a:graphicFrameLocks noGrp="1"/>
          </p:cNvGraphicFramePr>
          <p:nvPr/>
        </p:nvGraphicFramePr>
        <p:xfrm>
          <a:off x="310896" y="1207008"/>
          <a:ext cx="11558016" cy="4773168"/>
        </p:xfrm>
        <a:graphic>
          <a:graphicData uri="http://schemas.openxmlformats.org/drawingml/2006/table">
            <a:tbl>
              <a:tblPr>
                <a:tableStyleId>{2D5ABB26-0587-4C30-8999-92F81FD0307C}</a:tableStyleId>
              </a:tblPr>
              <a:tblGrid>
                <a:gridCol w="23317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3145536">
                  <a:extLst>
                    <a:ext uri="{9D8B030D-6E8A-4147-A177-3AD203B41FA5}">
                      <a16:colId xmlns:a16="http://schemas.microsoft.com/office/drawing/2014/main" val="20004"/>
                    </a:ext>
                  </a:extLst>
                </a:gridCol>
              </a:tblGrid>
              <a:tr h="274320">
                <a:tc>
                  <a:txBody>
                    <a:bodyPr/>
                    <a:lstStyle/>
                    <a:p>
                      <a:pPr algn="l">
                        <a:spcAft>
                          <a:spcPts val="0"/>
                        </a:spcAft>
                      </a:pPr>
                      <a:r>
                        <a:rPr sz="750" b="1">
                          <a:solidFill>
                            <a:srgbClr val="707070"/>
                          </a:solidFill>
                          <a:latin typeface="Neue Haas Grotesk Text Pro"/>
                        </a:rPr>
                        <a:t>TAKSONOMI RISIKO</a:t>
                      </a:r>
                      <a:endParaRPr lang="id-ID" sz="750" b="0" i="0">
                        <a:solidFill>
                          <a:srgbClr val="1A1A1A"/>
                        </a:solidFill>
                        <a:latin typeface="Neue Haas Grotesk Text Pro"/>
                      </a:endParaRPr>
                    </a:p>
                  </a:txBody>
                  <a:tcPr marL="36576"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NO</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RISK EVENT</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KATEGORI DAMPAK</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tc>
                  <a:txBody>
                    <a:bodyPr/>
                    <a:lstStyle/>
                    <a:p>
                      <a:pPr algn="l">
                        <a:spcAft>
                          <a:spcPts val="0"/>
                        </a:spcAft>
                      </a:pPr>
                      <a:r>
                        <a:rPr sz="750" b="1">
                          <a:solidFill>
                            <a:srgbClr val="707070"/>
                          </a:solidFill>
                          <a:latin typeface="Neue Haas Grotesk Text Pro"/>
                        </a:rPr>
                        <a:t>RENCANA MITIGASI</a:t>
                      </a:r>
                      <a:endParaRPr lang="id-ID" sz="750" b="0" i="0">
                        <a:solidFill>
                          <a:srgbClr val="1A1A1A"/>
                        </a:solidFill>
                        <a:latin typeface="Neue Haas Grotesk Text Pro"/>
                      </a:endParaRPr>
                    </a:p>
                  </a:txBody>
                  <a:tcPr marL="73152" anchor="b">
                    <a:lnL w="0">
                      <a:noFill/>
                    </a:lnL>
                    <a:lnR w="0">
                      <a:noFill/>
                    </a:lnR>
                    <a:lnT w="0">
                      <a:noFill/>
                    </a:lnT>
                    <a:lnB w="12700">
                      <a:solidFill>
                        <a:srgbClr val="600000"/>
                      </a:solidFill>
                    </a:lnB>
                    <a:noFill/>
                  </a:tcPr>
                </a:tc>
                <a:extLst>
                  <a:ext uri="{0D108BD9-81ED-4DB2-BD59-A6C34878D82A}">
                    <a16:rowId xmlns:a16="http://schemas.microsoft.com/office/drawing/2014/main" val="10000"/>
                  </a:ext>
                </a:extLst>
              </a:tr>
              <a:tr h="374904">
                <a:tc rowSpan="3">
                  <a:txBody>
                    <a:bodyPr/>
                    <a:lstStyle/>
                    <a:p>
                      <a:pPr algn="l">
                        <a:spcAft>
                          <a:spcPts val="0"/>
                        </a:spcAft>
                      </a:pPr>
                      <a:r>
                        <a:rPr sz="950" b="1">
                          <a:solidFill>
                            <a:srgbClr val="262626"/>
                          </a:solidFill>
                          <a:latin typeface="Neue Haas Grotesk Text Pro"/>
                        </a:rPr>
                        <a:t>Risiko Investasi dan Proyek</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Investment and Project Risk</a:t>
                      </a:r>
                      <a:endParaRPr lang="id-ID" sz="750" b="0" i="0">
                        <a:solidFill>
                          <a:srgbClr val="1A1A1A"/>
                        </a:solidFill>
                        <a:latin typeface="Neue Haas Grotesk Text Pro"/>
                      </a:endParaRPr>
                    </a:p>
                  </a:txBody>
                  <a:tcPr marL="36576" marT="54864" marB="54864">
                    <a:lnL w="0">
                      <a:noFill/>
                    </a:lnL>
                    <a:lnR w="0">
                      <a:noFill/>
                    </a:lnR>
                    <a:lnT w="12700" cap="flat" cmpd="sng" algn="ctr">
                      <a:solidFill>
                        <a:srgbClr val="600000"/>
                      </a:solidFill>
                      <a:prstDash val="solid"/>
                      <a:round/>
                      <a:headEnd type="none" w="med" len="med"/>
                      <a:tailEnd type="none" w="med" len="med"/>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12700" cap="flat" cmpd="sng" algn="ctr">
                      <a:solidFill>
                        <a:srgbClr val="600000"/>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1"/>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2"/>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03"/>
                  </a:ext>
                </a:extLst>
              </a:tr>
              <a:tr h="374904">
                <a:tc rowSpan="3">
                  <a:txBody>
                    <a:bodyPr/>
                    <a:lstStyle/>
                    <a:p>
                      <a:pPr algn="l">
                        <a:spcAft>
                          <a:spcPts val="0"/>
                        </a:spcAft>
                      </a:pPr>
                      <a:r>
                        <a:rPr sz="950" b="1">
                          <a:solidFill>
                            <a:srgbClr val="262626"/>
                          </a:solidFill>
                          <a:latin typeface="Neue Haas Grotesk Text Pro"/>
                        </a:rPr>
                        <a:t>Risiko Operasional</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Operational Risk</a:t>
                      </a:r>
                      <a:endParaRPr lang="id-ID" sz="750" b="0" i="0">
                        <a:solidFill>
                          <a:srgbClr val="1A1A1A"/>
                        </a:solidFill>
                        <a:latin typeface="Neue Haas Grotesk Text Pro"/>
                      </a:endParaRPr>
                    </a:p>
                  </a:txBody>
                  <a:tcPr marL="36576" marT="54864" marB="54864">
                    <a:lnL w="0">
                      <a:noFill/>
                    </a:lnL>
                    <a:lnR w="0">
                      <a:noFill/>
                    </a:lnR>
                    <a:lnT w="6350" cap="flat" cmpd="sng" algn="ctr">
                      <a:solidFill>
                        <a:srgbClr val="CFCFC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4"/>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5"/>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06"/>
                  </a:ext>
                </a:extLst>
              </a:tr>
              <a:tr h="374904">
                <a:tc rowSpan="3">
                  <a:txBody>
                    <a:bodyPr/>
                    <a:lstStyle/>
                    <a:p>
                      <a:pPr algn="l">
                        <a:spcAft>
                          <a:spcPts val="0"/>
                        </a:spcAft>
                      </a:pPr>
                      <a:r>
                        <a:rPr sz="950" b="1">
                          <a:solidFill>
                            <a:srgbClr val="262626"/>
                          </a:solidFill>
                          <a:latin typeface="Neue Haas Grotesk Text Pro"/>
                        </a:rPr>
                        <a:t>Risiko Reputasi</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Reputational Risk</a:t>
                      </a:r>
                      <a:endParaRPr lang="id-ID" sz="750" b="0" i="0">
                        <a:solidFill>
                          <a:srgbClr val="1A1A1A"/>
                        </a:solidFill>
                        <a:latin typeface="Neue Haas Grotesk Text Pro"/>
                      </a:endParaRPr>
                    </a:p>
                  </a:txBody>
                  <a:tcPr marL="36576" marT="54864" marB="54864">
                    <a:lnL w="0">
                      <a:noFill/>
                    </a:lnL>
                    <a:lnR w="0">
                      <a:noFill/>
                    </a:lnR>
                    <a:lnT w="6350" cap="flat" cmpd="sng" algn="ctr">
                      <a:solidFill>
                        <a:srgbClr val="CFCFC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7"/>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08"/>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09"/>
                  </a:ext>
                </a:extLst>
              </a:tr>
              <a:tr h="374904">
                <a:tc rowSpan="3">
                  <a:txBody>
                    <a:bodyPr/>
                    <a:lstStyle/>
                    <a:p>
                      <a:pPr algn="l">
                        <a:spcAft>
                          <a:spcPts val="0"/>
                        </a:spcAft>
                      </a:pPr>
                      <a:r>
                        <a:rPr sz="950" b="1">
                          <a:solidFill>
                            <a:srgbClr val="262626"/>
                          </a:solidFill>
                          <a:latin typeface="Neue Haas Grotesk Text Pro"/>
                        </a:rPr>
                        <a:t>Risiko Peraturan, Hukum dan Kepatuhan</a:t>
                      </a:r>
                      <a:endParaRPr lang="id-ID" sz="950" b="0" i="0">
                        <a:solidFill>
                          <a:srgbClr val="1A1A1A"/>
                        </a:solidFill>
                        <a:latin typeface="Neue Haas Grotesk Text Pro"/>
                      </a:endParaRPr>
                    </a:p>
                    <a:p>
                      <a:pPr algn="l">
                        <a:spcAft>
                          <a:spcPts val="0"/>
                        </a:spcAft>
                      </a:pPr>
                      <a:r>
                        <a:rPr sz="750" b="0">
                          <a:solidFill>
                            <a:srgbClr val="707070"/>
                          </a:solidFill>
                          <a:latin typeface="Neue Haas Grotesk Text Pro"/>
                        </a:rPr>
                        <a:t>Regulatory, Legal and Compliance Risk</a:t>
                      </a:r>
                      <a:endParaRPr lang="id-ID" sz="750" b="0" i="0">
                        <a:solidFill>
                          <a:srgbClr val="1A1A1A"/>
                        </a:solidFill>
                        <a:latin typeface="Neue Haas Grotesk Text Pro"/>
                      </a:endParaRPr>
                    </a:p>
                  </a:txBody>
                  <a:tcPr marL="36576" marT="54864" marB="54864">
                    <a:lnL w="0">
                      <a:noFill/>
                    </a:lnL>
                    <a:lnR w="0">
                      <a:noFill/>
                    </a:lnR>
                    <a:lnT w="6350" cap="flat" cmpd="sng" algn="ctr">
                      <a:solidFill>
                        <a:srgbClr val="CFCFC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CFCFC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10"/>
                  </a:ext>
                </a:extLst>
              </a:tr>
              <a:tr h="374904">
                <a:tc vMerge="1">
                  <a:txBody>
                    <a:bodyPr/>
                    <a:lstStyle/>
                    <a:p>
                      <a:endParaRPr/>
                    </a:p>
                  </a:txBody>
                  <a:tcPr marL="36576" marT="54864" marB="54864">
                    <a:lnL w="0">
                      <a:noFill/>
                    </a:lnL>
                    <a:lnR w="0">
                      <a:noFill/>
                    </a:lnR>
                    <a:lnT w="0">
                      <a:noFill/>
                    </a:lnT>
                    <a:lnB w="6350">
                      <a:solidFill>
                        <a:srgbClr val="EFEFE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EFEFEF"/>
                      </a:solidFill>
                    </a:lnB>
                    <a:noFill/>
                  </a:tcPr>
                </a:tc>
                <a:extLst>
                  <a:ext uri="{0D108BD9-81ED-4DB2-BD59-A6C34878D82A}">
                    <a16:rowId xmlns:a16="http://schemas.microsoft.com/office/drawing/2014/main" val="10011"/>
                  </a:ext>
                </a:extLst>
              </a:tr>
              <a:tr h="374904">
                <a:tc vMerge="1">
                  <a:txBody>
                    <a:bodyPr/>
                    <a:lstStyle/>
                    <a:p>
                      <a:endParaRPr/>
                    </a:p>
                  </a:txBody>
                  <a:tcPr marL="36576" marT="54864" marB="54864">
                    <a:lnL w="0">
                      <a:noFill/>
                    </a:lnL>
                    <a:lnR w="0">
                      <a:noFill/>
                    </a:lnR>
                    <a:lnT w="0">
                      <a:noFill/>
                    </a:lnT>
                    <a:lnB w="6350">
                      <a:solidFill>
                        <a:srgbClr val="CFCFCF"/>
                      </a:solidFill>
                    </a:lnB>
                    <a:noFill/>
                  </a:tcPr>
                </a:tc>
                <a:tc>
                  <a:txBody>
                    <a:bodyPr/>
                    <a:lstStyle/>
                    <a:p>
                      <a:pPr algn="l">
                        <a:spcAft>
                          <a:spcPts val="0"/>
                        </a:spcAft>
                      </a:pPr>
                      <a:endParaRPr lang="id-ID" sz="1300" b="0" i="0">
                        <a:solidFill>
                          <a:srgbClr val="600000"/>
                        </a:solidFill>
                        <a:latin typeface="Georgia"/>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9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1" i="0">
                        <a:solidFill>
                          <a:srgbClr val="262626"/>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tc>
                  <a:txBody>
                    <a:bodyPr/>
                    <a:lstStyle/>
                    <a:p>
                      <a:pPr algn="l">
                        <a:spcAft>
                          <a:spcPts val="0"/>
                        </a:spcAft>
                      </a:pPr>
                      <a:endParaRPr lang="id-ID" sz="850" b="0" i="0">
                        <a:solidFill>
                          <a:srgbClr val="595959"/>
                        </a:solidFill>
                        <a:latin typeface="Neue Haas Grotesk Text Pro"/>
                      </a:endParaRPr>
                    </a:p>
                  </a:txBody>
                  <a:tcPr marL="73152" marT="32004" marB="32004" anchor="ctr">
                    <a:lnL w="0">
                      <a:noFill/>
                    </a:lnL>
                    <a:lnR w="0">
                      <a:noFill/>
                    </a:lnR>
                    <a:lnT w="6350" cap="flat" cmpd="sng" algn="ctr">
                      <a:solidFill>
                        <a:srgbClr val="EFEFEF"/>
                      </a:solidFill>
                      <a:prstDash val="solid"/>
                      <a:round/>
                      <a:headEnd type="none" w="med" len="med"/>
                      <a:tailEnd type="none" w="med" len="med"/>
                    </a:lnT>
                    <a:lnB w="6350">
                      <a:solidFill>
                        <a:srgbClr val="CFCFCF"/>
                      </a:solidFill>
                    </a:lnB>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A2C19-E3D8-5D92-F524-C6D72F98D9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F945210-230E-67B4-2560-BB9ED6C7C048}"/>
              </a:ext>
            </a:extLst>
          </p:cNvPr>
          <p:cNvSpPr>
            <a:spLocks noGrp="1"/>
          </p:cNvSpPr>
          <p:nvPr>
            <p:ph type="body" idx="1"/>
          </p:nvPr>
        </p:nvSpPr>
        <p:spPr/>
        <p:txBody>
          <a:bodyPr/>
          <a:lstStyle/>
          <a:p>
            <a:r>
              <a:rPr sz="2400"/>
              <a:t>7.4 Program </a:t>
            </a:r>
            <a:r>
              <a:rPr sz="2400" err="1"/>
              <a:t>atau</a:t>
            </a:r>
            <a:r>
              <a:rPr sz="2400"/>
              <a:t> </a:t>
            </a:r>
            <a:r>
              <a:rPr sz="2400" err="1"/>
              <a:t>Inisiatif</a:t>
            </a:r>
            <a:r>
              <a:rPr sz="2400"/>
              <a:t> </a:t>
            </a:r>
            <a:r>
              <a:rPr sz="2400" err="1"/>
              <a:t>Strategis</a:t>
            </a:r>
            <a:r>
              <a:rPr sz="2400"/>
              <a:t> GRCS</a:t>
            </a:r>
            <a:r>
              <a:rPr lang="en-US" sz="2400"/>
              <a:t> </a:t>
            </a:r>
            <a:r>
              <a:rPr lang="en-US" sz="2400" i="1">
                <a:solidFill>
                  <a:schemeClr val="tx1"/>
                </a:solidFill>
              </a:rPr>
              <a:t>(</a:t>
            </a:r>
            <a:r>
              <a:rPr lang="en-US" sz="2000" i="1">
                <a:solidFill>
                  <a:schemeClr val="tx1"/>
                </a:solidFill>
              </a:rPr>
              <a:t>Risk Management</a:t>
            </a:r>
            <a:r>
              <a:rPr lang="en-US" sz="2400" i="1">
                <a:solidFill>
                  <a:schemeClr val="tx1"/>
                </a:solidFill>
              </a:rPr>
              <a:t>)</a:t>
            </a:r>
            <a:endParaRPr sz="2400" i="1">
              <a:solidFill>
                <a:schemeClr val="tx1"/>
              </a:solidFill>
            </a:endParaRPr>
          </a:p>
        </p:txBody>
      </p:sp>
      <p:sp>
        <p:nvSpPr>
          <p:cNvPr id="3" name="Text Placeholder 2">
            <a:extLst>
              <a:ext uri="{FF2B5EF4-FFF2-40B4-BE49-F238E27FC236}">
                <a16:creationId xmlns:a16="http://schemas.microsoft.com/office/drawing/2014/main" id="{A3D59F78-A5B2-834F-F00B-768C24D9E88E}"/>
              </a:ext>
            </a:extLst>
          </p:cNvPr>
          <p:cNvSpPr>
            <a:spLocks noGrp="1"/>
          </p:cNvSpPr>
          <p:nvPr>
            <p:ph type="body" idx="2"/>
          </p:nvPr>
        </p:nvSpPr>
        <p:spPr/>
        <p:txBody>
          <a:bodyPr/>
          <a:lstStyle/>
          <a:p>
            <a:pPr marL="266700" indent="-266700">
              <a:buFont typeface="+mj-lt"/>
              <a:buAutoNum type="arabicPeriod"/>
            </a:pPr>
            <a:r>
              <a:rPr lang="en-US" dirty="0" err="1">
                <a:latin typeface="Trebuchet MS" panose="020B0603020202020204" pitchFamily="34" charset="0"/>
              </a:rPr>
              <a:t>Pengembangan</a:t>
            </a:r>
            <a:r>
              <a:rPr lang="en-US" dirty="0">
                <a:latin typeface="Trebuchet MS" panose="020B0603020202020204" pitchFamily="34" charset="0"/>
              </a:rPr>
              <a:t> </a:t>
            </a:r>
            <a:r>
              <a:rPr lang="en-US" dirty="0" err="1">
                <a:latin typeface="Trebuchet MS" panose="020B0603020202020204" pitchFamily="34" charset="0"/>
              </a:rPr>
              <a:t>Pemodelan</a:t>
            </a:r>
            <a:r>
              <a:rPr lang="en-US" dirty="0">
                <a:latin typeface="Trebuchet MS" panose="020B0603020202020204" pitchFamily="34" charset="0"/>
              </a:rPr>
              <a:t> Risiko </a:t>
            </a:r>
            <a:r>
              <a:rPr lang="en-US" dirty="0" err="1">
                <a:latin typeface="Trebuchet MS" panose="020B0603020202020204" pitchFamily="34" charset="0"/>
              </a:rPr>
              <a:t>Berbasis</a:t>
            </a:r>
            <a:r>
              <a:rPr lang="en-US" dirty="0">
                <a:latin typeface="Trebuchet MS" panose="020B0603020202020204" pitchFamily="34" charset="0"/>
              </a:rPr>
              <a:t> </a:t>
            </a:r>
            <a:r>
              <a:rPr lang="en-US" dirty="0" err="1">
                <a:latin typeface="Trebuchet MS" panose="020B0603020202020204" pitchFamily="34" charset="0"/>
              </a:rPr>
              <a:t>Statistik</a:t>
            </a:r>
            <a:endParaRPr dirty="0">
              <a:latin typeface="Trebuchet MS" panose="020B0603020202020204" pitchFamily="34" charset="0"/>
            </a:endParaRPr>
          </a:p>
        </p:txBody>
      </p:sp>
      <p:graphicFrame>
        <p:nvGraphicFramePr>
          <p:cNvPr id="7" name="Table 6">
            <a:extLst>
              <a:ext uri="{FF2B5EF4-FFF2-40B4-BE49-F238E27FC236}">
                <a16:creationId xmlns:a16="http://schemas.microsoft.com/office/drawing/2014/main" id="{C4EB1075-EB52-20EA-E473-D9921489B3A3}"/>
              </a:ext>
            </a:extLst>
          </p:cNvPr>
          <p:cNvGraphicFramePr>
            <a:graphicFrameLocks noGrp="1"/>
          </p:cNvGraphicFramePr>
          <p:nvPr>
            <p:extLst>
              <p:ext uri="{D42A27DB-BD31-4B8C-83A1-F6EECF244321}">
                <p14:modId xmlns:p14="http://schemas.microsoft.com/office/powerpoint/2010/main" val="889968921"/>
              </p:ext>
            </p:extLst>
          </p:nvPr>
        </p:nvGraphicFramePr>
        <p:xfrm>
          <a:off x="319174" y="1239624"/>
          <a:ext cx="11553652" cy="4163862"/>
        </p:xfrm>
        <a:graphic>
          <a:graphicData uri="http://schemas.openxmlformats.org/drawingml/2006/table">
            <a:tbl>
              <a:tblPr firstRow="1" bandRow="1"/>
              <a:tblGrid>
                <a:gridCol w="3999342">
                  <a:extLst>
                    <a:ext uri="{9D8B030D-6E8A-4147-A177-3AD203B41FA5}">
                      <a16:colId xmlns:a16="http://schemas.microsoft.com/office/drawing/2014/main" val="20000"/>
                    </a:ext>
                  </a:extLst>
                </a:gridCol>
                <a:gridCol w="3554970">
                  <a:extLst>
                    <a:ext uri="{9D8B030D-6E8A-4147-A177-3AD203B41FA5}">
                      <a16:colId xmlns:a16="http://schemas.microsoft.com/office/drawing/2014/main" val="20001"/>
                    </a:ext>
                  </a:extLst>
                </a:gridCol>
                <a:gridCol w="1999670">
                  <a:extLst>
                    <a:ext uri="{9D8B030D-6E8A-4147-A177-3AD203B41FA5}">
                      <a16:colId xmlns:a16="http://schemas.microsoft.com/office/drawing/2014/main" val="20002"/>
                    </a:ext>
                  </a:extLst>
                </a:gridCol>
                <a:gridCol w="1999670">
                  <a:extLst>
                    <a:ext uri="{9D8B030D-6E8A-4147-A177-3AD203B41FA5}">
                      <a16:colId xmlns:a16="http://schemas.microsoft.com/office/drawing/2014/main" val="20003"/>
                    </a:ext>
                  </a:extLst>
                </a:gridCol>
              </a:tblGrid>
              <a:tr h="240146">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algn="ctr"/>
                      <a:r>
                        <a:rPr lang="en-US" sz="1000" b="1" err="1">
                          <a:solidFill>
                            <a:srgbClr val="FFFFFF"/>
                          </a:solidFill>
                          <a:latin typeface="Trebuchet MS" panose="020B0603020202020204" pitchFamily="34" charset="0"/>
                          <a:cs typeface="Arial"/>
                        </a:rPr>
                        <a:t>Inisiatif</a:t>
                      </a:r>
                      <a:r>
                        <a:rPr lang="en-US" sz="1000" b="1">
                          <a:solidFill>
                            <a:srgbClr val="FFFFFF"/>
                          </a:solidFill>
                          <a:latin typeface="Trebuchet MS" panose="020B0603020202020204" pitchFamily="34" charset="0"/>
                          <a:cs typeface="Arial"/>
                        </a:rPr>
                        <a:t> Strategi RJPP</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latin typeface="Trebuchet MS" panose="020B0603020202020204" pitchFamily="34" charset="0"/>
                          <a:cs typeface="Arial"/>
                        </a:rPr>
                        <a:t>Objective Scorecard</a:t>
                      </a:r>
                    </a:p>
                  </a:txBody>
                  <a:tcPr marL="36000" marR="36000" marT="36000" marB="36000" anchor="ctr">
                    <a:lnL w="6350" cap="flat" cmpd="sng" algn="ctr">
                      <a:solidFill>
                        <a:sysClr val="window" lastClr="FFFFFF"/>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latin typeface="Trebuchet MS" panose="020B0603020202020204" pitchFamily="34" charset="0"/>
                          <a:cs typeface="Arial"/>
                        </a:rPr>
                        <a:t>Program </a:t>
                      </a:r>
                      <a:r>
                        <a:rPr lang="en-US" sz="1000" b="1" err="1">
                          <a:solidFill>
                            <a:srgbClr val="FFFFFF"/>
                          </a:solidFill>
                          <a:latin typeface="Trebuchet MS" panose="020B0603020202020204" pitchFamily="34" charset="0"/>
                          <a:cs typeface="Arial"/>
                        </a:rPr>
                        <a:t>Kerja</a:t>
                      </a:r>
                      <a:endParaRPr lang="en-US" sz="1000" b="1">
                        <a:solidFill>
                          <a:srgbClr val="FFFFFF"/>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pPr algn="ctr"/>
                      <a:endParaRPr lang="en-US" sz="800" b="1">
                        <a:solidFill>
                          <a:srgbClr val="FFFFFF"/>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2352634308"/>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b="0" i="0" dirty="0" err="1">
                          <a:solidFill>
                            <a:schemeClr val="tx1"/>
                          </a:solidFill>
                          <a:latin typeface="Trebuchet MS" panose="020B0603020202020204" pitchFamily="34" charset="0"/>
                          <a:cs typeface="Arial"/>
                        </a:rPr>
                        <a:t>Penguatan</a:t>
                      </a:r>
                      <a:r>
                        <a:rPr lang="fr-FR" sz="1000" b="0" i="0" dirty="0">
                          <a:solidFill>
                            <a:schemeClr val="tx1"/>
                          </a:solidFill>
                          <a:latin typeface="Trebuchet MS" panose="020B0603020202020204" pitchFamily="34" charset="0"/>
                          <a:cs typeface="Arial"/>
                        </a:rPr>
                        <a:t> </a:t>
                      </a:r>
                      <a:r>
                        <a:rPr lang="fr-FR" sz="1000" b="0" i="0" dirty="0" err="1">
                          <a:solidFill>
                            <a:schemeClr val="tx1"/>
                          </a:solidFill>
                          <a:latin typeface="Trebuchet MS" panose="020B0603020202020204" pitchFamily="34" charset="0"/>
                          <a:cs typeface="Arial"/>
                        </a:rPr>
                        <a:t>Implementasi</a:t>
                      </a:r>
                      <a:r>
                        <a:rPr lang="fr-FR" sz="1000" b="0" i="0" dirty="0">
                          <a:solidFill>
                            <a:schemeClr val="tx1"/>
                          </a:solidFill>
                          <a:latin typeface="Trebuchet MS" panose="020B0603020202020204" pitchFamily="34" charset="0"/>
                          <a:cs typeface="Arial"/>
                        </a:rPr>
                        <a:t> </a:t>
                      </a:r>
                      <a:r>
                        <a:rPr lang="fr-FR" sz="1000" b="0" i="1" dirty="0">
                          <a:solidFill>
                            <a:schemeClr val="tx1"/>
                          </a:solidFill>
                          <a:latin typeface="Trebuchet MS" panose="020B0603020202020204" pitchFamily="34" charset="0"/>
                          <a:cs typeface="Arial"/>
                        </a:rPr>
                        <a:t>Enterprise Risk Management</a:t>
                      </a:r>
                      <a:endParaRPr lang="en-US" sz="1000" b="0" i="1" dirty="0">
                        <a:solidFill>
                          <a:schemeClr val="tx1"/>
                        </a:solidFill>
                        <a:latin typeface="Trebuchet MS" panose="020B0603020202020204" pitchFamily="34" charset="0"/>
                        <a:cs typeface="Aria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a:solidFill>
                            <a:schemeClr val="tx1"/>
                          </a:solidFill>
                          <a:latin typeface="Trebuchet MS" panose="020B0603020202020204" pitchFamily="34" charset="0"/>
                          <a:cs typeface="Arial"/>
                        </a:rPr>
                        <a:t>(Go Secure)</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000" b="0" i="0">
                          <a:solidFill>
                            <a:schemeClr val="tx1"/>
                          </a:solidFill>
                          <a:latin typeface="Trebuchet MS" panose="020B0603020202020204" pitchFamily="34" charset="0"/>
                          <a:cs typeface="Arial"/>
                        </a:rPr>
                        <a:t>Ketersediaan Model Risiko atas Taksonomi Risiko DAM</a:t>
                      </a:r>
                      <a:endParaRPr lang="en-US" sz="1000" b="0" i="0">
                        <a:solidFill>
                          <a:schemeClr val="tx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err="1">
                          <a:solidFill>
                            <a:schemeClr val="tx1"/>
                          </a:solidFill>
                          <a:latin typeface="Trebuchet MS" panose="020B0603020202020204" pitchFamily="34" charset="0"/>
                          <a:cs typeface="Arial"/>
                        </a:rPr>
                        <a:t>Pengembangan</a:t>
                      </a:r>
                      <a:r>
                        <a:rPr lang="en-US" sz="1000" b="0" i="0">
                          <a:solidFill>
                            <a:schemeClr val="tx1"/>
                          </a:solidFill>
                          <a:latin typeface="Trebuchet MS" panose="020B0603020202020204" pitchFamily="34" charset="0"/>
                          <a:cs typeface="Arial"/>
                        </a:rPr>
                        <a:t> Model Risiko </a:t>
                      </a:r>
                      <a:r>
                        <a:rPr lang="en-US" sz="1000" b="0" i="0" err="1">
                          <a:solidFill>
                            <a:schemeClr val="tx1"/>
                          </a:solidFill>
                          <a:latin typeface="Trebuchet MS" panose="020B0603020202020204" pitchFamily="34" charset="0"/>
                          <a:cs typeface="Arial"/>
                        </a:rPr>
                        <a:t>Berbasis</a:t>
                      </a:r>
                      <a:r>
                        <a:rPr lang="en-US" sz="1000" b="0" i="0">
                          <a:solidFill>
                            <a:schemeClr val="tx1"/>
                          </a:solidFill>
                          <a:latin typeface="Trebuchet MS" panose="020B0603020202020204" pitchFamily="34" charset="0"/>
                          <a:cs typeface="Arial"/>
                        </a:rPr>
                        <a:t> </a:t>
                      </a:r>
                      <a:r>
                        <a:rPr lang="en-US" sz="1000" b="0" i="0" err="1">
                          <a:solidFill>
                            <a:schemeClr val="tx1"/>
                          </a:solidFill>
                          <a:latin typeface="Trebuchet MS" panose="020B0603020202020204" pitchFamily="34" charset="0"/>
                          <a:cs typeface="Arial"/>
                        </a:rPr>
                        <a:t>Statistik</a:t>
                      </a:r>
                      <a:endParaRPr lang="en-US" sz="1000" b="0" i="0">
                        <a:solidFill>
                          <a:schemeClr val="tx1"/>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800" b="1">
                        <a:solidFill>
                          <a:schemeClr val="tx1"/>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340212"/>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a:solidFill>
                            <a:srgbClr val="FFFFFF"/>
                          </a:solidFill>
                          <a:latin typeface="Trebuchet MS" panose="020B0603020202020204" pitchFamily="34" charset="0"/>
                          <a:cs typeface="Arial"/>
                        </a:rPr>
                        <a:t> </a:t>
                      </a:r>
                      <a:r>
                        <a:rPr lang="en-US" sz="1000" b="1" err="1">
                          <a:solidFill>
                            <a:srgbClr val="FFFFFF"/>
                          </a:solidFill>
                          <a:latin typeface="Trebuchet MS" panose="020B0603020202020204" pitchFamily="34" charset="0"/>
                          <a:cs typeface="Arial"/>
                        </a:rPr>
                        <a:t>Pemimpin</a:t>
                      </a:r>
                      <a:r>
                        <a:rPr lang="en-US" sz="1000" b="1">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err="1">
                          <a:solidFill>
                            <a:srgbClr val="FFFFFF"/>
                          </a:solidFill>
                          <a:latin typeface="Trebuchet MS" panose="020B0603020202020204" pitchFamily="34" charset="0"/>
                          <a:cs typeface="Arial"/>
                        </a:rPr>
                        <a:t>Pemilik</a:t>
                      </a:r>
                      <a:r>
                        <a:rPr lang="en-US" sz="1000" b="1">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a:solidFill>
                            <a:srgbClr val="FFFFFF"/>
                          </a:solidFill>
                          <a:latin typeface="Trebuchet MS" panose="020B0603020202020204" pitchFamily="34" charset="0"/>
                          <a:cs typeface="Arial"/>
                        </a:rPr>
                        <a:t>Bulan Mulai</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a:solidFill>
                            <a:srgbClr val="FFFFFF"/>
                          </a:solidFill>
                          <a:latin typeface="Trebuchet MS" panose="020B0603020202020204" pitchFamily="34" charset="0"/>
                          <a:cs typeface="Arial"/>
                        </a:rPr>
                        <a:t>Bulan </a:t>
                      </a:r>
                      <a:r>
                        <a:rPr lang="en-US" sz="1000" b="1" err="1">
                          <a:solidFill>
                            <a:srgbClr val="FFFFFF"/>
                          </a:solidFill>
                          <a:latin typeface="Trebuchet MS" panose="020B0603020202020204" pitchFamily="34" charset="0"/>
                          <a:cs typeface="Arial"/>
                        </a:rPr>
                        <a:t>Selesai</a:t>
                      </a:r>
                      <a:endParaRPr lang="en-US" sz="1000" b="1">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extLst>
                  <a:ext uri="{0D108BD9-81ED-4DB2-BD59-A6C34878D82A}">
                    <a16:rowId xmlns:a16="http://schemas.microsoft.com/office/drawing/2014/main" val="10000"/>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spcAft>
                          <a:spcPts val="0"/>
                        </a:spcAft>
                      </a:pPr>
                      <a:r>
                        <a:rPr lang="en-US" sz="1000" b="0" i="0">
                          <a:solidFill>
                            <a:schemeClr val="tx1"/>
                          </a:solidFill>
                          <a:effectLst/>
                          <a:latin typeface="Trebuchet MS" panose="020B0603020202020204" pitchFamily="34" charset="0"/>
                          <a:ea typeface="Times New Roman"/>
                          <a:cs typeface="Arial" panose="020B0604020202020204" pitchFamily="34" charset="0"/>
                        </a:rPr>
                        <a:t>Divisi </a:t>
                      </a:r>
                      <a:r>
                        <a:rPr lang="en-US" sz="1000" b="0" i="0" err="1">
                          <a:solidFill>
                            <a:schemeClr val="tx1"/>
                          </a:solidFill>
                          <a:effectLst/>
                          <a:latin typeface="Trebuchet MS" panose="020B0603020202020204" pitchFamily="34" charset="0"/>
                          <a:ea typeface="Times New Roman"/>
                          <a:cs typeface="Arial" panose="020B0604020202020204" pitchFamily="34" charset="0"/>
                        </a:rPr>
                        <a:t>Manajemen</a:t>
                      </a:r>
                      <a:r>
                        <a:rPr lang="en-US" sz="1000" b="0" i="0">
                          <a:solidFill>
                            <a:schemeClr val="tx1"/>
                          </a:solidFill>
                          <a:effectLst/>
                          <a:latin typeface="Trebuchet MS" panose="020B0603020202020204" pitchFamily="34" charset="0"/>
                          <a:ea typeface="Times New Roman"/>
                          <a:cs typeface="Arial" panose="020B0604020202020204" pitchFamily="34" charset="0"/>
                        </a:rPr>
                        <a:t> Risiko</a:t>
                      </a:r>
                    </a:p>
                  </a:txBody>
                  <a:tcPr marL="68580" marR="68580" marT="0" marB="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b="0" i="0">
                          <a:solidFill>
                            <a:schemeClr val="tx1"/>
                          </a:solidFill>
                          <a:latin typeface="Trebuchet MS" panose="020B0603020202020204" pitchFamily="34" charset="0"/>
                          <a:cs typeface="Arial"/>
                        </a:rPr>
                        <a:t>PT Perkebunan Nusantara III (Persero)</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0" i="0">
                          <a:solidFill>
                            <a:schemeClr val="tx1"/>
                          </a:solidFill>
                          <a:latin typeface="Trebuchet MS" panose="020B0603020202020204" pitchFamily="34" charset="0"/>
                          <a:cs typeface="Arial"/>
                        </a:rPr>
                        <a:t>Januari 2027</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0" i="0" err="1">
                          <a:solidFill>
                            <a:schemeClr val="tx1"/>
                          </a:solidFill>
                          <a:latin typeface="Trebuchet MS" panose="020B0603020202020204" pitchFamily="34" charset="0"/>
                          <a:cs typeface="Arial"/>
                        </a:rPr>
                        <a:t>Desember</a:t>
                      </a:r>
                      <a:r>
                        <a:rPr lang="en-US" sz="1000" b="0" i="0">
                          <a:solidFill>
                            <a:schemeClr val="tx1"/>
                          </a:solidFill>
                          <a:latin typeface="Trebuchet MS" panose="020B0603020202020204" pitchFamily="34" charset="0"/>
                          <a:cs typeface="Arial"/>
                        </a:rPr>
                        <a:t> 2027</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err="1">
                          <a:solidFill>
                            <a:srgbClr val="FFFFFF"/>
                          </a:solidFill>
                          <a:latin typeface="Trebuchet MS" panose="020B0603020202020204" pitchFamily="34" charset="0"/>
                          <a:cs typeface="Arial"/>
                        </a:rPr>
                        <a:t>Deskripsi</a:t>
                      </a:r>
                      <a:r>
                        <a:rPr lang="en-US" sz="1000" b="1">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a:solidFill>
                            <a:srgbClr val="FFFFFF"/>
                          </a:solidFill>
                          <a:latin typeface="Trebuchet MS" panose="020B0603020202020204" pitchFamily="34" charset="0"/>
                          <a:cs typeface="Arial"/>
                        </a:rPr>
                        <a:t>Tujuan &amp; Hasil </a:t>
                      </a:r>
                      <a:r>
                        <a:rPr lang="en-US" sz="1000" b="1" err="1">
                          <a:solidFill>
                            <a:srgbClr val="FFFFFF"/>
                          </a:solidFill>
                          <a:latin typeface="Trebuchet MS" panose="020B0603020202020204" pitchFamily="34" charset="0"/>
                          <a:cs typeface="Arial"/>
                        </a:rPr>
                        <a:t>Kerja</a:t>
                      </a:r>
                      <a:endParaRPr lang="en-US" sz="1000" b="1">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kern="1200">
                          <a:solidFill>
                            <a:srgbClr val="FFFFFF"/>
                          </a:solidFill>
                          <a:latin typeface="Trebuchet MS" panose="020B0603020202020204" pitchFamily="34" charset="0"/>
                          <a:ea typeface="+mn-ea"/>
                          <a:cs typeface="Arial"/>
                        </a:rPr>
                        <a:t>Target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1782138">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588" marR="0" lvl="1" indent="0" algn="just" defTabSz="912813" rtl="0" eaLnBrk="1" fontAlgn="base" latinLnBrk="0" hangingPunct="1">
                        <a:lnSpc>
                          <a:spcPct val="100000"/>
                        </a:lnSpc>
                        <a:spcBef>
                          <a:spcPts val="0"/>
                        </a:spcBef>
                        <a:spcAft>
                          <a:spcPts val="600"/>
                        </a:spcAft>
                        <a:buClrTx/>
                        <a:buSzPct val="120000"/>
                        <a:buFont typeface="Wingdings" panose="05000000000000000000" pitchFamily="2" charset="2"/>
                        <a:buNone/>
                        <a:tabLst/>
                        <a:defRPr/>
                      </a:pPr>
                      <a:r>
                        <a:rPr lang="en-GB" sz="1000" i="0" baseline="0" dirty="0">
                          <a:solidFill>
                            <a:srgbClr val="000000"/>
                          </a:solidFill>
                          <a:latin typeface="Trebuchet MS" panose="020B0603020202020204" pitchFamily="34" charset="0"/>
                          <a:ea typeface="MS PGothic" pitchFamily="34" charset="-128"/>
                        </a:rPr>
                        <a:t>Program </a:t>
                      </a:r>
                      <a:r>
                        <a:rPr lang="en-GB" sz="1000" i="0" baseline="0" dirty="0" err="1">
                          <a:solidFill>
                            <a:srgbClr val="000000"/>
                          </a:solidFill>
                          <a:latin typeface="Trebuchet MS" panose="020B0603020202020204" pitchFamily="34" charset="0"/>
                          <a:ea typeface="MS PGothic" pitchFamily="34" charset="-128"/>
                        </a:rPr>
                        <a:t>ini</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dilaksanakan</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untuk</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mendukung</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kuantifikasi</a:t>
                      </a:r>
                      <a:r>
                        <a:rPr lang="en-GB" sz="1000" i="0" baseline="0" dirty="0">
                          <a:solidFill>
                            <a:srgbClr val="000000"/>
                          </a:solidFill>
                          <a:latin typeface="Trebuchet MS" panose="020B0603020202020204" pitchFamily="34" charset="0"/>
                          <a:ea typeface="MS PGothic" pitchFamily="34" charset="-128"/>
                        </a:rPr>
                        <a:t> Risiko </a:t>
                      </a:r>
                      <a:r>
                        <a:rPr lang="en-GB" sz="1000" i="0" baseline="0" dirty="0" err="1">
                          <a:solidFill>
                            <a:srgbClr val="000000"/>
                          </a:solidFill>
                          <a:latin typeface="Trebuchet MS" panose="020B0603020202020204" pitchFamily="34" charset="0"/>
                          <a:ea typeface="MS PGothic" pitchFamily="34" charset="-128"/>
                        </a:rPr>
                        <a:t>dengan</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mempertimbangkan</a:t>
                      </a:r>
                      <a:r>
                        <a:rPr lang="en-GB" sz="1000" i="0" baseline="0" dirty="0">
                          <a:solidFill>
                            <a:srgbClr val="000000"/>
                          </a:solidFill>
                          <a:latin typeface="Trebuchet MS" panose="020B0603020202020204" pitchFamily="34" charset="0"/>
                          <a:ea typeface="MS PGothic" pitchFamily="34" charset="-128"/>
                        </a:rPr>
                        <a:t> data </a:t>
                      </a:r>
                      <a:r>
                        <a:rPr lang="en-GB" sz="1000" i="0" baseline="0" dirty="0" err="1">
                          <a:solidFill>
                            <a:srgbClr val="000000"/>
                          </a:solidFill>
                          <a:latin typeface="Trebuchet MS" panose="020B0603020202020204" pitchFamily="34" charset="0"/>
                          <a:ea typeface="MS PGothic" pitchFamily="34" charset="-128"/>
                        </a:rPr>
                        <a:t>historis</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berbasis</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statistik</a:t>
                      </a:r>
                      <a:r>
                        <a:rPr lang="en-GB" sz="1000" i="0" baseline="0" dirty="0">
                          <a:solidFill>
                            <a:srgbClr val="000000"/>
                          </a:solidFill>
                          <a:latin typeface="Trebuchet MS" panose="020B0603020202020204" pitchFamily="34" charset="0"/>
                          <a:ea typeface="MS PGothic" pitchFamily="34" charset="-128"/>
                        </a:rPr>
                        <a:t>.</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270" marR="0" lvl="1" indent="0" algn="l"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US" sz="1000" b="1" i="0" kern="1200" baseline="0" dirty="0" err="1">
                          <a:solidFill>
                            <a:srgbClr val="000000"/>
                          </a:solidFill>
                          <a:latin typeface="Trebuchet MS" panose="020B0603020202020204" pitchFamily="34" charset="0"/>
                          <a:ea typeface="MS PGothic"/>
                          <a:cs typeface="+mn-cs"/>
                        </a:rPr>
                        <a:t>Kualitatif</a:t>
                      </a:r>
                      <a:r>
                        <a:rPr lang="en-US" sz="1000" b="0" i="0" kern="1200" baseline="0" dirty="0">
                          <a:solidFill>
                            <a:srgbClr val="000000"/>
                          </a:solidFill>
                          <a:latin typeface="Trebuchet MS" panose="020B0603020202020204" pitchFamily="34" charset="0"/>
                          <a:ea typeface="MS PGothic"/>
                          <a:cs typeface="+mn-cs"/>
                        </a:rPr>
                        <a:t> :</a:t>
                      </a:r>
                    </a:p>
                    <a:p>
                      <a:pPr marL="173037" marR="0" lvl="1" indent="-171450" algn="just" defTabSz="912813" rtl="0" eaLnBrk="1" fontAlgn="base" latinLnBrk="0" hangingPunct="1">
                        <a:lnSpc>
                          <a:spcPct val="100000"/>
                        </a:lnSpc>
                        <a:spcBef>
                          <a:spcPct val="5000"/>
                        </a:spcBef>
                        <a:spcAft>
                          <a:spcPct val="0"/>
                        </a:spcAft>
                        <a:buClrTx/>
                        <a:buSzPct val="120000"/>
                        <a:buFont typeface="Wingdings" panose="05000000000000000000" pitchFamily="2" charset="2"/>
                        <a:buChar char="ü"/>
                        <a:tabLst/>
                        <a:defRPr/>
                      </a:pPr>
                      <a:r>
                        <a:rPr lang="en-US" sz="1000" b="0" i="0" kern="1200" baseline="0" dirty="0" err="1">
                          <a:solidFill>
                            <a:srgbClr val="000000"/>
                          </a:solidFill>
                          <a:latin typeface="Trebuchet MS" panose="020B0603020202020204" pitchFamily="34" charset="0"/>
                          <a:ea typeface="MS PGothic" pitchFamily="34" charset="-128"/>
                          <a:cs typeface="+mn-cs"/>
                        </a:rPr>
                        <a:t>Peningkatan</a:t>
                      </a:r>
                      <a:r>
                        <a:rPr lang="en-US" sz="1000" b="0" i="0" kern="1200" baseline="0" dirty="0">
                          <a:solidFill>
                            <a:srgbClr val="000000"/>
                          </a:solidFill>
                          <a:latin typeface="Trebuchet MS" panose="020B0603020202020204" pitchFamily="34" charset="0"/>
                          <a:ea typeface="MS PGothic" pitchFamily="34" charset="-128"/>
                          <a:cs typeface="+mn-cs"/>
                        </a:rPr>
                        <a:t> </a:t>
                      </a:r>
                      <a:r>
                        <a:rPr lang="en-US" sz="1000" b="0" i="0" kern="1200" baseline="0" dirty="0" err="1">
                          <a:solidFill>
                            <a:srgbClr val="000000"/>
                          </a:solidFill>
                          <a:latin typeface="Trebuchet MS" panose="020B0603020202020204" pitchFamily="34" charset="0"/>
                          <a:ea typeface="MS PGothic" pitchFamily="34" charset="-128"/>
                          <a:cs typeface="+mn-cs"/>
                        </a:rPr>
                        <a:t>mutu</a:t>
                      </a:r>
                      <a:r>
                        <a:rPr lang="en-US" sz="1000" b="0" i="0" kern="1200" baseline="0" dirty="0">
                          <a:solidFill>
                            <a:srgbClr val="000000"/>
                          </a:solidFill>
                          <a:latin typeface="Trebuchet MS" panose="020B0603020202020204" pitchFamily="34" charset="0"/>
                          <a:ea typeface="MS PGothic" pitchFamily="34" charset="-128"/>
                          <a:cs typeface="+mn-cs"/>
                        </a:rPr>
                        <a:t> </a:t>
                      </a:r>
                      <a:r>
                        <a:rPr lang="en-US" sz="1000" b="0" i="0" kern="1200" baseline="0" dirty="0" err="1">
                          <a:solidFill>
                            <a:srgbClr val="000000"/>
                          </a:solidFill>
                          <a:latin typeface="Trebuchet MS" panose="020B0603020202020204" pitchFamily="34" charset="0"/>
                          <a:ea typeface="MS PGothic" pitchFamily="34" charset="-128"/>
                          <a:cs typeface="+mn-cs"/>
                        </a:rPr>
                        <a:t>penilaian</a:t>
                      </a:r>
                      <a:r>
                        <a:rPr lang="en-US" sz="1000" b="0" i="0" kern="1200" baseline="0" dirty="0">
                          <a:solidFill>
                            <a:srgbClr val="000000"/>
                          </a:solidFill>
                          <a:latin typeface="Trebuchet MS" panose="020B0603020202020204" pitchFamily="34" charset="0"/>
                          <a:ea typeface="MS PGothic" pitchFamily="34" charset="-128"/>
                          <a:cs typeface="+mn-cs"/>
                        </a:rPr>
                        <a:t> risiko </a:t>
                      </a:r>
                      <a:r>
                        <a:rPr lang="en-US" sz="1000" b="0" i="0" kern="1200" baseline="0" dirty="0" err="1">
                          <a:solidFill>
                            <a:srgbClr val="000000"/>
                          </a:solidFill>
                          <a:latin typeface="Trebuchet MS" panose="020B0603020202020204" pitchFamily="34" charset="0"/>
                          <a:ea typeface="MS PGothic" pitchFamily="34" charset="-128"/>
                          <a:cs typeface="+mn-cs"/>
                        </a:rPr>
                        <a:t>dengan</a:t>
                      </a:r>
                      <a:r>
                        <a:rPr lang="en-US" sz="1000" b="0" i="0" kern="1200" baseline="0" dirty="0">
                          <a:solidFill>
                            <a:srgbClr val="000000"/>
                          </a:solidFill>
                          <a:latin typeface="Trebuchet MS" panose="020B0603020202020204" pitchFamily="34" charset="0"/>
                          <a:ea typeface="MS PGothic" pitchFamily="34" charset="-128"/>
                          <a:cs typeface="+mn-cs"/>
                        </a:rPr>
                        <a:t> </a:t>
                      </a:r>
                      <a:r>
                        <a:rPr lang="en-US" sz="1000" b="0" i="0" kern="1200" baseline="0" dirty="0" err="1">
                          <a:solidFill>
                            <a:srgbClr val="000000"/>
                          </a:solidFill>
                          <a:latin typeface="Trebuchet MS" panose="020B0603020202020204" pitchFamily="34" charset="0"/>
                          <a:ea typeface="MS PGothic" pitchFamily="34" charset="-128"/>
                          <a:cs typeface="+mn-cs"/>
                        </a:rPr>
                        <a:t>metode</a:t>
                      </a:r>
                      <a:r>
                        <a:rPr lang="en-US" sz="1000" b="0" i="0" kern="1200" baseline="0" dirty="0">
                          <a:solidFill>
                            <a:srgbClr val="000000"/>
                          </a:solidFill>
                          <a:latin typeface="Trebuchet MS" panose="020B0603020202020204" pitchFamily="34" charset="0"/>
                          <a:ea typeface="MS PGothic" pitchFamily="34" charset="-128"/>
                          <a:cs typeface="+mn-cs"/>
                        </a:rPr>
                        <a:t> </a:t>
                      </a:r>
                      <a:r>
                        <a:rPr lang="en-US" sz="1000" b="0" i="0" kern="1200" baseline="0" dirty="0" err="1">
                          <a:solidFill>
                            <a:srgbClr val="000000"/>
                          </a:solidFill>
                          <a:latin typeface="Trebuchet MS" panose="020B0603020202020204" pitchFamily="34" charset="0"/>
                          <a:ea typeface="MS PGothic" pitchFamily="34" charset="-128"/>
                          <a:cs typeface="+mn-cs"/>
                        </a:rPr>
                        <a:t>kuantitatif</a:t>
                      </a:r>
                      <a:r>
                        <a:rPr lang="en-US" sz="1000" b="0" i="0" kern="1200" baseline="0" dirty="0">
                          <a:solidFill>
                            <a:srgbClr val="000000"/>
                          </a:solidFill>
                          <a:latin typeface="Trebuchet MS" panose="020B0603020202020204" pitchFamily="34" charset="0"/>
                          <a:ea typeface="MS PGothic" pitchFamily="34" charset="-128"/>
                          <a:cs typeface="+mn-cs"/>
                        </a:rPr>
                        <a:t>.</a:t>
                      </a:r>
                    </a:p>
                    <a:p>
                      <a:pPr marL="173037" marR="0" lvl="1" indent="-171450" algn="just" defTabSz="912813" rtl="0" eaLnBrk="1" fontAlgn="base" latinLnBrk="0" hangingPunct="1">
                        <a:lnSpc>
                          <a:spcPct val="100000"/>
                        </a:lnSpc>
                        <a:spcBef>
                          <a:spcPct val="5000"/>
                        </a:spcBef>
                        <a:spcAft>
                          <a:spcPct val="0"/>
                        </a:spcAft>
                        <a:buClrTx/>
                        <a:buSzPct val="120000"/>
                        <a:buFont typeface="Wingdings" panose="05000000000000000000" pitchFamily="2" charset="2"/>
                        <a:buChar char="ü"/>
                        <a:tabLst/>
                        <a:defRPr/>
                      </a:pPr>
                      <a:r>
                        <a:rPr lang="en-US" sz="1000" b="0" i="0" kern="1200" baseline="0" dirty="0" err="1">
                          <a:solidFill>
                            <a:srgbClr val="000000"/>
                          </a:solidFill>
                          <a:latin typeface="Trebuchet MS" panose="020B0603020202020204" pitchFamily="34" charset="0"/>
                          <a:ea typeface="MS PGothic" pitchFamily="34" charset="-128"/>
                          <a:cs typeface="+mn-cs"/>
                        </a:rPr>
                        <a:t>Meningkatkan</a:t>
                      </a:r>
                      <a:r>
                        <a:rPr lang="en-US" sz="1000" b="0" i="0" kern="1200" baseline="0" dirty="0">
                          <a:solidFill>
                            <a:srgbClr val="000000"/>
                          </a:solidFill>
                          <a:latin typeface="Trebuchet MS" panose="020B0603020202020204" pitchFamily="34" charset="0"/>
                          <a:ea typeface="MS PGothic" pitchFamily="34" charset="-128"/>
                          <a:cs typeface="+mn-cs"/>
                        </a:rPr>
                        <a:t> </a:t>
                      </a:r>
                      <a:r>
                        <a:rPr lang="en-US" sz="1000" b="0" i="0" kern="1200" baseline="0" dirty="0" err="1">
                          <a:solidFill>
                            <a:srgbClr val="000000"/>
                          </a:solidFill>
                          <a:latin typeface="Trebuchet MS" panose="020B0603020202020204" pitchFamily="34" charset="0"/>
                          <a:ea typeface="MS PGothic" pitchFamily="34" charset="-128"/>
                          <a:cs typeface="+mn-cs"/>
                        </a:rPr>
                        <a:t>kompetensi</a:t>
                      </a:r>
                      <a:r>
                        <a:rPr lang="en-US" sz="1000" b="0" i="0" kern="1200" baseline="0" dirty="0">
                          <a:solidFill>
                            <a:srgbClr val="000000"/>
                          </a:solidFill>
                          <a:latin typeface="Trebuchet MS" panose="020B0603020202020204" pitchFamily="34" charset="0"/>
                          <a:ea typeface="MS PGothic" pitchFamily="34" charset="-128"/>
                          <a:cs typeface="+mn-cs"/>
                        </a:rPr>
                        <a:t> Lini 2 </a:t>
                      </a:r>
                      <a:r>
                        <a:rPr lang="en-US" sz="1000" b="0" i="0" kern="1200" baseline="0" dirty="0" err="1">
                          <a:solidFill>
                            <a:srgbClr val="000000"/>
                          </a:solidFill>
                          <a:latin typeface="Trebuchet MS" panose="020B0603020202020204" pitchFamily="34" charset="0"/>
                          <a:ea typeface="MS PGothic" pitchFamily="34" charset="-128"/>
                          <a:cs typeface="+mn-cs"/>
                        </a:rPr>
                        <a:t>dalam</a:t>
                      </a:r>
                      <a:r>
                        <a:rPr lang="en-US" sz="1000" b="0" i="0" kern="1200" baseline="0" dirty="0">
                          <a:solidFill>
                            <a:srgbClr val="000000"/>
                          </a:solidFill>
                          <a:latin typeface="Trebuchet MS" panose="020B0603020202020204" pitchFamily="34" charset="0"/>
                          <a:ea typeface="MS PGothic" pitchFamily="34" charset="-128"/>
                          <a:cs typeface="+mn-cs"/>
                        </a:rPr>
                        <a:t> </a:t>
                      </a:r>
                      <a:r>
                        <a:rPr lang="en-US" sz="1000" b="0" i="0" kern="1200" baseline="0" dirty="0" err="1">
                          <a:solidFill>
                            <a:srgbClr val="000000"/>
                          </a:solidFill>
                          <a:latin typeface="Trebuchet MS" panose="020B0603020202020204" pitchFamily="34" charset="0"/>
                          <a:ea typeface="MS PGothic" pitchFamily="34" charset="-128"/>
                          <a:cs typeface="+mn-cs"/>
                        </a:rPr>
                        <a:t>membangun</a:t>
                      </a:r>
                      <a:r>
                        <a:rPr lang="en-US" sz="1000" b="0" i="0" kern="1200" baseline="0" dirty="0">
                          <a:solidFill>
                            <a:srgbClr val="000000"/>
                          </a:solidFill>
                          <a:latin typeface="Trebuchet MS" panose="020B0603020202020204" pitchFamily="34" charset="0"/>
                          <a:ea typeface="MS PGothic" pitchFamily="34" charset="-128"/>
                          <a:cs typeface="+mn-cs"/>
                        </a:rPr>
                        <a:t> model risiko.</a:t>
                      </a: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GB" sz="1000" b="1" i="0" baseline="0" dirty="0" err="1">
                          <a:solidFill>
                            <a:srgbClr val="000000"/>
                          </a:solidFill>
                          <a:latin typeface="Trebuchet MS" panose="020B0603020202020204" pitchFamily="34" charset="0"/>
                          <a:ea typeface="MS PGothic"/>
                        </a:rPr>
                        <a:t>Kuantitatif</a:t>
                      </a:r>
                      <a:r>
                        <a:rPr lang="en-GB" sz="1000" i="0" baseline="0" dirty="0">
                          <a:solidFill>
                            <a:srgbClr val="000000"/>
                          </a:solidFill>
                          <a:latin typeface="Trebuchet MS" panose="020B0603020202020204" pitchFamily="34" charset="0"/>
                          <a:ea typeface="MS PGothic"/>
                        </a:rPr>
                        <a:t> :</a:t>
                      </a:r>
                    </a:p>
                    <a:p>
                      <a:pPr marL="172720" marR="0" lvl="1" indent="-171450" algn="just" defTabSz="912813" rtl="0" eaLnBrk="1" fontAlgn="base" latinLnBrk="0" hangingPunct="1">
                        <a:lnSpc>
                          <a:spcPct val="100000"/>
                        </a:lnSpc>
                        <a:spcBef>
                          <a:spcPct val="5000"/>
                        </a:spcBef>
                        <a:spcAft>
                          <a:spcPct val="0"/>
                        </a:spcAft>
                        <a:buClrTx/>
                        <a:buSzPct val="120000"/>
                        <a:buFont typeface="Wingdings" panose="05000000000000000000" pitchFamily="2" charset="2"/>
                        <a:buChar char="ü"/>
                        <a:tabLst/>
                        <a:defRPr/>
                      </a:pPr>
                      <a:r>
                        <a:rPr lang="en-GB" sz="1000" i="0" baseline="0" dirty="0">
                          <a:solidFill>
                            <a:srgbClr val="000000"/>
                          </a:solidFill>
                          <a:latin typeface="Trebuchet MS" panose="020B0603020202020204" pitchFamily="34" charset="0"/>
                          <a:ea typeface="MS PGothic" pitchFamily="34" charset="-128"/>
                        </a:rPr>
                        <a:t>100% </a:t>
                      </a:r>
                      <a:r>
                        <a:rPr lang="en-GB" sz="1000" i="0" baseline="0" dirty="0" err="1">
                          <a:solidFill>
                            <a:srgbClr val="000000"/>
                          </a:solidFill>
                          <a:latin typeface="Trebuchet MS" panose="020B0603020202020204" pitchFamily="34" charset="0"/>
                          <a:ea typeface="MS PGothic" pitchFamily="34" charset="-128"/>
                        </a:rPr>
                        <a:t>tersedia</a:t>
                      </a:r>
                      <a:r>
                        <a:rPr lang="en-GB" sz="1000" i="0" baseline="0" dirty="0">
                          <a:solidFill>
                            <a:srgbClr val="000000"/>
                          </a:solidFill>
                          <a:latin typeface="Trebuchet MS" panose="020B0603020202020204" pitchFamily="34" charset="0"/>
                          <a:ea typeface="MS PGothic" pitchFamily="34" charset="-128"/>
                        </a:rPr>
                        <a:t> 8 model risiko </a:t>
                      </a:r>
                      <a:r>
                        <a:rPr lang="en-GB" sz="1000" i="0" baseline="0" dirty="0" err="1">
                          <a:solidFill>
                            <a:srgbClr val="000000"/>
                          </a:solidFill>
                          <a:latin typeface="Trebuchet MS" panose="020B0603020202020204" pitchFamily="34" charset="0"/>
                          <a:ea typeface="MS PGothic" pitchFamily="34" charset="-128"/>
                        </a:rPr>
                        <a:t>sesuai</a:t>
                      </a:r>
                      <a:r>
                        <a:rPr lang="en-GB" sz="1000" i="0" baseline="0" dirty="0">
                          <a:solidFill>
                            <a:srgbClr val="000000"/>
                          </a:solidFill>
                          <a:latin typeface="Trebuchet MS" panose="020B0603020202020204" pitchFamily="34" charset="0"/>
                          <a:ea typeface="MS PGothic" pitchFamily="34" charset="-128"/>
                        </a:rPr>
                        <a:t> </a:t>
                      </a:r>
                      <a:r>
                        <a:rPr lang="en-GB" sz="1000" i="0" baseline="0" dirty="0" err="1">
                          <a:solidFill>
                            <a:srgbClr val="000000"/>
                          </a:solidFill>
                          <a:latin typeface="Trebuchet MS" panose="020B0603020202020204" pitchFamily="34" charset="0"/>
                          <a:ea typeface="MS PGothic" pitchFamily="34" charset="-128"/>
                        </a:rPr>
                        <a:t>taksonomi</a:t>
                      </a:r>
                      <a:r>
                        <a:rPr lang="en-GB" sz="1000" i="0" baseline="0" dirty="0">
                          <a:solidFill>
                            <a:srgbClr val="000000"/>
                          </a:solidFill>
                          <a:latin typeface="Trebuchet MS" panose="020B0603020202020204" pitchFamily="34" charset="0"/>
                          <a:ea typeface="MS PGothic" pitchFamily="34" charset="-128"/>
                        </a:rPr>
                        <a:t> Risiko </a:t>
                      </a:r>
                      <a:r>
                        <a:rPr lang="en-GB" sz="1000" i="0" baseline="0" dirty="0" err="1">
                          <a:solidFill>
                            <a:srgbClr val="000000"/>
                          </a:solidFill>
                          <a:latin typeface="Trebuchet MS" panose="020B0603020202020204" pitchFamily="34" charset="0"/>
                          <a:ea typeface="MS PGothic" pitchFamily="34" charset="-128"/>
                        </a:rPr>
                        <a:t>Danantara</a:t>
                      </a:r>
                      <a:r>
                        <a:rPr lang="en-GB" sz="1000" i="0" baseline="0" dirty="0">
                          <a:solidFill>
                            <a:srgbClr val="000000"/>
                          </a:solidFill>
                          <a:latin typeface="Trebuchet MS" panose="020B0603020202020204" pitchFamily="34" charset="0"/>
                          <a:ea typeface="MS PGothic" pitchFamily="34" charset="-128"/>
                        </a:rPr>
                        <a:t>.</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71450" marR="0" lvl="0" indent="-171450" algn="just" defTabSz="914377" rtl="0" eaLnBrk="1" fontAlgn="auto" latinLnBrk="0" hangingPunct="1">
                        <a:lnSpc>
                          <a:spcPct val="100000"/>
                        </a:lnSpc>
                        <a:spcBef>
                          <a:spcPts val="0"/>
                        </a:spcBef>
                        <a:spcAft>
                          <a:spcPts val="200"/>
                        </a:spcAft>
                        <a:buClrTx/>
                        <a:buSzTx/>
                        <a:buFont typeface="Wingdings" panose="05000000000000000000" pitchFamily="2" charset="2"/>
                        <a:buChar char="ü"/>
                        <a:tabLst/>
                        <a:defRPr/>
                      </a:pPr>
                      <a:r>
                        <a:rPr lang="en-US" sz="1000" i="0" baseline="0" dirty="0">
                          <a:solidFill>
                            <a:srgbClr val="000000"/>
                          </a:solidFill>
                          <a:latin typeface="Trebuchet MS" panose="020B0603020202020204" pitchFamily="34" charset="0"/>
                          <a:ea typeface="MS PGothic" pitchFamily="34" charset="-128"/>
                        </a:rPr>
                        <a:t>8 model risiko </a:t>
                      </a:r>
                      <a:r>
                        <a:rPr lang="en-US" sz="1000" i="0" baseline="0" dirty="0" err="1">
                          <a:solidFill>
                            <a:srgbClr val="000000"/>
                          </a:solidFill>
                          <a:latin typeface="Trebuchet MS" panose="020B0603020202020204" pitchFamily="34" charset="0"/>
                          <a:ea typeface="MS PGothic" pitchFamily="34" charset="-128"/>
                        </a:rPr>
                        <a:t>sesuai</a:t>
                      </a:r>
                      <a:r>
                        <a:rPr lang="en-US" sz="1000" i="0" baseline="0" dirty="0">
                          <a:solidFill>
                            <a:srgbClr val="000000"/>
                          </a:solidFill>
                          <a:latin typeface="Trebuchet MS" panose="020B0603020202020204" pitchFamily="34" charset="0"/>
                          <a:ea typeface="MS PGothic" pitchFamily="34" charset="-128"/>
                        </a:rPr>
                        <a:t> </a:t>
                      </a:r>
                      <a:r>
                        <a:rPr lang="en-US" sz="1000" i="0" baseline="0" dirty="0" err="1">
                          <a:solidFill>
                            <a:srgbClr val="000000"/>
                          </a:solidFill>
                          <a:latin typeface="Trebuchet MS" panose="020B0603020202020204" pitchFamily="34" charset="0"/>
                          <a:ea typeface="MS PGothic" pitchFamily="34" charset="-128"/>
                        </a:rPr>
                        <a:t>taksonomi</a:t>
                      </a:r>
                      <a:r>
                        <a:rPr lang="en-US" sz="1000" i="0" baseline="0" dirty="0">
                          <a:solidFill>
                            <a:srgbClr val="000000"/>
                          </a:solidFill>
                          <a:latin typeface="Trebuchet MS" panose="020B0603020202020204" pitchFamily="34" charset="0"/>
                          <a:ea typeface="MS PGothic" pitchFamily="34" charset="-128"/>
                        </a:rPr>
                        <a:t> DAM.</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err="1">
                          <a:solidFill>
                            <a:schemeClr val="bg1"/>
                          </a:solidFill>
                          <a:latin typeface="Trebuchet MS" panose="020B0603020202020204" pitchFamily="34" charset="0"/>
                          <a:cs typeface="Arial"/>
                        </a:rPr>
                        <a:t>Rencana</a:t>
                      </a:r>
                      <a:r>
                        <a:rPr lang="en-US" sz="1000" b="1">
                          <a:solidFill>
                            <a:schemeClr val="bg1"/>
                          </a:solidFill>
                          <a:latin typeface="Trebuchet MS" panose="020B0603020202020204" pitchFamily="34" charset="0"/>
                          <a:cs typeface="Arial"/>
                        </a:rPr>
                        <a:t> </a:t>
                      </a:r>
                      <a:r>
                        <a:rPr lang="en-US" sz="1000" b="1" err="1">
                          <a:solidFill>
                            <a:schemeClr val="bg1"/>
                          </a:solidFill>
                          <a:latin typeface="Trebuchet MS" panose="020B0603020202020204" pitchFamily="34" charset="0"/>
                          <a:cs typeface="Arial"/>
                        </a:rPr>
                        <a:t>Anggaran</a:t>
                      </a:r>
                      <a:r>
                        <a:rPr lang="en-US" sz="1000" b="1">
                          <a:solidFill>
                            <a:schemeClr val="bg1"/>
                          </a:solidFill>
                          <a:latin typeface="Trebuchet MS" panose="020B0603020202020204" pitchFamily="34" charset="0"/>
                          <a:cs typeface="Arial"/>
                        </a:rPr>
                        <a:t> </a:t>
                      </a:r>
                      <a:r>
                        <a:rPr lang="en-US" sz="1000" b="1" err="1">
                          <a:solidFill>
                            <a:schemeClr val="bg1"/>
                          </a:solidFill>
                          <a:latin typeface="Trebuchet MS" panose="020B0603020202020204" pitchFamily="34" charset="0"/>
                          <a:cs typeface="Arial"/>
                        </a:rPr>
                        <a:t>Belanja</a:t>
                      </a:r>
                      <a:endParaRPr lang="en-US" sz="1000" b="1">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Trebuchet MS" panose="020B0603020202020204" pitchFamily="34" charset="0"/>
                          <a:cs typeface="Arial"/>
                        </a:rPr>
                        <a:t>Risiko </a:t>
                      </a:r>
                      <a:r>
                        <a:rPr lang="en-US" sz="1000" b="1" err="1">
                          <a:solidFill>
                            <a:schemeClr val="bg1"/>
                          </a:solidFill>
                          <a:latin typeface="Trebuchet MS" panose="020B0603020202020204" pitchFamily="34" charset="0"/>
                          <a:cs typeface="Arial"/>
                        </a:rPr>
                        <a:t>Implementasi</a:t>
                      </a:r>
                      <a:endParaRPr lang="en-US" sz="1000" b="1">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Wingdings" charset="2"/>
                        <a:buNone/>
                        <a:tabLst/>
                        <a:defRPr/>
                      </a:pPr>
                      <a:r>
                        <a:rPr lang="en-US" sz="1000" b="1" err="1">
                          <a:solidFill>
                            <a:schemeClr val="bg1"/>
                          </a:solidFill>
                          <a:latin typeface="Trebuchet MS" panose="020B0603020202020204" pitchFamily="34" charset="0"/>
                          <a:cs typeface="Arial"/>
                        </a:rPr>
                        <a:t>Mitigasi</a:t>
                      </a:r>
                      <a:r>
                        <a:rPr lang="en-US" sz="1000" b="1">
                          <a:solidFill>
                            <a:schemeClr val="bg1"/>
                          </a:solidFill>
                          <a:latin typeface="Trebuchet MS" panose="020B0603020202020204" pitchFamily="34" charset="0"/>
                          <a:cs typeface="Arial"/>
                        </a:rPr>
                        <a:t> Risiko</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endParaRPr lang="en-US"/>
                    </a:p>
                  </a:txBody>
                  <a:tcPr/>
                </a:tc>
                <a:extLst>
                  <a:ext uri="{0D108BD9-81ED-4DB2-BD59-A6C34878D82A}">
                    <a16:rowId xmlns:a16="http://schemas.microsoft.com/office/drawing/2014/main" val="10008"/>
                  </a:ext>
                </a:extLst>
              </a:tr>
              <a:tr h="81994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72720" marR="0" lvl="1" indent="-171450" algn="l" defTabSz="912813" rtl="0" eaLnBrk="1" fontAlgn="base" latinLnBrk="0" hangingPunct="1">
                        <a:lnSpc>
                          <a:spcPct val="100000"/>
                        </a:lnSpc>
                        <a:spcBef>
                          <a:spcPct val="5000"/>
                        </a:spcBef>
                        <a:spcAft>
                          <a:spcPct val="0"/>
                        </a:spcAft>
                        <a:buClrTx/>
                        <a:buSzPct val="100000"/>
                        <a:buFont typeface="Arial" panose="020B0604020202020204" pitchFamily="34" charset="0"/>
                        <a:buChar char="•"/>
                        <a:tabLst/>
                        <a:defRPr/>
                      </a:pPr>
                      <a:r>
                        <a:rPr lang="en-GB" sz="1000" i="0" baseline="0">
                          <a:solidFill>
                            <a:srgbClr val="000000"/>
                          </a:solidFill>
                          <a:latin typeface="Trebuchet MS" panose="020B0603020202020204" pitchFamily="34" charset="0"/>
                          <a:ea typeface="MS PGothic"/>
                        </a:rPr>
                        <a:t>OPEX : Rp 1.500.000.000,00</a:t>
                      </a:r>
                    </a:p>
                    <a:p>
                      <a:pPr marL="172720" marR="0" lvl="1" indent="-171450" algn="l" defTabSz="912813" rtl="0" eaLnBrk="1" fontAlgn="base" latinLnBrk="0" hangingPunct="1">
                        <a:lnSpc>
                          <a:spcPct val="100000"/>
                        </a:lnSpc>
                        <a:spcBef>
                          <a:spcPct val="5000"/>
                        </a:spcBef>
                        <a:spcAft>
                          <a:spcPct val="0"/>
                        </a:spcAft>
                        <a:buClrTx/>
                        <a:buSzPct val="100000"/>
                        <a:buFont typeface="Arial" panose="020B0604020202020204" pitchFamily="34" charset="0"/>
                        <a:buChar char="•"/>
                        <a:tabLst/>
                        <a:defRPr/>
                      </a:pPr>
                      <a:r>
                        <a:rPr lang="en-GB" sz="1000" i="0" baseline="0">
                          <a:solidFill>
                            <a:srgbClr val="000000"/>
                          </a:solidFill>
                          <a:latin typeface="Trebuchet MS" panose="020B0603020202020204" pitchFamily="34" charset="0"/>
                          <a:ea typeface="MS PGothic"/>
                        </a:rPr>
                        <a:t>CAPEX : -</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71450" indent="-171450" algn="just">
                        <a:buFont typeface="Arial" panose="020B0604020202020204" pitchFamily="34" charset="0"/>
                        <a:buChar char="•"/>
                      </a:pPr>
                      <a:r>
                        <a:rPr lang="en-US" sz="1000" i="0" baseline="0" dirty="0" err="1">
                          <a:solidFill>
                            <a:schemeClr val="tx1"/>
                          </a:solidFill>
                          <a:latin typeface="Trebuchet MS" panose="020B0603020202020204" pitchFamily="34" charset="0"/>
                          <a:cs typeface="Arial" panose="020B0604020202020204" pitchFamily="34" charset="0"/>
                        </a:rPr>
                        <a:t>Pengetahuan</a:t>
                      </a:r>
                      <a:r>
                        <a:rPr lang="en-US" sz="1000" i="0" baseline="0" dirty="0">
                          <a:solidFill>
                            <a:schemeClr val="tx1"/>
                          </a:solidFill>
                          <a:latin typeface="Trebuchet MS" panose="020B0603020202020204" pitchFamily="34" charset="0"/>
                          <a:cs typeface="Arial" panose="020B0604020202020204" pitchFamily="34" charset="0"/>
                        </a:rPr>
                        <a:t> </a:t>
                      </a:r>
                      <a:r>
                        <a:rPr lang="en-US" sz="1000" i="0" baseline="0" dirty="0" err="1">
                          <a:solidFill>
                            <a:schemeClr val="tx1"/>
                          </a:solidFill>
                          <a:latin typeface="Trebuchet MS" panose="020B0603020202020204" pitchFamily="34" charset="0"/>
                          <a:cs typeface="Arial" panose="020B0604020202020204" pitchFamily="34" charset="0"/>
                        </a:rPr>
                        <a:t>mengenai</a:t>
                      </a:r>
                      <a:r>
                        <a:rPr lang="en-US" sz="1000" i="0" baseline="0" dirty="0">
                          <a:solidFill>
                            <a:schemeClr val="tx1"/>
                          </a:solidFill>
                          <a:latin typeface="Trebuchet MS" panose="020B0603020202020204" pitchFamily="34" charset="0"/>
                          <a:cs typeface="Arial" panose="020B0604020202020204" pitchFamily="34" charset="0"/>
                        </a:rPr>
                        <a:t> model risiko </a:t>
                      </a:r>
                      <a:r>
                        <a:rPr lang="en-US" sz="1000" i="0" baseline="0" dirty="0" err="1">
                          <a:solidFill>
                            <a:schemeClr val="tx1"/>
                          </a:solidFill>
                          <a:latin typeface="Trebuchet MS" panose="020B0603020202020204" pitchFamily="34" charset="0"/>
                          <a:cs typeface="Arial" panose="020B0604020202020204" pitchFamily="34" charset="0"/>
                        </a:rPr>
                        <a:t>masih</a:t>
                      </a:r>
                      <a:r>
                        <a:rPr lang="en-US" sz="1000" i="0" baseline="0" dirty="0">
                          <a:solidFill>
                            <a:schemeClr val="tx1"/>
                          </a:solidFill>
                          <a:latin typeface="Trebuchet MS" panose="020B0603020202020204" pitchFamily="34" charset="0"/>
                          <a:cs typeface="Arial" panose="020B0604020202020204" pitchFamily="34" charset="0"/>
                        </a:rPr>
                        <a:t> </a:t>
                      </a:r>
                      <a:r>
                        <a:rPr lang="en-US" sz="1000" i="0" baseline="0" dirty="0" err="1">
                          <a:solidFill>
                            <a:schemeClr val="tx1"/>
                          </a:solidFill>
                          <a:latin typeface="Trebuchet MS" panose="020B0603020202020204" pitchFamily="34" charset="0"/>
                          <a:cs typeface="Arial" panose="020B0604020202020204" pitchFamily="34" charset="0"/>
                        </a:rPr>
                        <a:t>relatif</a:t>
                      </a:r>
                      <a:r>
                        <a:rPr lang="en-US" sz="1000" i="0" baseline="0" dirty="0">
                          <a:solidFill>
                            <a:schemeClr val="tx1"/>
                          </a:solidFill>
                          <a:latin typeface="Trebuchet MS" panose="020B0603020202020204" pitchFamily="34" charset="0"/>
                          <a:cs typeface="Arial" panose="020B0604020202020204" pitchFamily="34" charset="0"/>
                        </a:rPr>
                        <a:t> </a:t>
                      </a:r>
                      <a:r>
                        <a:rPr lang="en-US" sz="1000" i="0" baseline="0" dirty="0" err="1">
                          <a:solidFill>
                            <a:schemeClr val="tx1"/>
                          </a:solidFill>
                          <a:latin typeface="Trebuchet MS" panose="020B0603020202020204" pitchFamily="34" charset="0"/>
                          <a:cs typeface="Arial" panose="020B0604020202020204" pitchFamily="34" charset="0"/>
                        </a:rPr>
                        <a:t>kurang</a:t>
                      </a:r>
                      <a:r>
                        <a:rPr lang="en-US" sz="1000" i="0" baseline="0" dirty="0">
                          <a:solidFill>
                            <a:schemeClr val="tx1"/>
                          </a:solidFill>
                          <a:latin typeface="Trebuchet MS" panose="020B0603020202020204" pitchFamily="34" charset="0"/>
                          <a:cs typeface="Arial" panose="020B0604020202020204" pitchFamily="34" charset="0"/>
                        </a:rPr>
                        <a:t>.</a:t>
                      </a:r>
                    </a:p>
                    <a:p>
                      <a:pPr marL="171450" indent="-171450" algn="just">
                        <a:buFont typeface="Arial" panose="020B0604020202020204" pitchFamily="34" charset="0"/>
                        <a:buChar char="•"/>
                      </a:pPr>
                      <a:r>
                        <a:rPr lang="en-US" sz="1000" i="0" baseline="0" dirty="0">
                          <a:solidFill>
                            <a:schemeClr val="tx1"/>
                          </a:solidFill>
                          <a:latin typeface="Trebuchet MS" panose="020B0603020202020204" pitchFamily="34" charset="0"/>
                          <a:cs typeface="Arial" panose="020B0604020202020204" pitchFamily="34" charset="0"/>
                        </a:rPr>
                        <a:t>Data </a:t>
                      </a:r>
                      <a:r>
                        <a:rPr lang="en-US" sz="1000" i="0" baseline="0" dirty="0" err="1">
                          <a:solidFill>
                            <a:schemeClr val="tx1"/>
                          </a:solidFill>
                          <a:latin typeface="Trebuchet MS" panose="020B0603020202020204" pitchFamily="34" charset="0"/>
                          <a:cs typeface="Arial" panose="020B0604020202020204" pitchFamily="34" charset="0"/>
                        </a:rPr>
                        <a:t>historis</a:t>
                      </a:r>
                      <a:r>
                        <a:rPr lang="en-US" sz="1000" i="0" baseline="0" dirty="0">
                          <a:solidFill>
                            <a:schemeClr val="tx1"/>
                          </a:solidFill>
                          <a:latin typeface="Trebuchet MS" panose="020B0603020202020204" pitchFamily="34" charset="0"/>
                          <a:cs typeface="Arial" panose="020B0604020202020204" pitchFamily="34" charset="0"/>
                        </a:rPr>
                        <a:t> </a:t>
                      </a:r>
                      <a:r>
                        <a:rPr lang="en-US" sz="1000" i="0" baseline="0" dirty="0" err="1">
                          <a:solidFill>
                            <a:schemeClr val="tx1"/>
                          </a:solidFill>
                          <a:latin typeface="Trebuchet MS" panose="020B0603020202020204" pitchFamily="34" charset="0"/>
                          <a:cs typeface="Arial" panose="020B0604020202020204" pitchFamily="34" charset="0"/>
                        </a:rPr>
                        <a:t>kurang</a:t>
                      </a:r>
                      <a:r>
                        <a:rPr lang="en-US" sz="1000" i="0" baseline="0" dirty="0">
                          <a:solidFill>
                            <a:schemeClr val="tx1"/>
                          </a:solidFill>
                          <a:latin typeface="Trebuchet MS" panose="020B0603020202020204" pitchFamily="34" charset="0"/>
                          <a:cs typeface="Arial" panose="020B0604020202020204" pitchFamily="34" charset="0"/>
                        </a:rPr>
                        <a:t> </a:t>
                      </a:r>
                      <a:r>
                        <a:rPr lang="en-US" sz="1000" i="0" baseline="0" dirty="0" err="1">
                          <a:solidFill>
                            <a:schemeClr val="tx1"/>
                          </a:solidFill>
                          <a:latin typeface="Trebuchet MS" panose="020B0603020202020204" pitchFamily="34" charset="0"/>
                          <a:cs typeface="Arial" panose="020B0604020202020204" pitchFamily="34" charset="0"/>
                        </a:rPr>
                        <a:t>memadai</a:t>
                      </a:r>
                      <a:r>
                        <a:rPr lang="en-US" sz="1000" i="0" baseline="0" dirty="0">
                          <a:solidFill>
                            <a:schemeClr val="tx1"/>
                          </a:solidFill>
                          <a:latin typeface="Trebuchet MS" panose="020B0603020202020204" pitchFamily="34" charset="0"/>
                          <a:cs typeface="Arial" panose="020B0604020202020204" pitchFamily="34" charset="0"/>
                        </a:rPr>
                        <a:t>.</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71450" indent="-171450" algn="just">
                        <a:buFont typeface="Arial" panose="020B0604020202020204" pitchFamily="34" charset="0"/>
                        <a:buChar char="•"/>
                      </a:pPr>
                      <a:r>
                        <a:rPr lang="en-US" sz="1000" i="0" dirty="0" err="1">
                          <a:latin typeface="Trebuchet MS" panose="020B0603020202020204" pitchFamily="34" charset="0"/>
                          <a:cs typeface="Arial" panose="020B0604020202020204" pitchFamily="34" charset="0"/>
                        </a:rPr>
                        <a:t>Meningkatkan</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pemahaman</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mengenai</a:t>
                      </a:r>
                      <a:r>
                        <a:rPr lang="en-US" sz="1000" i="0" dirty="0">
                          <a:latin typeface="Trebuchet MS" panose="020B0603020202020204" pitchFamily="34" charset="0"/>
                          <a:cs typeface="Arial" panose="020B0604020202020204" pitchFamily="34" charset="0"/>
                        </a:rPr>
                        <a:t> </a:t>
                      </a:r>
                      <a:r>
                        <a:rPr lang="en-US" sz="1000" i="1" dirty="0">
                          <a:latin typeface="Trebuchet MS" panose="020B0603020202020204" pitchFamily="34" charset="0"/>
                          <a:cs typeface="Arial" panose="020B0604020202020204" pitchFamily="34" charset="0"/>
                        </a:rPr>
                        <a:t>risk modeling</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dengan</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pelatihan</a:t>
                      </a:r>
                      <a:r>
                        <a:rPr lang="en-US" sz="1000" i="0" dirty="0">
                          <a:latin typeface="Trebuchet MS" panose="020B0603020202020204" pitchFamily="34" charset="0"/>
                          <a:cs typeface="Arial" panose="020B0604020202020204" pitchFamily="34" charset="0"/>
                        </a:rPr>
                        <a:t> dan FGD.</a:t>
                      </a:r>
                    </a:p>
                    <a:p>
                      <a:pPr marL="171450" indent="-171450" algn="just">
                        <a:buFont typeface="Arial" panose="020B0604020202020204" pitchFamily="34" charset="0"/>
                        <a:buChar char="•"/>
                      </a:pPr>
                      <a:r>
                        <a:rPr lang="en-US" sz="1000" i="0" dirty="0" err="1">
                          <a:latin typeface="Trebuchet MS" panose="020B0603020202020204" pitchFamily="34" charset="0"/>
                          <a:cs typeface="Arial" panose="020B0604020202020204" pitchFamily="34" charset="0"/>
                        </a:rPr>
                        <a:t>Bekerjasama</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dengan</a:t>
                      </a:r>
                      <a:r>
                        <a:rPr lang="en-US" sz="1000" i="0" dirty="0">
                          <a:latin typeface="Trebuchet MS" panose="020B0603020202020204" pitchFamily="34" charset="0"/>
                          <a:cs typeface="Arial" panose="020B0604020202020204" pitchFamily="34" charset="0"/>
                        </a:rPr>
                        <a:t> Divisi </a:t>
                      </a:r>
                      <a:r>
                        <a:rPr lang="en-US" sz="1000" i="0" dirty="0" err="1">
                          <a:latin typeface="Trebuchet MS" panose="020B0603020202020204" pitchFamily="34" charset="0"/>
                          <a:cs typeface="Arial" panose="020B0604020202020204" pitchFamily="34" charset="0"/>
                        </a:rPr>
                        <a:t>terkait</a:t>
                      </a:r>
                      <a:r>
                        <a:rPr lang="en-US" sz="1000" i="0" dirty="0">
                          <a:latin typeface="Trebuchet MS" panose="020B0603020202020204" pitchFamily="34" charset="0"/>
                          <a:cs typeface="Arial" panose="020B0604020202020204" pitchFamily="34" charset="0"/>
                        </a:rPr>
                        <a:t> dan </a:t>
                      </a:r>
                      <a:r>
                        <a:rPr lang="en-US" sz="1000" i="0" dirty="0" err="1">
                          <a:latin typeface="Trebuchet MS" panose="020B0603020202020204" pitchFamily="34" charset="0"/>
                          <a:cs typeface="Arial" panose="020B0604020202020204" pitchFamily="34" charset="0"/>
                        </a:rPr>
                        <a:t>pihak</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ketiga</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untuk</a:t>
                      </a:r>
                      <a:r>
                        <a:rPr lang="en-US" sz="1000" i="0" dirty="0">
                          <a:latin typeface="Trebuchet MS" panose="020B0603020202020204" pitchFamily="34" charset="0"/>
                          <a:cs typeface="Arial" panose="020B0604020202020204" pitchFamily="34" charset="0"/>
                        </a:rPr>
                        <a:t> </a:t>
                      </a:r>
                      <a:r>
                        <a:rPr lang="en-US" sz="1000" i="0" dirty="0" err="1">
                          <a:latin typeface="Trebuchet MS" panose="020B0603020202020204" pitchFamily="34" charset="0"/>
                          <a:cs typeface="Arial" panose="020B0604020202020204" pitchFamily="34" charset="0"/>
                        </a:rPr>
                        <a:t>mengumpulkan</a:t>
                      </a:r>
                      <a:r>
                        <a:rPr lang="en-US" sz="1000" i="0" dirty="0">
                          <a:latin typeface="Trebuchet MS" panose="020B0603020202020204" pitchFamily="34" charset="0"/>
                          <a:cs typeface="Arial" panose="020B0604020202020204" pitchFamily="34" charset="0"/>
                        </a:rPr>
                        <a:t> data </a:t>
                      </a:r>
                      <a:r>
                        <a:rPr lang="en-US" sz="1000" i="0" dirty="0" err="1">
                          <a:latin typeface="Trebuchet MS" panose="020B0603020202020204" pitchFamily="34" charset="0"/>
                          <a:cs typeface="Arial" panose="020B0604020202020204" pitchFamily="34" charset="0"/>
                        </a:rPr>
                        <a:t>historis</a:t>
                      </a:r>
                      <a:r>
                        <a:rPr lang="en-US" sz="1000" i="0" dirty="0">
                          <a:latin typeface="Trebuchet MS" panose="020B0603020202020204" pitchFamily="34" charset="0"/>
                          <a:cs typeface="Arial" panose="020B0604020202020204" pitchFamily="34" charset="0"/>
                        </a:rPr>
                        <a:t>.</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l"/>
                      <a:endParaRPr lang="en-US" sz="1000">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
        <p:nvSpPr>
          <p:cNvPr id="4" name="Rectangle 3">
            <a:extLst>
              <a:ext uri="{FF2B5EF4-FFF2-40B4-BE49-F238E27FC236}">
                <a16:creationId xmlns:a16="http://schemas.microsoft.com/office/drawing/2014/main" id="{AF115550-7B01-8169-76D5-635B29DBDA29}"/>
              </a:ext>
            </a:extLst>
          </p:cNvPr>
          <p:cNvSpPr/>
          <p:nvPr/>
        </p:nvSpPr>
        <p:spPr>
          <a:xfrm>
            <a:off x="10525125" y="153178"/>
            <a:ext cx="1447800" cy="486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CONTOH</a:t>
            </a:r>
            <a:endParaRPr lang="en-ID" b="1" dirty="0"/>
          </a:p>
        </p:txBody>
      </p:sp>
    </p:spTree>
    <p:extLst>
      <p:ext uri="{BB962C8B-B14F-4D97-AF65-F5344CB8AC3E}">
        <p14:creationId xmlns:p14="http://schemas.microsoft.com/office/powerpoint/2010/main" val="4055145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400" dirty="0"/>
              <a:t>7.4 Program </a:t>
            </a:r>
            <a:r>
              <a:rPr sz="2400" dirty="0" err="1"/>
              <a:t>atau</a:t>
            </a:r>
            <a:r>
              <a:rPr sz="2400" dirty="0"/>
              <a:t> </a:t>
            </a:r>
            <a:r>
              <a:rPr sz="2400" dirty="0" err="1"/>
              <a:t>Inisiatif</a:t>
            </a:r>
            <a:r>
              <a:rPr sz="2400" dirty="0"/>
              <a:t> </a:t>
            </a:r>
            <a:r>
              <a:rPr sz="2400" dirty="0" err="1"/>
              <a:t>Strategis</a:t>
            </a:r>
            <a:r>
              <a:rPr sz="2400" dirty="0"/>
              <a:t> GRCS</a:t>
            </a:r>
            <a:r>
              <a:rPr lang="en-US" sz="2400" dirty="0"/>
              <a:t> </a:t>
            </a:r>
            <a:r>
              <a:rPr lang="en-US" sz="2400" i="1" dirty="0">
                <a:solidFill>
                  <a:schemeClr val="tx1"/>
                </a:solidFill>
              </a:rPr>
              <a:t>(</a:t>
            </a:r>
            <a:r>
              <a:rPr lang="en-US" sz="2000" i="1" dirty="0">
                <a:solidFill>
                  <a:schemeClr val="tx1"/>
                </a:solidFill>
              </a:rPr>
              <a:t>Governance</a:t>
            </a:r>
            <a:r>
              <a:rPr lang="en-US" sz="2400" i="1" dirty="0">
                <a:solidFill>
                  <a:schemeClr val="tx1"/>
                </a:solidFill>
              </a:rPr>
              <a:t>)</a:t>
            </a:r>
            <a:endParaRPr sz="2400" i="1" dirty="0">
              <a:solidFill>
                <a:schemeClr val="tx1"/>
              </a:solidFill>
            </a:endParaRPr>
          </a:p>
        </p:txBody>
      </p:sp>
      <p:sp>
        <p:nvSpPr>
          <p:cNvPr id="3" name="Text Placeholder 2"/>
          <p:cNvSpPr>
            <a:spLocks noGrp="1"/>
          </p:cNvSpPr>
          <p:nvPr>
            <p:ph type="body" idx="2"/>
          </p:nvPr>
        </p:nvSpPr>
        <p:spPr/>
        <p:txBody>
          <a:bodyPr/>
          <a:lstStyle/>
          <a:p>
            <a:pPr marL="266700" indent="-266700">
              <a:buFont typeface="+mj-lt"/>
              <a:buAutoNum type="arabicPeriod"/>
            </a:pPr>
            <a:r>
              <a:rPr lang="en-US" i="1" dirty="0" err="1">
                <a:latin typeface="Trebuchet MS" panose="020B0603020202020204" pitchFamily="34" charset="0"/>
              </a:rPr>
              <a:t>Diisi</a:t>
            </a:r>
            <a:r>
              <a:rPr lang="en-US" i="1" dirty="0">
                <a:latin typeface="Trebuchet MS" panose="020B0603020202020204" pitchFamily="34" charset="0"/>
              </a:rPr>
              <a:t> nama program </a:t>
            </a:r>
            <a:r>
              <a:rPr lang="en-US" i="1" dirty="0" err="1">
                <a:latin typeface="Trebuchet MS" panose="020B0603020202020204" pitchFamily="34" charset="0"/>
              </a:rPr>
              <a:t>atau</a:t>
            </a:r>
            <a:r>
              <a:rPr lang="en-US" i="1" dirty="0">
                <a:latin typeface="Trebuchet MS" panose="020B0603020202020204" pitchFamily="34" charset="0"/>
              </a:rPr>
              <a:t> </a:t>
            </a:r>
            <a:r>
              <a:rPr lang="en-US" i="1" dirty="0" err="1">
                <a:latin typeface="Trebuchet MS" panose="020B0603020202020204" pitchFamily="34" charset="0"/>
              </a:rPr>
              <a:t>inisiatif</a:t>
            </a:r>
            <a:r>
              <a:rPr lang="en-US" i="1" dirty="0">
                <a:latin typeface="Trebuchet MS" panose="020B0603020202020204" pitchFamily="34" charset="0"/>
              </a:rPr>
              <a:t> </a:t>
            </a:r>
            <a:r>
              <a:rPr lang="en-US" i="1" dirty="0" err="1">
                <a:latin typeface="Trebuchet MS" panose="020B0603020202020204" pitchFamily="34" charset="0"/>
              </a:rPr>
              <a:t>strategis</a:t>
            </a:r>
            <a:endParaRPr i="1" dirty="0">
              <a:latin typeface="Trebuchet MS" panose="020B0603020202020204" pitchFamily="34" charset="0"/>
            </a:endParaRPr>
          </a:p>
        </p:txBody>
      </p:sp>
      <p:graphicFrame>
        <p:nvGraphicFramePr>
          <p:cNvPr id="7" name="Table 6">
            <a:extLst>
              <a:ext uri="{FF2B5EF4-FFF2-40B4-BE49-F238E27FC236}">
                <a16:creationId xmlns:a16="http://schemas.microsoft.com/office/drawing/2014/main" id="{99A1B3F4-6160-9295-FA79-5E71FDA812FB}"/>
              </a:ext>
            </a:extLst>
          </p:cNvPr>
          <p:cNvGraphicFramePr>
            <a:graphicFrameLocks noGrp="1"/>
          </p:cNvGraphicFramePr>
          <p:nvPr>
            <p:extLst>
              <p:ext uri="{D42A27DB-BD31-4B8C-83A1-F6EECF244321}">
                <p14:modId xmlns:p14="http://schemas.microsoft.com/office/powerpoint/2010/main" val="1154012887"/>
              </p:ext>
            </p:extLst>
          </p:nvPr>
        </p:nvGraphicFramePr>
        <p:xfrm>
          <a:off x="319174" y="1239624"/>
          <a:ext cx="11553652" cy="4325787"/>
        </p:xfrm>
        <a:graphic>
          <a:graphicData uri="http://schemas.openxmlformats.org/drawingml/2006/table">
            <a:tbl>
              <a:tblPr firstRow="1" bandRow="1"/>
              <a:tblGrid>
                <a:gridCol w="3999342">
                  <a:extLst>
                    <a:ext uri="{9D8B030D-6E8A-4147-A177-3AD203B41FA5}">
                      <a16:colId xmlns:a16="http://schemas.microsoft.com/office/drawing/2014/main" val="20000"/>
                    </a:ext>
                  </a:extLst>
                </a:gridCol>
                <a:gridCol w="3554970">
                  <a:extLst>
                    <a:ext uri="{9D8B030D-6E8A-4147-A177-3AD203B41FA5}">
                      <a16:colId xmlns:a16="http://schemas.microsoft.com/office/drawing/2014/main" val="20001"/>
                    </a:ext>
                  </a:extLst>
                </a:gridCol>
                <a:gridCol w="1999670">
                  <a:extLst>
                    <a:ext uri="{9D8B030D-6E8A-4147-A177-3AD203B41FA5}">
                      <a16:colId xmlns:a16="http://schemas.microsoft.com/office/drawing/2014/main" val="20002"/>
                    </a:ext>
                  </a:extLst>
                </a:gridCol>
                <a:gridCol w="1999670">
                  <a:extLst>
                    <a:ext uri="{9D8B030D-6E8A-4147-A177-3AD203B41FA5}">
                      <a16:colId xmlns:a16="http://schemas.microsoft.com/office/drawing/2014/main" val="20003"/>
                    </a:ext>
                  </a:extLst>
                </a:gridCol>
              </a:tblGrid>
              <a:tr h="240146">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Inisiatif</a:t>
                      </a:r>
                      <a:r>
                        <a:rPr lang="en-US" sz="1000" b="1" dirty="0">
                          <a:solidFill>
                            <a:srgbClr val="FFFFFF"/>
                          </a:solidFill>
                          <a:latin typeface="Trebuchet MS" panose="020B0603020202020204" pitchFamily="34" charset="0"/>
                          <a:cs typeface="Arial"/>
                        </a:rPr>
                        <a:t> Strategi RJPP</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Objective Scorecard</a:t>
                      </a:r>
                    </a:p>
                  </a:txBody>
                  <a:tcPr marL="36000" marR="36000" marT="36000" marB="36000" anchor="ctr">
                    <a:lnL w="6350" cap="flat" cmpd="sng" algn="ctr">
                      <a:solidFill>
                        <a:sysClr val="window" lastClr="FFFFFF"/>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Program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pPr algn="ctr"/>
                      <a:endParaRPr lang="en-US" sz="800" b="1">
                        <a:solidFill>
                          <a:srgbClr val="FFFFFF"/>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2352634308"/>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D" sz="1000" i="1" dirty="0">
                        <a:latin typeface="Trebuchet MS" panose="020B0603020202020204" pitchFamily="34" charset="0"/>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800" b="1">
                        <a:solidFill>
                          <a:schemeClr val="tx1"/>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340212"/>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 </a:t>
                      </a:r>
                      <a:r>
                        <a:rPr lang="en-US" sz="1000" b="1" dirty="0" err="1">
                          <a:solidFill>
                            <a:srgbClr val="FFFFFF"/>
                          </a:solidFill>
                          <a:latin typeface="Trebuchet MS" panose="020B0603020202020204" pitchFamily="34" charset="0"/>
                          <a:cs typeface="Arial"/>
                        </a:rPr>
                        <a:t>Pemimpin</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err="1">
                          <a:solidFill>
                            <a:srgbClr val="FFFFFF"/>
                          </a:solidFill>
                          <a:latin typeface="Trebuchet MS" panose="020B0603020202020204" pitchFamily="34" charset="0"/>
                          <a:cs typeface="Arial"/>
                        </a:rPr>
                        <a:t>Pemilik</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Mulai</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a:t>
                      </a:r>
                      <a:r>
                        <a:rPr lang="en-US" sz="1000" b="1" dirty="0" err="1">
                          <a:solidFill>
                            <a:srgbClr val="FFFFFF"/>
                          </a:solidFill>
                          <a:latin typeface="Trebuchet MS" panose="020B0603020202020204" pitchFamily="34" charset="0"/>
                          <a:cs typeface="Arial"/>
                        </a:rPr>
                        <a:t>Selesai</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extLst>
                  <a:ext uri="{0D108BD9-81ED-4DB2-BD59-A6C34878D82A}">
                    <a16:rowId xmlns:a16="http://schemas.microsoft.com/office/drawing/2014/main" val="10000"/>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spcAft>
                          <a:spcPts val="0"/>
                        </a:spcAft>
                      </a:pPr>
                      <a:endParaRPr lang="en-US" sz="1000" b="0" i="0" dirty="0">
                        <a:solidFill>
                          <a:schemeClr val="tx1"/>
                        </a:solidFill>
                        <a:effectLst/>
                        <a:latin typeface="Trebuchet MS" panose="020B0603020202020204" pitchFamily="34" charset="0"/>
                        <a:ea typeface="Times New Roman"/>
                        <a:cs typeface="Arial"/>
                      </a:endParaRPr>
                    </a:p>
                  </a:txBody>
                  <a:tcPr marL="68580" marR="68580" marT="0" marB="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Deskripsi</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Tujuan &amp; Hasil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kern="1200" dirty="0">
                          <a:solidFill>
                            <a:srgbClr val="FFFFFF"/>
                          </a:solidFill>
                          <a:latin typeface="Trebuchet MS" panose="020B0603020202020204" pitchFamily="34" charset="0"/>
                          <a:ea typeface="+mn-ea"/>
                          <a:cs typeface="Arial"/>
                        </a:rPr>
                        <a:t>Target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209646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588" marR="0" lvl="1" indent="0" algn="just" defTabSz="912813" rtl="0" eaLnBrk="1" fontAlgn="base" latinLnBrk="0" hangingPunct="1">
                        <a:lnSpc>
                          <a:spcPct val="100000"/>
                        </a:lnSpc>
                        <a:spcBef>
                          <a:spcPts val="0"/>
                        </a:spcBef>
                        <a:spcAft>
                          <a:spcPts val="600"/>
                        </a:spcAft>
                        <a:buClrTx/>
                        <a:buSzPct val="120000"/>
                        <a:buFont typeface="Wingdings" panose="05000000000000000000" pitchFamily="2" charset="2"/>
                        <a:buNone/>
                        <a:tabLst/>
                        <a:defRPr/>
                      </a:pPr>
                      <a:endParaRPr lang="en-GB" sz="1000" b="0" i="1"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270" marR="0" lvl="1" indent="0" algn="l"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US" sz="1000" b="1" i="0" kern="1200" baseline="0" dirty="0" err="1">
                          <a:solidFill>
                            <a:srgbClr val="000000"/>
                          </a:solidFill>
                          <a:latin typeface="Trebuchet MS" panose="020B0603020202020204" pitchFamily="34" charset="0"/>
                          <a:ea typeface="MS PGothic"/>
                          <a:cs typeface="+mn-cs"/>
                        </a:rPr>
                        <a:t>Kualitatif</a:t>
                      </a:r>
                      <a:r>
                        <a:rPr lang="en-US" sz="1000" b="0" i="0" kern="1200" baseline="0" dirty="0">
                          <a:solidFill>
                            <a:srgbClr val="000000"/>
                          </a:solidFill>
                          <a:latin typeface="Trebuchet MS" panose="020B0603020202020204" pitchFamily="34" charset="0"/>
                          <a:ea typeface="MS PGothic"/>
                          <a:cs typeface="+mn-cs"/>
                        </a:rPr>
                        <a:t> :</a:t>
                      </a: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GB" sz="1000" b="1" i="0" baseline="0" dirty="0" err="1">
                          <a:solidFill>
                            <a:srgbClr val="000000"/>
                          </a:solidFill>
                          <a:latin typeface="Trebuchet MS" panose="020B0603020202020204" pitchFamily="34" charset="0"/>
                          <a:ea typeface="MS PGothic"/>
                        </a:rPr>
                        <a:t>Kuantitatif</a:t>
                      </a:r>
                      <a:r>
                        <a:rPr lang="en-GB" sz="1000" i="0" baseline="0" dirty="0">
                          <a:solidFill>
                            <a:srgbClr val="000000"/>
                          </a:solidFill>
                          <a:latin typeface="Trebuchet MS" panose="020B0603020202020204" pitchFamily="34" charset="0"/>
                          <a:ea typeface="MS PGothic"/>
                        </a:rPr>
                        <a:t> :</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just" defTabSz="914377" rtl="0" eaLnBrk="1" fontAlgn="auto" latinLnBrk="0" hangingPunct="1">
                        <a:lnSpc>
                          <a:spcPct val="100000"/>
                        </a:lnSpc>
                        <a:spcBef>
                          <a:spcPts val="0"/>
                        </a:spcBef>
                        <a:spcAft>
                          <a:spcPts val="200"/>
                        </a:spcAft>
                        <a:buClrTx/>
                        <a:buSzTx/>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chemeClr val="bg1"/>
                          </a:solidFill>
                          <a:latin typeface="Trebuchet MS" panose="020B0603020202020204" pitchFamily="34" charset="0"/>
                          <a:cs typeface="Arial"/>
                        </a:rPr>
                        <a:t>Rencana</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Anggaran</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Belanja</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Trebuchet MS" panose="020B0603020202020204" pitchFamily="34" charset="0"/>
                          <a:cs typeface="Arial"/>
                        </a:rPr>
                        <a:t>Risiko </a:t>
                      </a:r>
                      <a:r>
                        <a:rPr lang="en-US" sz="1000" b="1" dirty="0" err="1">
                          <a:solidFill>
                            <a:schemeClr val="bg1"/>
                          </a:solidFill>
                          <a:latin typeface="Trebuchet MS" panose="020B0603020202020204" pitchFamily="34" charset="0"/>
                          <a:cs typeface="Arial"/>
                        </a:rPr>
                        <a:t>Implementasi</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Wingdings" charset="2"/>
                        <a:buNone/>
                        <a:tabLst/>
                        <a:defRPr/>
                      </a:pPr>
                      <a:r>
                        <a:rPr lang="en-US" sz="1000" b="1" dirty="0" err="1">
                          <a:solidFill>
                            <a:schemeClr val="bg1"/>
                          </a:solidFill>
                          <a:latin typeface="Trebuchet MS" panose="020B0603020202020204" pitchFamily="34" charset="0"/>
                          <a:cs typeface="Arial"/>
                        </a:rPr>
                        <a:t>Mitigasi</a:t>
                      </a:r>
                      <a:r>
                        <a:rPr lang="en-US" sz="1000" b="1" dirty="0">
                          <a:solidFill>
                            <a:schemeClr val="bg1"/>
                          </a:solidFill>
                          <a:latin typeface="Trebuchet MS" panose="020B0603020202020204" pitchFamily="34" charset="0"/>
                          <a:cs typeface="Arial"/>
                        </a:rPr>
                        <a:t> Risiko</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endParaRPr lang="en-US"/>
                    </a:p>
                  </a:txBody>
                  <a:tcPr/>
                </a:tc>
                <a:extLst>
                  <a:ext uri="{0D108BD9-81ED-4DB2-BD59-A6C34878D82A}">
                    <a16:rowId xmlns:a16="http://schemas.microsoft.com/office/drawing/2014/main" val="10008"/>
                  </a:ext>
                </a:extLst>
              </a:tr>
              <a:tr h="81994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en-US" sz="100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l"/>
                      <a:endParaRPr lang="en-US" sz="1000" dirty="0">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2876-4CDD-7AEA-D5F6-56B44F1FD3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41A1430-20C4-A6E2-0B3C-FD4CAD4D603D}"/>
              </a:ext>
            </a:extLst>
          </p:cNvPr>
          <p:cNvSpPr>
            <a:spLocks noGrp="1"/>
          </p:cNvSpPr>
          <p:nvPr>
            <p:ph type="body" idx="1"/>
          </p:nvPr>
        </p:nvSpPr>
        <p:spPr/>
        <p:txBody>
          <a:bodyPr/>
          <a:lstStyle/>
          <a:p>
            <a:r>
              <a:rPr sz="2400" dirty="0"/>
              <a:t>7.4 Program </a:t>
            </a:r>
            <a:r>
              <a:rPr sz="2400" dirty="0" err="1"/>
              <a:t>atau</a:t>
            </a:r>
            <a:r>
              <a:rPr sz="2400" dirty="0"/>
              <a:t> </a:t>
            </a:r>
            <a:r>
              <a:rPr sz="2400" dirty="0" err="1"/>
              <a:t>Inisiatif</a:t>
            </a:r>
            <a:r>
              <a:rPr sz="2400" dirty="0"/>
              <a:t> </a:t>
            </a:r>
            <a:r>
              <a:rPr sz="2400" dirty="0" err="1"/>
              <a:t>Strategis</a:t>
            </a:r>
            <a:r>
              <a:rPr sz="2400" dirty="0"/>
              <a:t> GRCS</a:t>
            </a:r>
            <a:r>
              <a:rPr lang="en-US" sz="2400" dirty="0"/>
              <a:t> </a:t>
            </a:r>
            <a:r>
              <a:rPr lang="en-US" sz="2400" i="1" dirty="0">
                <a:solidFill>
                  <a:schemeClr val="tx1"/>
                </a:solidFill>
              </a:rPr>
              <a:t>(</a:t>
            </a:r>
            <a:r>
              <a:rPr lang="en-US" sz="2000" i="1" dirty="0">
                <a:solidFill>
                  <a:schemeClr val="tx1"/>
                </a:solidFill>
              </a:rPr>
              <a:t>Risk Management</a:t>
            </a:r>
            <a:r>
              <a:rPr lang="en-US" sz="2400" i="1" dirty="0">
                <a:solidFill>
                  <a:schemeClr val="tx1"/>
                </a:solidFill>
              </a:rPr>
              <a:t>)</a:t>
            </a:r>
            <a:endParaRPr sz="2400" i="1" dirty="0">
              <a:solidFill>
                <a:schemeClr val="tx1"/>
              </a:solidFill>
            </a:endParaRPr>
          </a:p>
        </p:txBody>
      </p:sp>
      <p:sp>
        <p:nvSpPr>
          <p:cNvPr id="3" name="Text Placeholder 2">
            <a:extLst>
              <a:ext uri="{FF2B5EF4-FFF2-40B4-BE49-F238E27FC236}">
                <a16:creationId xmlns:a16="http://schemas.microsoft.com/office/drawing/2014/main" id="{678E7533-522A-9C70-949B-627D46AA3797}"/>
              </a:ext>
            </a:extLst>
          </p:cNvPr>
          <p:cNvSpPr>
            <a:spLocks noGrp="1"/>
          </p:cNvSpPr>
          <p:nvPr>
            <p:ph type="body" idx="2"/>
          </p:nvPr>
        </p:nvSpPr>
        <p:spPr/>
        <p:txBody>
          <a:bodyPr/>
          <a:lstStyle/>
          <a:p>
            <a:pPr marL="266700" indent="-266700">
              <a:buFont typeface="+mj-lt"/>
              <a:buAutoNum type="arabicPeriod"/>
            </a:pPr>
            <a:r>
              <a:rPr lang="en-US" i="1" dirty="0" err="1">
                <a:latin typeface="Trebuchet MS" panose="020B0603020202020204" pitchFamily="34" charset="0"/>
              </a:rPr>
              <a:t>Diisi</a:t>
            </a:r>
            <a:r>
              <a:rPr lang="en-US" i="1" dirty="0">
                <a:latin typeface="Trebuchet MS" panose="020B0603020202020204" pitchFamily="34" charset="0"/>
              </a:rPr>
              <a:t> nama program </a:t>
            </a:r>
            <a:r>
              <a:rPr lang="en-US" i="1" dirty="0" err="1">
                <a:latin typeface="Trebuchet MS" panose="020B0603020202020204" pitchFamily="34" charset="0"/>
              </a:rPr>
              <a:t>atau</a:t>
            </a:r>
            <a:r>
              <a:rPr lang="en-US" i="1" dirty="0">
                <a:latin typeface="Trebuchet MS" panose="020B0603020202020204" pitchFamily="34" charset="0"/>
              </a:rPr>
              <a:t> </a:t>
            </a:r>
            <a:r>
              <a:rPr lang="en-US" i="1" dirty="0" err="1">
                <a:latin typeface="Trebuchet MS" panose="020B0603020202020204" pitchFamily="34" charset="0"/>
              </a:rPr>
              <a:t>inisiatif</a:t>
            </a:r>
            <a:r>
              <a:rPr lang="en-US" i="1" dirty="0">
                <a:latin typeface="Trebuchet MS" panose="020B0603020202020204" pitchFamily="34" charset="0"/>
              </a:rPr>
              <a:t> </a:t>
            </a:r>
            <a:r>
              <a:rPr lang="en-US" i="1" dirty="0" err="1">
                <a:latin typeface="Trebuchet MS" panose="020B0603020202020204" pitchFamily="34" charset="0"/>
              </a:rPr>
              <a:t>strategis</a:t>
            </a:r>
            <a:endParaRPr i="1" dirty="0">
              <a:latin typeface="Trebuchet MS" panose="020B0603020202020204" pitchFamily="34" charset="0"/>
            </a:endParaRPr>
          </a:p>
        </p:txBody>
      </p:sp>
      <p:graphicFrame>
        <p:nvGraphicFramePr>
          <p:cNvPr id="7" name="Table 6">
            <a:extLst>
              <a:ext uri="{FF2B5EF4-FFF2-40B4-BE49-F238E27FC236}">
                <a16:creationId xmlns:a16="http://schemas.microsoft.com/office/drawing/2014/main" id="{7E769101-97F1-4123-3770-C9EDF211EA61}"/>
              </a:ext>
            </a:extLst>
          </p:cNvPr>
          <p:cNvGraphicFramePr>
            <a:graphicFrameLocks noGrp="1"/>
          </p:cNvGraphicFramePr>
          <p:nvPr/>
        </p:nvGraphicFramePr>
        <p:xfrm>
          <a:off x="319174" y="1239624"/>
          <a:ext cx="11553652" cy="4325787"/>
        </p:xfrm>
        <a:graphic>
          <a:graphicData uri="http://schemas.openxmlformats.org/drawingml/2006/table">
            <a:tbl>
              <a:tblPr firstRow="1" bandRow="1"/>
              <a:tblGrid>
                <a:gridCol w="3999342">
                  <a:extLst>
                    <a:ext uri="{9D8B030D-6E8A-4147-A177-3AD203B41FA5}">
                      <a16:colId xmlns:a16="http://schemas.microsoft.com/office/drawing/2014/main" val="20000"/>
                    </a:ext>
                  </a:extLst>
                </a:gridCol>
                <a:gridCol w="3554970">
                  <a:extLst>
                    <a:ext uri="{9D8B030D-6E8A-4147-A177-3AD203B41FA5}">
                      <a16:colId xmlns:a16="http://schemas.microsoft.com/office/drawing/2014/main" val="20001"/>
                    </a:ext>
                  </a:extLst>
                </a:gridCol>
                <a:gridCol w="1999670">
                  <a:extLst>
                    <a:ext uri="{9D8B030D-6E8A-4147-A177-3AD203B41FA5}">
                      <a16:colId xmlns:a16="http://schemas.microsoft.com/office/drawing/2014/main" val="20002"/>
                    </a:ext>
                  </a:extLst>
                </a:gridCol>
                <a:gridCol w="1999670">
                  <a:extLst>
                    <a:ext uri="{9D8B030D-6E8A-4147-A177-3AD203B41FA5}">
                      <a16:colId xmlns:a16="http://schemas.microsoft.com/office/drawing/2014/main" val="20003"/>
                    </a:ext>
                  </a:extLst>
                </a:gridCol>
              </a:tblGrid>
              <a:tr h="240146">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Inisiatif</a:t>
                      </a:r>
                      <a:r>
                        <a:rPr lang="en-US" sz="1000" b="1" dirty="0">
                          <a:solidFill>
                            <a:srgbClr val="FFFFFF"/>
                          </a:solidFill>
                          <a:latin typeface="Trebuchet MS" panose="020B0603020202020204" pitchFamily="34" charset="0"/>
                          <a:cs typeface="Arial"/>
                        </a:rPr>
                        <a:t> Strategi RJPP</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Objective Scorecard</a:t>
                      </a:r>
                    </a:p>
                  </a:txBody>
                  <a:tcPr marL="36000" marR="36000" marT="36000" marB="36000" anchor="ctr">
                    <a:lnL w="6350" cap="flat" cmpd="sng" algn="ctr">
                      <a:solidFill>
                        <a:sysClr val="window" lastClr="FFFFFF"/>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Program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pPr algn="ctr"/>
                      <a:endParaRPr lang="en-US" sz="800" b="1">
                        <a:solidFill>
                          <a:srgbClr val="FFFFFF"/>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2352634308"/>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D" sz="1000" i="1" dirty="0">
                        <a:latin typeface="Trebuchet MS" panose="020B0603020202020204" pitchFamily="34" charset="0"/>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800" b="1">
                        <a:solidFill>
                          <a:schemeClr val="tx1"/>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340212"/>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 </a:t>
                      </a:r>
                      <a:r>
                        <a:rPr lang="en-US" sz="1000" b="1" dirty="0" err="1">
                          <a:solidFill>
                            <a:srgbClr val="FFFFFF"/>
                          </a:solidFill>
                          <a:latin typeface="Trebuchet MS" panose="020B0603020202020204" pitchFamily="34" charset="0"/>
                          <a:cs typeface="Arial"/>
                        </a:rPr>
                        <a:t>Pemimpin</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err="1">
                          <a:solidFill>
                            <a:srgbClr val="FFFFFF"/>
                          </a:solidFill>
                          <a:latin typeface="Trebuchet MS" panose="020B0603020202020204" pitchFamily="34" charset="0"/>
                          <a:cs typeface="Arial"/>
                        </a:rPr>
                        <a:t>Pemilik</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Mulai</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a:t>
                      </a:r>
                      <a:r>
                        <a:rPr lang="en-US" sz="1000" b="1" dirty="0" err="1">
                          <a:solidFill>
                            <a:srgbClr val="FFFFFF"/>
                          </a:solidFill>
                          <a:latin typeface="Trebuchet MS" panose="020B0603020202020204" pitchFamily="34" charset="0"/>
                          <a:cs typeface="Arial"/>
                        </a:rPr>
                        <a:t>Selesai</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extLst>
                  <a:ext uri="{0D108BD9-81ED-4DB2-BD59-A6C34878D82A}">
                    <a16:rowId xmlns:a16="http://schemas.microsoft.com/office/drawing/2014/main" val="10000"/>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spcAft>
                          <a:spcPts val="0"/>
                        </a:spcAft>
                      </a:pPr>
                      <a:endParaRPr lang="en-US" sz="1000" b="0" i="0" dirty="0">
                        <a:solidFill>
                          <a:schemeClr val="tx1"/>
                        </a:solidFill>
                        <a:effectLst/>
                        <a:latin typeface="Trebuchet MS" panose="020B0603020202020204" pitchFamily="34" charset="0"/>
                        <a:ea typeface="Times New Roman"/>
                        <a:cs typeface="Arial"/>
                      </a:endParaRPr>
                    </a:p>
                  </a:txBody>
                  <a:tcPr marL="68580" marR="68580" marT="0" marB="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Deskripsi</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Tujuan &amp; Hasil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kern="1200" dirty="0">
                          <a:solidFill>
                            <a:srgbClr val="FFFFFF"/>
                          </a:solidFill>
                          <a:latin typeface="Trebuchet MS" panose="020B0603020202020204" pitchFamily="34" charset="0"/>
                          <a:ea typeface="+mn-ea"/>
                          <a:cs typeface="Arial"/>
                        </a:rPr>
                        <a:t>Target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209646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588" marR="0" lvl="1" indent="0" algn="just" defTabSz="912813" rtl="0" eaLnBrk="1" fontAlgn="base" latinLnBrk="0" hangingPunct="1">
                        <a:lnSpc>
                          <a:spcPct val="100000"/>
                        </a:lnSpc>
                        <a:spcBef>
                          <a:spcPts val="0"/>
                        </a:spcBef>
                        <a:spcAft>
                          <a:spcPts val="600"/>
                        </a:spcAft>
                        <a:buClrTx/>
                        <a:buSzPct val="120000"/>
                        <a:buFont typeface="Wingdings" panose="05000000000000000000" pitchFamily="2" charset="2"/>
                        <a:buNone/>
                        <a:tabLst/>
                        <a:defRPr/>
                      </a:pPr>
                      <a:endParaRPr lang="en-GB" sz="1000" b="0" i="1"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270" marR="0" lvl="1" indent="0" algn="l"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US" sz="1000" b="1" i="0" kern="1200" baseline="0" dirty="0" err="1">
                          <a:solidFill>
                            <a:srgbClr val="000000"/>
                          </a:solidFill>
                          <a:latin typeface="Trebuchet MS" panose="020B0603020202020204" pitchFamily="34" charset="0"/>
                          <a:ea typeface="MS PGothic"/>
                          <a:cs typeface="+mn-cs"/>
                        </a:rPr>
                        <a:t>Kualitatif</a:t>
                      </a:r>
                      <a:r>
                        <a:rPr lang="en-US" sz="1000" b="0" i="0" kern="1200" baseline="0" dirty="0">
                          <a:solidFill>
                            <a:srgbClr val="000000"/>
                          </a:solidFill>
                          <a:latin typeface="Trebuchet MS" panose="020B0603020202020204" pitchFamily="34" charset="0"/>
                          <a:ea typeface="MS PGothic"/>
                          <a:cs typeface="+mn-cs"/>
                        </a:rPr>
                        <a:t> :</a:t>
                      </a: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GB" sz="1000" b="1" i="0" baseline="0" dirty="0" err="1">
                          <a:solidFill>
                            <a:srgbClr val="000000"/>
                          </a:solidFill>
                          <a:latin typeface="Trebuchet MS" panose="020B0603020202020204" pitchFamily="34" charset="0"/>
                          <a:ea typeface="MS PGothic"/>
                        </a:rPr>
                        <a:t>Kuantitatif</a:t>
                      </a:r>
                      <a:r>
                        <a:rPr lang="en-GB" sz="1000" i="0" baseline="0" dirty="0">
                          <a:solidFill>
                            <a:srgbClr val="000000"/>
                          </a:solidFill>
                          <a:latin typeface="Trebuchet MS" panose="020B0603020202020204" pitchFamily="34" charset="0"/>
                          <a:ea typeface="MS PGothic"/>
                        </a:rPr>
                        <a:t> :</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just" defTabSz="914377" rtl="0" eaLnBrk="1" fontAlgn="auto" latinLnBrk="0" hangingPunct="1">
                        <a:lnSpc>
                          <a:spcPct val="100000"/>
                        </a:lnSpc>
                        <a:spcBef>
                          <a:spcPts val="0"/>
                        </a:spcBef>
                        <a:spcAft>
                          <a:spcPts val="200"/>
                        </a:spcAft>
                        <a:buClrTx/>
                        <a:buSzTx/>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chemeClr val="bg1"/>
                          </a:solidFill>
                          <a:latin typeface="Trebuchet MS" panose="020B0603020202020204" pitchFamily="34" charset="0"/>
                          <a:cs typeface="Arial"/>
                        </a:rPr>
                        <a:t>Rencana</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Anggaran</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Belanja</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Trebuchet MS" panose="020B0603020202020204" pitchFamily="34" charset="0"/>
                          <a:cs typeface="Arial"/>
                        </a:rPr>
                        <a:t>Risiko </a:t>
                      </a:r>
                      <a:r>
                        <a:rPr lang="en-US" sz="1000" b="1" dirty="0" err="1">
                          <a:solidFill>
                            <a:schemeClr val="bg1"/>
                          </a:solidFill>
                          <a:latin typeface="Trebuchet MS" panose="020B0603020202020204" pitchFamily="34" charset="0"/>
                          <a:cs typeface="Arial"/>
                        </a:rPr>
                        <a:t>Implementasi</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Wingdings" charset="2"/>
                        <a:buNone/>
                        <a:tabLst/>
                        <a:defRPr/>
                      </a:pPr>
                      <a:r>
                        <a:rPr lang="en-US" sz="1000" b="1" dirty="0" err="1">
                          <a:solidFill>
                            <a:schemeClr val="bg1"/>
                          </a:solidFill>
                          <a:latin typeface="Trebuchet MS" panose="020B0603020202020204" pitchFamily="34" charset="0"/>
                          <a:cs typeface="Arial"/>
                        </a:rPr>
                        <a:t>Mitigasi</a:t>
                      </a:r>
                      <a:r>
                        <a:rPr lang="en-US" sz="1000" b="1" dirty="0">
                          <a:solidFill>
                            <a:schemeClr val="bg1"/>
                          </a:solidFill>
                          <a:latin typeface="Trebuchet MS" panose="020B0603020202020204" pitchFamily="34" charset="0"/>
                          <a:cs typeface="Arial"/>
                        </a:rPr>
                        <a:t> Risiko</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endParaRPr lang="en-US"/>
                    </a:p>
                  </a:txBody>
                  <a:tcPr/>
                </a:tc>
                <a:extLst>
                  <a:ext uri="{0D108BD9-81ED-4DB2-BD59-A6C34878D82A}">
                    <a16:rowId xmlns:a16="http://schemas.microsoft.com/office/drawing/2014/main" val="10008"/>
                  </a:ext>
                </a:extLst>
              </a:tr>
              <a:tr h="81994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en-US" sz="100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l"/>
                      <a:endParaRPr lang="en-US" sz="1000" dirty="0">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8195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AC49C-94F4-DC35-2356-76B5AFC6351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F9D152-96BC-6A4A-C856-3A493499D87F}"/>
              </a:ext>
            </a:extLst>
          </p:cNvPr>
          <p:cNvSpPr>
            <a:spLocks noGrp="1"/>
          </p:cNvSpPr>
          <p:nvPr>
            <p:ph type="body" idx="1"/>
          </p:nvPr>
        </p:nvSpPr>
        <p:spPr/>
        <p:txBody>
          <a:bodyPr/>
          <a:lstStyle/>
          <a:p>
            <a:r>
              <a:rPr sz="2400" dirty="0"/>
              <a:t>7.4 Program </a:t>
            </a:r>
            <a:r>
              <a:rPr sz="2400" dirty="0" err="1"/>
              <a:t>atau</a:t>
            </a:r>
            <a:r>
              <a:rPr sz="2400" dirty="0"/>
              <a:t> </a:t>
            </a:r>
            <a:r>
              <a:rPr sz="2400" dirty="0" err="1"/>
              <a:t>Inisiatif</a:t>
            </a:r>
            <a:r>
              <a:rPr sz="2400" dirty="0"/>
              <a:t> </a:t>
            </a:r>
            <a:r>
              <a:rPr sz="2400" dirty="0" err="1"/>
              <a:t>Strategis</a:t>
            </a:r>
            <a:r>
              <a:rPr sz="2400" dirty="0"/>
              <a:t> GRCS</a:t>
            </a:r>
            <a:r>
              <a:rPr lang="en-US" sz="2400" dirty="0"/>
              <a:t> </a:t>
            </a:r>
            <a:r>
              <a:rPr lang="en-US" sz="2400" i="1" dirty="0">
                <a:solidFill>
                  <a:schemeClr val="tx1"/>
                </a:solidFill>
              </a:rPr>
              <a:t>(</a:t>
            </a:r>
            <a:r>
              <a:rPr lang="en-US" sz="2000" i="1" dirty="0">
                <a:solidFill>
                  <a:schemeClr val="tx1"/>
                </a:solidFill>
              </a:rPr>
              <a:t>Compliance</a:t>
            </a:r>
            <a:r>
              <a:rPr lang="en-US" sz="2400" i="1" dirty="0">
                <a:solidFill>
                  <a:schemeClr val="tx1"/>
                </a:solidFill>
              </a:rPr>
              <a:t>)</a:t>
            </a:r>
            <a:endParaRPr sz="2400" i="1" dirty="0">
              <a:solidFill>
                <a:schemeClr val="tx1"/>
              </a:solidFill>
            </a:endParaRPr>
          </a:p>
        </p:txBody>
      </p:sp>
      <p:sp>
        <p:nvSpPr>
          <p:cNvPr id="3" name="Text Placeholder 2">
            <a:extLst>
              <a:ext uri="{FF2B5EF4-FFF2-40B4-BE49-F238E27FC236}">
                <a16:creationId xmlns:a16="http://schemas.microsoft.com/office/drawing/2014/main" id="{FC21DDBE-32F6-85D2-A618-D4FECEB363AF}"/>
              </a:ext>
            </a:extLst>
          </p:cNvPr>
          <p:cNvSpPr>
            <a:spLocks noGrp="1"/>
          </p:cNvSpPr>
          <p:nvPr>
            <p:ph type="body" idx="2"/>
          </p:nvPr>
        </p:nvSpPr>
        <p:spPr/>
        <p:txBody>
          <a:bodyPr/>
          <a:lstStyle/>
          <a:p>
            <a:pPr marL="266700" indent="-266700">
              <a:buFont typeface="+mj-lt"/>
              <a:buAutoNum type="arabicPeriod"/>
            </a:pPr>
            <a:r>
              <a:rPr lang="en-US" i="1" dirty="0" err="1">
                <a:latin typeface="Trebuchet MS" panose="020B0603020202020204" pitchFamily="34" charset="0"/>
              </a:rPr>
              <a:t>Diisi</a:t>
            </a:r>
            <a:r>
              <a:rPr lang="en-US" i="1" dirty="0">
                <a:latin typeface="Trebuchet MS" panose="020B0603020202020204" pitchFamily="34" charset="0"/>
              </a:rPr>
              <a:t> nama program </a:t>
            </a:r>
            <a:r>
              <a:rPr lang="en-US" i="1" dirty="0" err="1">
                <a:latin typeface="Trebuchet MS" panose="020B0603020202020204" pitchFamily="34" charset="0"/>
              </a:rPr>
              <a:t>atau</a:t>
            </a:r>
            <a:r>
              <a:rPr lang="en-US" i="1" dirty="0">
                <a:latin typeface="Trebuchet MS" panose="020B0603020202020204" pitchFamily="34" charset="0"/>
              </a:rPr>
              <a:t> </a:t>
            </a:r>
            <a:r>
              <a:rPr lang="en-US" i="1" dirty="0" err="1">
                <a:latin typeface="Trebuchet MS" panose="020B0603020202020204" pitchFamily="34" charset="0"/>
              </a:rPr>
              <a:t>inisiatif</a:t>
            </a:r>
            <a:r>
              <a:rPr lang="en-US" i="1" dirty="0">
                <a:latin typeface="Trebuchet MS" panose="020B0603020202020204" pitchFamily="34" charset="0"/>
              </a:rPr>
              <a:t> </a:t>
            </a:r>
            <a:r>
              <a:rPr lang="en-US" i="1" dirty="0" err="1">
                <a:latin typeface="Trebuchet MS" panose="020B0603020202020204" pitchFamily="34" charset="0"/>
              </a:rPr>
              <a:t>strategis</a:t>
            </a:r>
            <a:endParaRPr i="1" dirty="0">
              <a:latin typeface="Trebuchet MS" panose="020B0603020202020204" pitchFamily="34" charset="0"/>
            </a:endParaRPr>
          </a:p>
        </p:txBody>
      </p:sp>
      <p:graphicFrame>
        <p:nvGraphicFramePr>
          <p:cNvPr id="7" name="Table 6">
            <a:extLst>
              <a:ext uri="{FF2B5EF4-FFF2-40B4-BE49-F238E27FC236}">
                <a16:creationId xmlns:a16="http://schemas.microsoft.com/office/drawing/2014/main" id="{F9563DA5-FD39-2956-9CFF-CDD6E4120C5F}"/>
              </a:ext>
            </a:extLst>
          </p:cNvPr>
          <p:cNvGraphicFramePr>
            <a:graphicFrameLocks noGrp="1"/>
          </p:cNvGraphicFramePr>
          <p:nvPr/>
        </p:nvGraphicFramePr>
        <p:xfrm>
          <a:off x="319174" y="1239624"/>
          <a:ext cx="11553652" cy="4325787"/>
        </p:xfrm>
        <a:graphic>
          <a:graphicData uri="http://schemas.openxmlformats.org/drawingml/2006/table">
            <a:tbl>
              <a:tblPr firstRow="1" bandRow="1"/>
              <a:tblGrid>
                <a:gridCol w="3999342">
                  <a:extLst>
                    <a:ext uri="{9D8B030D-6E8A-4147-A177-3AD203B41FA5}">
                      <a16:colId xmlns:a16="http://schemas.microsoft.com/office/drawing/2014/main" val="20000"/>
                    </a:ext>
                  </a:extLst>
                </a:gridCol>
                <a:gridCol w="3554970">
                  <a:extLst>
                    <a:ext uri="{9D8B030D-6E8A-4147-A177-3AD203B41FA5}">
                      <a16:colId xmlns:a16="http://schemas.microsoft.com/office/drawing/2014/main" val="20001"/>
                    </a:ext>
                  </a:extLst>
                </a:gridCol>
                <a:gridCol w="1999670">
                  <a:extLst>
                    <a:ext uri="{9D8B030D-6E8A-4147-A177-3AD203B41FA5}">
                      <a16:colId xmlns:a16="http://schemas.microsoft.com/office/drawing/2014/main" val="20002"/>
                    </a:ext>
                  </a:extLst>
                </a:gridCol>
                <a:gridCol w="1999670">
                  <a:extLst>
                    <a:ext uri="{9D8B030D-6E8A-4147-A177-3AD203B41FA5}">
                      <a16:colId xmlns:a16="http://schemas.microsoft.com/office/drawing/2014/main" val="20003"/>
                    </a:ext>
                  </a:extLst>
                </a:gridCol>
              </a:tblGrid>
              <a:tr h="240146">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Inisiatif</a:t>
                      </a:r>
                      <a:r>
                        <a:rPr lang="en-US" sz="1000" b="1" dirty="0">
                          <a:solidFill>
                            <a:srgbClr val="FFFFFF"/>
                          </a:solidFill>
                          <a:latin typeface="Trebuchet MS" panose="020B0603020202020204" pitchFamily="34" charset="0"/>
                          <a:cs typeface="Arial"/>
                        </a:rPr>
                        <a:t> Strategi RJPP</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Objective Scorecard</a:t>
                      </a:r>
                    </a:p>
                  </a:txBody>
                  <a:tcPr marL="36000" marR="36000" marT="36000" marB="36000" anchor="ctr">
                    <a:lnL w="6350" cap="flat" cmpd="sng" algn="ctr">
                      <a:solidFill>
                        <a:sysClr val="window" lastClr="FFFFFF"/>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Program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pPr algn="ctr"/>
                      <a:endParaRPr lang="en-US" sz="800" b="1">
                        <a:solidFill>
                          <a:srgbClr val="FFFFFF"/>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2352634308"/>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D" sz="1000" i="1" dirty="0">
                        <a:latin typeface="Trebuchet MS" panose="020B0603020202020204" pitchFamily="34" charset="0"/>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800" b="1">
                        <a:solidFill>
                          <a:schemeClr val="tx1"/>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340212"/>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 </a:t>
                      </a:r>
                      <a:r>
                        <a:rPr lang="en-US" sz="1000" b="1" dirty="0" err="1">
                          <a:solidFill>
                            <a:srgbClr val="FFFFFF"/>
                          </a:solidFill>
                          <a:latin typeface="Trebuchet MS" panose="020B0603020202020204" pitchFamily="34" charset="0"/>
                          <a:cs typeface="Arial"/>
                        </a:rPr>
                        <a:t>Pemimpin</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err="1">
                          <a:solidFill>
                            <a:srgbClr val="FFFFFF"/>
                          </a:solidFill>
                          <a:latin typeface="Trebuchet MS" panose="020B0603020202020204" pitchFamily="34" charset="0"/>
                          <a:cs typeface="Arial"/>
                        </a:rPr>
                        <a:t>Pemilik</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Mulai</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a:t>
                      </a:r>
                      <a:r>
                        <a:rPr lang="en-US" sz="1000" b="1" dirty="0" err="1">
                          <a:solidFill>
                            <a:srgbClr val="FFFFFF"/>
                          </a:solidFill>
                          <a:latin typeface="Trebuchet MS" panose="020B0603020202020204" pitchFamily="34" charset="0"/>
                          <a:cs typeface="Arial"/>
                        </a:rPr>
                        <a:t>Selesai</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extLst>
                  <a:ext uri="{0D108BD9-81ED-4DB2-BD59-A6C34878D82A}">
                    <a16:rowId xmlns:a16="http://schemas.microsoft.com/office/drawing/2014/main" val="10000"/>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spcAft>
                          <a:spcPts val="0"/>
                        </a:spcAft>
                      </a:pPr>
                      <a:endParaRPr lang="en-US" sz="1000" b="0" i="0" dirty="0">
                        <a:solidFill>
                          <a:schemeClr val="tx1"/>
                        </a:solidFill>
                        <a:effectLst/>
                        <a:latin typeface="Trebuchet MS" panose="020B0603020202020204" pitchFamily="34" charset="0"/>
                        <a:ea typeface="Times New Roman"/>
                        <a:cs typeface="Arial"/>
                      </a:endParaRPr>
                    </a:p>
                  </a:txBody>
                  <a:tcPr marL="68580" marR="68580" marT="0" marB="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Deskripsi</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Tujuan &amp; Hasil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kern="1200" dirty="0">
                          <a:solidFill>
                            <a:srgbClr val="FFFFFF"/>
                          </a:solidFill>
                          <a:latin typeface="Trebuchet MS" panose="020B0603020202020204" pitchFamily="34" charset="0"/>
                          <a:ea typeface="+mn-ea"/>
                          <a:cs typeface="Arial"/>
                        </a:rPr>
                        <a:t>Target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209646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588" marR="0" lvl="1" indent="0" algn="just" defTabSz="912813" rtl="0" eaLnBrk="1" fontAlgn="base" latinLnBrk="0" hangingPunct="1">
                        <a:lnSpc>
                          <a:spcPct val="100000"/>
                        </a:lnSpc>
                        <a:spcBef>
                          <a:spcPts val="0"/>
                        </a:spcBef>
                        <a:spcAft>
                          <a:spcPts val="600"/>
                        </a:spcAft>
                        <a:buClrTx/>
                        <a:buSzPct val="120000"/>
                        <a:buFont typeface="Wingdings" panose="05000000000000000000" pitchFamily="2" charset="2"/>
                        <a:buNone/>
                        <a:tabLst/>
                        <a:defRPr/>
                      </a:pPr>
                      <a:endParaRPr lang="en-GB" sz="1000" b="0" i="1"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270" marR="0" lvl="1" indent="0" algn="l"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US" sz="1000" b="1" i="0" kern="1200" baseline="0" dirty="0" err="1">
                          <a:solidFill>
                            <a:srgbClr val="000000"/>
                          </a:solidFill>
                          <a:latin typeface="Trebuchet MS" panose="020B0603020202020204" pitchFamily="34" charset="0"/>
                          <a:ea typeface="MS PGothic"/>
                          <a:cs typeface="+mn-cs"/>
                        </a:rPr>
                        <a:t>Kualitatif</a:t>
                      </a:r>
                      <a:r>
                        <a:rPr lang="en-US" sz="1000" b="0" i="0" kern="1200" baseline="0" dirty="0">
                          <a:solidFill>
                            <a:srgbClr val="000000"/>
                          </a:solidFill>
                          <a:latin typeface="Trebuchet MS" panose="020B0603020202020204" pitchFamily="34" charset="0"/>
                          <a:ea typeface="MS PGothic"/>
                          <a:cs typeface="+mn-cs"/>
                        </a:rPr>
                        <a:t> :</a:t>
                      </a: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GB" sz="1000" b="1" i="0" baseline="0" dirty="0" err="1">
                          <a:solidFill>
                            <a:srgbClr val="000000"/>
                          </a:solidFill>
                          <a:latin typeface="Trebuchet MS" panose="020B0603020202020204" pitchFamily="34" charset="0"/>
                          <a:ea typeface="MS PGothic"/>
                        </a:rPr>
                        <a:t>Kuantitatif</a:t>
                      </a:r>
                      <a:r>
                        <a:rPr lang="en-GB" sz="1000" i="0" baseline="0" dirty="0">
                          <a:solidFill>
                            <a:srgbClr val="000000"/>
                          </a:solidFill>
                          <a:latin typeface="Trebuchet MS" panose="020B0603020202020204" pitchFamily="34" charset="0"/>
                          <a:ea typeface="MS PGothic"/>
                        </a:rPr>
                        <a:t> :</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just" defTabSz="914377" rtl="0" eaLnBrk="1" fontAlgn="auto" latinLnBrk="0" hangingPunct="1">
                        <a:lnSpc>
                          <a:spcPct val="100000"/>
                        </a:lnSpc>
                        <a:spcBef>
                          <a:spcPts val="0"/>
                        </a:spcBef>
                        <a:spcAft>
                          <a:spcPts val="200"/>
                        </a:spcAft>
                        <a:buClrTx/>
                        <a:buSzTx/>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chemeClr val="bg1"/>
                          </a:solidFill>
                          <a:latin typeface="Trebuchet MS" panose="020B0603020202020204" pitchFamily="34" charset="0"/>
                          <a:cs typeface="Arial"/>
                        </a:rPr>
                        <a:t>Rencana</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Anggaran</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Belanja</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Trebuchet MS" panose="020B0603020202020204" pitchFamily="34" charset="0"/>
                          <a:cs typeface="Arial"/>
                        </a:rPr>
                        <a:t>Risiko </a:t>
                      </a:r>
                      <a:r>
                        <a:rPr lang="en-US" sz="1000" b="1" dirty="0" err="1">
                          <a:solidFill>
                            <a:schemeClr val="bg1"/>
                          </a:solidFill>
                          <a:latin typeface="Trebuchet MS" panose="020B0603020202020204" pitchFamily="34" charset="0"/>
                          <a:cs typeface="Arial"/>
                        </a:rPr>
                        <a:t>Implementasi</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Wingdings" charset="2"/>
                        <a:buNone/>
                        <a:tabLst/>
                        <a:defRPr/>
                      </a:pPr>
                      <a:r>
                        <a:rPr lang="en-US" sz="1000" b="1" dirty="0" err="1">
                          <a:solidFill>
                            <a:schemeClr val="bg1"/>
                          </a:solidFill>
                          <a:latin typeface="Trebuchet MS" panose="020B0603020202020204" pitchFamily="34" charset="0"/>
                          <a:cs typeface="Arial"/>
                        </a:rPr>
                        <a:t>Mitigasi</a:t>
                      </a:r>
                      <a:r>
                        <a:rPr lang="en-US" sz="1000" b="1" dirty="0">
                          <a:solidFill>
                            <a:schemeClr val="bg1"/>
                          </a:solidFill>
                          <a:latin typeface="Trebuchet MS" panose="020B0603020202020204" pitchFamily="34" charset="0"/>
                          <a:cs typeface="Arial"/>
                        </a:rPr>
                        <a:t> Risiko</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endParaRPr lang="en-US"/>
                    </a:p>
                  </a:txBody>
                  <a:tcPr/>
                </a:tc>
                <a:extLst>
                  <a:ext uri="{0D108BD9-81ED-4DB2-BD59-A6C34878D82A}">
                    <a16:rowId xmlns:a16="http://schemas.microsoft.com/office/drawing/2014/main" val="10008"/>
                  </a:ext>
                </a:extLst>
              </a:tr>
              <a:tr h="81994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en-US" sz="100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l"/>
                      <a:endParaRPr lang="en-US" sz="1000" dirty="0">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65234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87BFF-184F-0A84-AA24-633188F426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7EE7E77-E3CA-47D1-D8C0-F6BF97D91E0E}"/>
              </a:ext>
            </a:extLst>
          </p:cNvPr>
          <p:cNvSpPr>
            <a:spLocks noGrp="1"/>
          </p:cNvSpPr>
          <p:nvPr>
            <p:ph type="body" idx="1"/>
          </p:nvPr>
        </p:nvSpPr>
        <p:spPr/>
        <p:txBody>
          <a:bodyPr/>
          <a:lstStyle/>
          <a:p>
            <a:r>
              <a:rPr sz="2400" dirty="0"/>
              <a:t>7.4 Program </a:t>
            </a:r>
            <a:r>
              <a:rPr sz="2400" dirty="0" err="1"/>
              <a:t>atau</a:t>
            </a:r>
            <a:r>
              <a:rPr sz="2400" dirty="0"/>
              <a:t> </a:t>
            </a:r>
            <a:r>
              <a:rPr sz="2400" dirty="0" err="1"/>
              <a:t>Inisiatif</a:t>
            </a:r>
            <a:r>
              <a:rPr sz="2400" dirty="0"/>
              <a:t> </a:t>
            </a:r>
            <a:r>
              <a:rPr sz="2400" dirty="0" err="1"/>
              <a:t>Strategis</a:t>
            </a:r>
            <a:r>
              <a:rPr sz="2400" dirty="0"/>
              <a:t> GRCS</a:t>
            </a:r>
            <a:r>
              <a:rPr lang="en-US" sz="2400" dirty="0"/>
              <a:t> </a:t>
            </a:r>
            <a:r>
              <a:rPr lang="en-US" sz="2400" i="1" dirty="0">
                <a:solidFill>
                  <a:schemeClr val="tx1"/>
                </a:solidFill>
              </a:rPr>
              <a:t>(</a:t>
            </a:r>
            <a:r>
              <a:rPr lang="en-US" sz="2000" i="1" dirty="0">
                <a:solidFill>
                  <a:schemeClr val="tx1"/>
                </a:solidFill>
              </a:rPr>
              <a:t>Sustainability</a:t>
            </a:r>
            <a:r>
              <a:rPr lang="en-US" sz="2400" i="1" dirty="0">
                <a:solidFill>
                  <a:schemeClr val="tx1"/>
                </a:solidFill>
              </a:rPr>
              <a:t>)</a:t>
            </a:r>
            <a:endParaRPr sz="2400" i="1" dirty="0">
              <a:solidFill>
                <a:schemeClr val="tx1"/>
              </a:solidFill>
            </a:endParaRPr>
          </a:p>
        </p:txBody>
      </p:sp>
      <p:sp>
        <p:nvSpPr>
          <p:cNvPr id="3" name="Text Placeholder 2">
            <a:extLst>
              <a:ext uri="{FF2B5EF4-FFF2-40B4-BE49-F238E27FC236}">
                <a16:creationId xmlns:a16="http://schemas.microsoft.com/office/drawing/2014/main" id="{FCF7365A-DA23-436A-9178-3134239D5365}"/>
              </a:ext>
            </a:extLst>
          </p:cNvPr>
          <p:cNvSpPr>
            <a:spLocks noGrp="1"/>
          </p:cNvSpPr>
          <p:nvPr>
            <p:ph type="body" idx="2"/>
          </p:nvPr>
        </p:nvSpPr>
        <p:spPr/>
        <p:txBody>
          <a:bodyPr/>
          <a:lstStyle/>
          <a:p>
            <a:pPr marL="266700" indent="-266700">
              <a:buFont typeface="+mj-lt"/>
              <a:buAutoNum type="arabicPeriod"/>
            </a:pPr>
            <a:r>
              <a:rPr lang="en-US" i="1" dirty="0" err="1">
                <a:latin typeface="Trebuchet MS" panose="020B0603020202020204" pitchFamily="34" charset="0"/>
              </a:rPr>
              <a:t>Diisi</a:t>
            </a:r>
            <a:r>
              <a:rPr lang="en-US" i="1" dirty="0">
                <a:latin typeface="Trebuchet MS" panose="020B0603020202020204" pitchFamily="34" charset="0"/>
              </a:rPr>
              <a:t> nama program </a:t>
            </a:r>
            <a:r>
              <a:rPr lang="en-US" i="1" dirty="0" err="1">
                <a:latin typeface="Trebuchet MS" panose="020B0603020202020204" pitchFamily="34" charset="0"/>
              </a:rPr>
              <a:t>atau</a:t>
            </a:r>
            <a:r>
              <a:rPr lang="en-US" i="1" dirty="0">
                <a:latin typeface="Trebuchet MS" panose="020B0603020202020204" pitchFamily="34" charset="0"/>
              </a:rPr>
              <a:t> </a:t>
            </a:r>
            <a:r>
              <a:rPr lang="en-US" i="1" dirty="0" err="1">
                <a:latin typeface="Trebuchet MS" panose="020B0603020202020204" pitchFamily="34" charset="0"/>
              </a:rPr>
              <a:t>inisiatif</a:t>
            </a:r>
            <a:r>
              <a:rPr lang="en-US" i="1" dirty="0">
                <a:latin typeface="Trebuchet MS" panose="020B0603020202020204" pitchFamily="34" charset="0"/>
              </a:rPr>
              <a:t> </a:t>
            </a:r>
            <a:r>
              <a:rPr lang="en-US" i="1" dirty="0" err="1">
                <a:latin typeface="Trebuchet MS" panose="020B0603020202020204" pitchFamily="34" charset="0"/>
              </a:rPr>
              <a:t>strategis</a:t>
            </a:r>
            <a:endParaRPr i="1" dirty="0">
              <a:latin typeface="Trebuchet MS" panose="020B0603020202020204" pitchFamily="34" charset="0"/>
            </a:endParaRPr>
          </a:p>
        </p:txBody>
      </p:sp>
      <p:graphicFrame>
        <p:nvGraphicFramePr>
          <p:cNvPr id="7" name="Table 6">
            <a:extLst>
              <a:ext uri="{FF2B5EF4-FFF2-40B4-BE49-F238E27FC236}">
                <a16:creationId xmlns:a16="http://schemas.microsoft.com/office/drawing/2014/main" id="{F0EC0240-422A-7BC5-6F87-FDDA433C4DBB}"/>
              </a:ext>
            </a:extLst>
          </p:cNvPr>
          <p:cNvGraphicFramePr>
            <a:graphicFrameLocks noGrp="1"/>
          </p:cNvGraphicFramePr>
          <p:nvPr/>
        </p:nvGraphicFramePr>
        <p:xfrm>
          <a:off x="319174" y="1239624"/>
          <a:ext cx="11553652" cy="4325787"/>
        </p:xfrm>
        <a:graphic>
          <a:graphicData uri="http://schemas.openxmlformats.org/drawingml/2006/table">
            <a:tbl>
              <a:tblPr firstRow="1" bandRow="1"/>
              <a:tblGrid>
                <a:gridCol w="3999342">
                  <a:extLst>
                    <a:ext uri="{9D8B030D-6E8A-4147-A177-3AD203B41FA5}">
                      <a16:colId xmlns:a16="http://schemas.microsoft.com/office/drawing/2014/main" val="20000"/>
                    </a:ext>
                  </a:extLst>
                </a:gridCol>
                <a:gridCol w="3554970">
                  <a:extLst>
                    <a:ext uri="{9D8B030D-6E8A-4147-A177-3AD203B41FA5}">
                      <a16:colId xmlns:a16="http://schemas.microsoft.com/office/drawing/2014/main" val="20001"/>
                    </a:ext>
                  </a:extLst>
                </a:gridCol>
                <a:gridCol w="1999670">
                  <a:extLst>
                    <a:ext uri="{9D8B030D-6E8A-4147-A177-3AD203B41FA5}">
                      <a16:colId xmlns:a16="http://schemas.microsoft.com/office/drawing/2014/main" val="20002"/>
                    </a:ext>
                  </a:extLst>
                </a:gridCol>
                <a:gridCol w="1999670">
                  <a:extLst>
                    <a:ext uri="{9D8B030D-6E8A-4147-A177-3AD203B41FA5}">
                      <a16:colId xmlns:a16="http://schemas.microsoft.com/office/drawing/2014/main" val="20003"/>
                    </a:ext>
                  </a:extLst>
                </a:gridCol>
              </a:tblGrid>
              <a:tr h="240146">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Inisiatif</a:t>
                      </a:r>
                      <a:r>
                        <a:rPr lang="en-US" sz="1000" b="1" dirty="0">
                          <a:solidFill>
                            <a:srgbClr val="FFFFFF"/>
                          </a:solidFill>
                          <a:latin typeface="Trebuchet MS" panose="020B0603020202020204" pitchFamily="34" charset="0"/>
                          <a:cs typeface="Arial"/>
                        </a:rPr>
                        <a:t> Strategi RJPP</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Objective Scorecard</a:t>
                      </a:r>
                    </a:p>
                  </a:txBody>
                  <a:tcPr marL="36000" marR="36000" marT="36000" marB="36000" anchor="ctr">
                    <a:lnL w="6350" cap="flat" cmpd="sng" algn="ctr">
                      <a:solidFill>
                        <a:sysClr val="window" lastClr="FFFFFF"/>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FFFF"/>
                          </a:solidFill>
                          <a:latin typeface="Trebuchet MS" panose="020B0603020202020204" pitchFamily="34" charset="0"/>
                          <a:cs typeface="Arial"/>
                        </a:rPr>
                        <a:t>Program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pPr algn="ctr"/>
                      <a:endParaRPr lang="en-US" sz="800" b="1">
                        <a:solidFill>
                          <a:srgbClr val="FFFFFF"/>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2352634308"/>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D" sz="1000" i="1" dirty="0">
                        <a:latin typeface="Trebuchet MS" panose="020B0603020202020204" pitchFamily="34" charset="0"/>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b="0" i="1" dirty="0">
                        <a:solidFill>
                          <a:schemeClr val="tx1"/>
                        </a:solidFill>
                        <a:latin typeface="Trebuchet MS" panose="020B0603020202020204" pitchFamily="34" charset="0"/>
                        <a:cs typeface="Arial"/>
                      </a:endParaRPr>
                    </a:p>
                  </a:txBody>
                  <a:tcPr marL="36000" marR="36000" marT="36000" marB="36000" anchor="ctr">
                    <a:lnL w="1270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800" b="1">
                        <a:solidFill>
                          <a:schemeClr val="tx1"/>
                        </a:solidFill>
                        <a:latin typeface="Arial"/>
                        <a:cs typeface="Arial"/>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340212"/>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 </a:t>
                      </a:r>
                      <a:r>
                        <a:rPr lang="en-US" sz="1000" b="1" dirty="0" err="1">
                          <a:solidFill>
                            <a:srgbClr val="FFFFFF"/>
                          </a:solidFill>
                          <a:latin typeface="Trebuchet MS" panose="020B0603020202020204" pitchFamily="34" charset="0"/>
                          <a:cs typeface="Arial"/>
                        </a:rPr>
                        <a:t>Pemimpin</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err="1">
                          <a:solidFill>
                            <a:srgbClr val="FFFFFF"/>
                          </a:solidFill>
                          <a:latin typeface="Trebuchet MS" panose="020B0603020202020204" pitchFamily="34" charset="0"/>
                          <a:cs typeface="Arial"/>
                        </a:rPr>
                        <a:t>Pemilik</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Mulai</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Bulan </a:t>
                      </a:r>
                      <a:r>
                        <a:rPr lang="en-US" sz="1000" b="1" dirty="0" err="1">
                          <a:solidFill>
                            <a:srgbClr val="FFFFFF"/>
                          </a:solidFill>
                          <a:latin typeface="Trebuchet MS" panose="020B0603020202020204" pitchFamily="34" charset="0"/>
                          <a:cs typeface="Arial"/>
                        </a:rPr>
                        <a:t>Selesai</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extLst>
                  <a:ext uri="{0D108BD9-81ED-4DB2-BD59-A6C34878D82A}">
                    <a16:rowId xmlns:a16="http://schemas.microsoft.com/office/drawing/2014/main" val="10000"/>
                  </a:ext>
                </a:extLst>
              </a:tr>
              <a:tr h="1852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spcAft>
                          <a:spcPts val="0"/>
                        </a:spcAft>
                      </a:pPr>
                      <a:endParaRPr lang="en-US" sz="1000" b="0" i="0" dirty="0">
                        <a:solidFill>
                          <a:schemeClr val="tx1"/>
                        </a:solidFill>
                        <a:effectLst/>
                        <a:latin typeface="Trebuchet MS" panose="020B0603020202020204" pitchFamily="34" charset="0"/>
                        <a:ea typeface="Times New Roman"/>
                        <a:cs typeface="Arial"/>
                      </a:endParaRPr>
                    </a:p>
                  </a:txBody>
                  <a:tcPr marL="68580" marR="68580" marT="0" marB="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endParaRPr lang="en-US" sz="1000" b="0" i="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rgbClr val="FFFFFF"/>
                          </a:solidFill>
                          <a:latin typeface="Trebuchet MS" panose="020B0603020202020204" pitchFamily="34" charset="0"/>
                          <a:cs typeface="Arial"/>
                        </a:rPr>
                        <a:t>Deskripsi</a:t>
                      </a:r>
                      <a:r>
                        <a:rPr lang="en-US" sz="1000" b="1" dirty="0">
                          <a:solidFill>
                            <a:srgbClr val="FFFFFF"/>
                          </a:solidFill>
                          <a:latin typeface="Trebuchet MS" panose="020B0603020202020204" pitchFamily="34" charset="0"/>
                          <a:cs typeface="Arial"/>
                        </a:rPr>
                        <a:t> Program</a:t>
                      </a: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a:solidFill>
                            <a:srgbClr val="FFFFFF"/>
                          </a:solidFill>
                          <a:latin typeface="Trebuchet MS" panose="020B0603020202020204" pitchFamily="34" charset="0"/>
                          <a:cs typeface="Arial"/>
                        </a:rPr>
                        <a:t>Tujuan &amp; Hasil </a:t>
                      </a:r>
                      <a:r>
                        <a:rPr lang="en-US" sz="1000" b="1" dirty="0" err="1">
                          <a:solidFill>
                            <a:srgbClr val="FFFFFF"/>
                          </a:solidFill>
                          <a:latin typeface="Trebuchet MS" panose="020B0603020202020204" pitchFamily="34" charset="0"/>
                          <a:cs typeface="Arial"/>
                        </a:rPr>
                        <a:t>Kerja</a:t>
                      </a:r>
                      <a:endParaRPr lang="en-US" sz="1000" b="1" dirty="0">
                        <a:solidFill>
                          <a:srgbClr val="FFFFFF"/>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kern="1200" dirty="0">
                          <a:solidFill>
                            <a:srgbClr val="FFFFFF"/>
                          </a:solidFill>
                          <a:latin typeface="Trebuchet MS" panose="020B0603020202020204" pitchFamily="34" charset="0"/>
                          <a:ea typeface="+mn-ea"/>
                          <a:cs typeface="Arial"/>
                        </a:rPr>
                        <a:t>Target Program</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209646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588" marR="0" lvl="1" indent="0" algn="just" defTabSz="912813" rtl="0" eaLnBrk="1" fontAlgn="base" latinLnBrk="0" hangingPunct="1">
                        <a:lnSpc>
                          <a:spcPct val="100000"/>
                        </a:lnSpc>
                        <a:spcBef>
                          <a:spcPts val="0"/>
                        </a:spcBef>
                        <a:spcAft>
                          <a:spcPts val="600"/>
                        </a:spcAft>
                        <a:buClrTx/>
                        <a:buSzPct val="120000"/>
                        <a:buFont typeface="Wingdings" panose="05000000000000000000" pitchFamily="2" charset="2"/>
                        <a:buNone/>
                        <a:tabLst/>
                        <a:defRPr/>
                      </a:pPr>
                      <a:endParaRPr lang="en-GB" sz="1000" b="0" i="1"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1270" marR="0" lvl="1" indent="0" algn="l"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US" sz="1000" b="1" i="0" kern="1200" baseline="0" dirty="0" err="1">
                          <a:solidFill>
                            <a:srgbClr val="000000"/>
                          </a:solidFill>
                          <a:latin typeface="Trebuchet MS" panose="020B0603020202020204" pitchFamily="34" charset="0"/>
                          <a:ea typeface="MS PGothic"/>
                          <a:cs typeface="+mn-cs"/>
                        </a:rPr>
                        <a:t>Kualitatif</a:t>
                      </a:r>
                      <a:r>
                        <a:rPr lang="en-US" sz="1000" b="0" i="0" kern="1200" baseline="0" dirty="0">
                          <a:solidFill>
                            <a:srgbClr val="000000"/>
                          </a:solidFill>
                          <a:latin typeface="Trebuchet MS" panose="020B0603020202020204" pitchFamily="34" charset="0"/>
                          <a:ea typeface="MS PGothic"/>
                          <a:cs typeface="+mn-cs"/>
                        </a:rPr>
                        <a:t> :</a:t>
                      </a: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p>
                      <a:pPr marL="1270" marR="0" lvl="1" indent="0" algn="just" defTabSz="912813" rtl="0" eaLnBrk="1" fontAlgn="base" latinLnBrk="0" hangingPunct="1">
                        <a:lnSpc>
                          <a:spcPct val="100000"/>
                        </a:lnSpc>
                        <a:spcBef>
                          <a:spcPct val="5000"/>
                        </a:spcBef>
                        <a:spcAft>
                          <a:spcPct val="0"/>
                        </a:spcAft>
                        <a:buClrTx/>
                        <a:buSzPct val="120000"/>
                        <a:buFont typeface="Wingdings" panose="05000000000000000000" pitchFamily="2" charset="2"/>
                        <a:buNone/>
                        <a:tabLst/>
                        <a:defRPr/>
                      </a:pPr>
                      <a:r>
                        <a:rPr lang="en-GB" sz="1000" b="1" i="0" baseline="0" dirty="0" err="1">
                          <a:solidFill>
                            <a:srgbClr val="000000"/>
                          </a:solidFill>
                          <a:latin typeface="Trebuchet MS" panose="020B0603020202020204" pitchFamily="34" charset="0"/>
                          <a:ea typeface="MS PGothic"/>
                        </a:rPr>
                        <a:t>Kuantitatif</a:t>
                      </a:r>
                      <a:r>
                        <a:rPr lang="en-GB" sz="1000" i="0" baseline="0" dirty="0">
                          <a:solidFill>
                            <a:srgbClr val="000000"/>
                          </a:solidFill>
                          <a:latin typeface="Trebuchet MS" panose="020B0603020202020204" pitchFamily="34" charset="0"/>
                          <a:ea typeface="MS PGothic"/>
                        </a:rPr>
                        <a:t> :</a:t>
                      </a: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just" defTabSz="914377" rtl="0" eaLnBrk="1" fontAlgn="auto" latinLnBrk="0" hangingPunct="1">
                        <a:lnSpc>
                          <a:spcPct val="100000"/>
                        </a:lnSpc>
                        <a:spcBef>
                          <a:spcPts val="0"/>
                        </a:spcBef>
                        <a:spcAft>
                          <a:spcPts val="200"/>
                        </a:spcAft>
                        <a:buClrTx/>
                        <a:buSzTx/>
                        <a:buFont typeface="Wingdings" panose="05000000000000000000" pitchFamily="2" charset="2"/>
                        <a:buNone/>
                        <a:tabLst/>
                        <a:defRPr/>
                      </a:pPr>
                      <a:endParaRPr lang="en-US" sz="1000" b="0" i="0" baseline="0" dirty="0">
                        <a:solidFill>
                          <a:srgbClr val="000000"/>
                        </a:solidFill>
                        <a:latin typeface="Trebuchet MS" panose="020B0603020202020204" pitchFamily="34" charset="0"/>
                        <a:ea typeface="MS PGothic" pitchFamily="34" charset="-128"/>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endParaRPr dirty="0"/>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4014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ctr"/>
                      <a:r>
                        <a:rPr lang="en-US" sz="1000" b="1" dirty="0" err="1">
                          <a:solidFill>
                            <a:schemeClr val="bg1"/>
                          </a:solidFill>
                          <a:latin typeface="Trebuchet MS" panose="020B0603020202020204" pitchFamily="34" charset="0"/>
                          <a:cs typeface="Arial"/>
                        </a:rPr>
                        <a:t>Rencana</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Anggaran</a:t>
                      </a:r>
                      <a:r>
                        <a:rPr lang="en-US" sz="1000" b="1" dirty="0">
                          <a:solidFill>
                            <a:schemeClr val="bg1"/>
                          </a:solidFill>
                          <a:latin typeface="Trebuchet MS" panose="020B0603020202020204" pitchFamily="34" charset="0"/>
                          <a:cs typeface="Arial"/>
                        </a:rPr>
                        <a:t> </a:t>
                      </a:r>
                      <a:r>
                        <a:rPr lang="en-US" sz="1000" b="1" dirty="0" err="1">
                          <a:solidFill>
                            <a:schemeClr val="bg1"/>
                          </a:solidFill>
                          <a:latin typeface="Trebuchet MS" panose="020B0603020202020204" pitchFamily="34" charset="0"/>
                          <a:cs typeface="Arial"/>
                        </a:rPr>
                        <a:t>Belanja</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Trebuchet MS" panose="020B0603020202020204" pitchFamily="34" charset="0"/>
                          <a:cs typeface="Arial"/>
                        </a:rPr>
                        <a:t>Risiko </a:t>
                      </a:r>
                      <a:r>
                        <a:rPr lang="en-US" sz="1000" b="1" dirty="0" err="1">
                          <a:solidFill>
                            <a:schemeClr val="bg1"/>
                          </a:solidFill>
                          <a:latin typeface="Trebuchet MS" panose="020B0603020202020204" pitchFamily="34" charset="0"/>
                          <a:cs typeface="Arial"/>
                        </a:rPr>
                        <a:t>Implementasi</a:t>
                      </a:r>
                      <a:endParaRPr lang="en-US" sz="1000" b="1" dirty="0">
                        <a:solidFill>
                          <a:schemeClr val="bg1"/>
                        </a:solidFill>
                        <a:latin typeface="Trebuchet MS" panose="020B0603020202020204" pitchFamily="34" charset="0"/>
                        <a:cs typeface="Arial"/>
                      </a:endParaRP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Wingdings" charset="2"/>
                        <a:buNone/>
                        <a:tabLst/>
                        <a:defRPr/>
                      </a:pPr>
                      <a:r>
                        <a:rPr lang="en-US" sz="1000" b="1" dirty="0" err="1">
                          <a:solidFill>
                            <a:schemeClr val="bg1"/>
                          </a:solidFill>
                          <a:latin typeface="Trebuchet MS" panose="020B0603020202020204" pitchFamily="34" charset="0"/>
                          <a:cs typeface="Arial"/>
                        </a:rPr>
                        <a:t>Mitigasi</a:t>
                      </a:r>
                      <a:r>
                        <a:rPr lang="en-US" sz="1000" b="1" dirty="0">
                          <a:solidFill>
                            <a:schemeClr val="bg1"/>
                          </a:solidFill>
                          <a:latin typeface="Trebuchet MS" panose="020B0603020202020204" pitchFamily="34" charset="0"/>
                          <a:cs typeface="Arial"/>
                        </a:rPr>
                        <a:t> Risiko</a:t>
                      </a:r>
                    </a:p>
                  </a:txBody>
                  <a:tcPr marL="36000" marR="36000" marT="36000" marB="36000" anchor="ctr">
                    <a:lnL w="6350" cap="flat" cmpd="sng" algn="ctr">
                      <a:solidFill>
                        <a:sysClr val="window" lastClr="FFFFFF"/>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600000"/>
                    </a:solidFill>
                  </a:tcPr>
                </a:tc>
                <a:tc hMerge="1">
                  <a:txBody>
                    <a:bodyPr/>
                    <a:lstStyle/>
                    <a:p>
                      <a:endParaRPr lang="en-US"/>
                    </a:p>
                  </a:txBody>
                  <a:tcPr/>
                </a:tc>
                <a:extLst>
                  <a:ext uri="{0D108BD9-81ED-4DB2-BD59-A6C34878D82A}">
                    <a16:rowId xmlns:a16="http://schemas.microsoft.com/office/drawing/2014/main" val="10008"/>
                  </a:ext>
                </a:extLst>
              </a:tr>
              <a:tr h="81994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nb-NO" sz="1000" b="0" i="0" baseline="0" dirty="0">
                        <a:solidFill>
                          <a:schemeClr val="tx1"/>
                        </a:solidFill>
                        <a:latin typeface="Trebuchet MS" panose="020B0603020202020204" pitchFamily="34" charset="0"/>
                        <a:cs typeface="Arial" panose="020B0604020202020204" pitchFamily="34" charset="0"/>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indent="0" algn="just">
                        <a:buFont typeface="Arial" panose="020B0604020202020204" pitchFamily="34" charset="0"/>
                        <a:buNone/>
                      </a:pPr>
                      <a:endParaRPr lang="en-US" sz="1000" dirty="0">
                        <a:solidFill>
                          <a:schemeClr val="tx1"/>
                        </a:solidFill>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algn="l"/>
                      <a:endParaRPr lang="en-US" sz="1000" dirty="0">
                        <a:latin typeface="Trebuchet MS" panose="020B0603020202020204" pitchFamily="34" charset="0"/>
                        <a:cs typeface="Arial"/>
                      </a:endParaRPr>
                    </a:p>
                  </a:txBody>
                  <a:tcPr marL="36000" marR="36000" marT="36000" marB="36000">
                    <a:lnL w="6350" cap="flat" cmpd="sng" algn="ctr">
                      <a:solidFill>
                        <a:sysClr val="window" lastClr="FFFFFF">
                          <a:lumMod val="65000"/>
                        </a:sysClr>
                      </a:solidFill>
                      <a:prstDash val="solid"/>
                      <a:round/>
                      <a:headEnd type="none" w="med" len="med"/>
                      <a:tailEnd type="none" w="med" len="med"/>
                    </a:lnL>
                    <a:lnR w="6350" cap="flat" cmpd="sng" algn="ctr">
                      <a:solidFill>
                        <a:sysClr val="window" lastClr="FFFFFF">
                          <a:lumMod val="65000"/>
                        </a:sysClr>
                      </a:solidFill>
                      <a:prstDash val="solid"/>
                      <a:round/>
                      <a:headEnd type="none" w="med" len="med"/>
                      <a:tailEnd type="none" w="med" len="med"/>
                    </a:lnR>
                    <a:lnT w="6350" cap="flat" cmpd="sng" algn="ctr">
                      <a:solidFill>
                        <a:sysClr val="window" lastClr="FFFFFF">
                          <a:lumMod val="65000"/>
                        </a:sysClr>
                      </a:solidFill>
                      <a:prstDash val="solid"/>
                      <a:round/>
                      <a:headEnd type="none" w="med" len="med"/>
                      <a:tailEnd type="none" w="med" len="med"/>
                    </a:lnT>
                    <a:lnB w="635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68080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0.xml><?xml version="1.0" encoding="utf-8"?>
<p:tagLst xmlns:a="http://schemas.openxmlformats.org/drawingml/2006/main" xmlns:r="http://schemas.openxmlformats.org/officeDocument/2006/relationships" xmlns:p="http://schemas.openxmlformats.org/presentationml/2006/main">
  <p:tag name="SHAPENAME" val="4. Footnote"/>
</p:tagLst>
</file>

<file path=ppt/tags/tag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xml><?xml version="1.0" encoding="utf-8"?>
<p:tagLst xmlns:a="http://schemas.openxmlformats.org/drawingml/2006/main" xmlns:r="http://schemas.openxmlformats.org/officeDocument/2006/relationships" xmlns:p="http://schemas.openxmlformats.org/presentationml/2006/main">
  <p:tag name="NAME" val="ACET"/>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ANGLE" val="5"/>
</p:tagLst>
</file>

<file path=ppt/tags/tag19.xml><?xml version="1.0" encoding="utf-8"?>
<p:tagLst xmlns:a="http://schemas.openxmlformats.org/drawingml/2006/main" xmlns:r="http://schemas.openxmlformats.org/officeDocument/2006/relationships" xmlns:p="http://schemas.openxmlformats.org/presentationml/2006/main">
  <p:tag name="ANGLE" val="5"/>
</p:tagLst>
</file>

<file path=ppt/tags/tag20.xml><?xml version="1.0" encoding="utf-8"?>
<p:tagLst xmlns:a="http://schemas.openxmlformats.org/drawingml/2006/main" xmlns:r="http://schemas.openxmlformats.org/officeDocument/2006/relationships" xmlns:p="http://schemas.openxmlformats.org/presentationml/2006/main">
  <p:tag name="ANGLE" val="4"/>
</p:tagLst>
</file>

<file path=ppt/tags/tag21.xml><?xml version="1.0" encoding="utf-8"?>
<p:tagLst xmlns:a="http://schemas.openxmlformats.org/drawingml/2006/main" xmlns:r="http://schemas.openxmlformats.org/officeDocument/2006/relationships" xmlns:p="http://schemas.openxmlformats.org/presentationml/2006/main">
  <p:tag name="ANGLE" val="4"/>
</p:tagLst>
</file>

<file path=ppt/tags/tag22.xml><?xml version="1.0" encoding="utf-8"?>
<p:tagLst xmlns:a="http://schemas.openxmlformats.org/drawingml/2006/main" xmlns:r="http://schemas.openxmlformats.org/officeDocument/2006/relationships" xmlns:p="http://schemas.openxmlformats.org/presentationml/2006/main">
  <p:tag name="ANGLE" val="3"/>
</p:tagLst>
</file>

<file path=ppt/tags/tag23.xml><?xml version="1.0" encoding="utf-8"?>
<p:tagLst xmlns:a="http://schemas.openxmlformats.org/drawingml/2006/main" xmlns:r="http://schemas.openxmlformats.org/officeDocument/2006/relationships" xmlns:p="http://schemas.openxmlformats.org/presentationml/2006/main">
  <p:tag name="ANGLE" val="3"/>
</p:tagLst>
</file>

<file path=ppt/tags/tag24.xml><?xml version="1.0" encoding="utf-8"?>
<p:tagLst xmlns:a="http://schemas.openxmlformats.org/drawingml/2006/main" xmlns:r="http://schemas.openxmlformats.org/officeDocument/2006/relationships" xmlns:p="http://schemas.openxmlformats.org/presentationml/2006/main">
  <p:tag name="ANGLE" val="2"/>
</p:tagLst>
</file>

<file path=ppt/tags/tag25.xml><?xml version="1.0" encoding="utf-8"?>
<p:tagLst xmlns:a="http://schemas.openxmlformats.org/drawingml/2006/main" xmlns:r="http://schemas.openxmlformats.org/officeDocument/2006/relationships" xmlns:p="http://schemas.openxmlformats.org/presentationml/2006/main">
  <p:tag name="ANGLE" val="2"/>
</p:tagLst>
</file>

<file path=ppt/tags/tag26.xml><?xml version="1.0" encoding="utf-8"?>
<p:tagLst xmlns:a="http://schemas.openxmlformats.org/drawingml/2006/main" xmlns:r="http://schemas.openxmlformats.org/officeDocument/2006/relationships" xmlns:p="http://schemas.openxmlformats.org/presentationml/2006/main">
  <p:tag name="ANGLE" val="1"/>
</p:tagLst>
</file>

<file path=ppt/tags/tag27.xml><?xml version="1.0" encoding="utf-8"?>
<p:tagLst xmlns:a="http://schemas.openxmlformats.org/drawingml/2006/main" xmlns:r="http://schemas.openxmlformats.org/officeDocument/2006/relationships" xmlns:p="http://schemas.openxmlformats.org/presentationml/2006/main">
  <p:tag name="ANGLE" val="1"/>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1.xml><?xml version="1.0" encoding="utf-8"?>
<p:tagLst xmlns:a="http://schemas.openxmlformats.org/drawingml/2006/main" xmlns:r="http://schemas.openxmlformats.org/officeDocument/2006/relationships" xmlns:p="http://schemas.openxmlformats.org/presentationml/2006/main">
  <p:tag name="SHAPENAME" val="Subtitle"/>
</p:tagLst>
</file>

<file path=ppt/tags/tag32.xml><?xml version="1.0" encoding="utf-8"?>
<p:tagLst xmlns:a="http://schemas.openxmlformats.org/drawingml/2006/main" xmlns:r="http://schemas.openxmlformats.org/officeDocument/2006/relationships" xmlns:p="http://schemas.openxmlformats.org/presentationml/2006/main">
  <p:tag name="SHAPENAME" val="Titl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xml><?xml version="1.0" encoding="utf-8"?>
<p:tagLst xmlns:a="http://schemas.openxmlformats.org/drawingml/2006/main" xmlns:r="http://schemas.openxmlformats.org/officeDocument/2006/relationships" xmlns:p="http://schemas.openxmlformats.org/presentationml/2006/main">
  <p:tag name="SHAPENAME" val="Subtitle"/>
</p:tagLst>
</file>

<file path=ppt/tags/tag37.xml><?xml version="1.0" encoding="utf-8"?>
<p:tagLst xmlns:a="http://schemas.openxmlformats.org/drawingml/2006/main" xmlns:r="http://schemas.openxmlformats.org/officeDocument/2006/relationships" xmlns:p="http://schemas.openxmlformats.org/presentationml/2006/main">
  <p:tag name="SHAPENAME" val="Titl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0.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2.xml><?xml version="1.0" encoding="utf-8"?>
<p:tagLst xmlns:a="http://schemas.openxmlformats.org/drawingml/2006/main" xmlns:r="http://schemas.openxmlformats.org/officeDocument/2006/relationships" xmlns:p="http://schemas.openxmlformats.org/presentationml/2006/main">
  <p:tag name="SHAPENAME" val="5. Source"/>
</p:tagLst>
</file>

<file path=ppt/tags/tag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xml><?xml version="1.0" encoding="utf-8"?>
<p:tagLst xmlns:a="http://schemas.openxmlformats.org/drawingml/2006/main" xmlns:r="http://schemas.openxmlformats.org/officeDocument/2006/relationships" xmlns:p="http://schemas.openxmlformats.org/presentationml/2006/main">
  <p:tag name="SHAPENAME" val="5. Source"/>
</p:tagLst>
</file>

<file path=ppt/tags/tag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xml><?xml version="1.0" encoding="utf-8"?>
<p:tagLst xmlns:a="http://schemas.openxmlformats.org/drawingml/2006/main" xmlns:r="http://schemas.openxmlformats.org/officeDocument/2006/relationships" xmlns:p="http://schemas.openxmlformats.org/presentationml/2006/main">
  <p:tag name="SHAPENAME" val="5. Source"/>
</p:tagLst>
</file>

<file path=ppt/tags/tag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8.xml><?xml version="1.0" encoding="utf-8"?>
<p:tagLst xmlns:a="http://schemas.openxmlformats.org/drawingml/2006/main" xmlns:r="http://schemas.openxmlformats.org/officeDocument/2006/relationships" xmlns:p="http://schemas.openxmlformats.org/presentationml/2006/main">
  <p:tag name="SHAPENAME" val="5. Source"/>
</p:tagLst>
</file>

<file path=ppt/tags/tag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7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84.xml><?xml version="1.0" encoding="utf-8"?>
<p:tagLst xmlns:a="http://schemas.openxmlformats.org/drawingml/2006/main" xmlns:r="http://schemas.openxmlformats.org/officeDocument/2006/relationships" xmlns:p="http://schemas.openxmlformats.org/presentationml/2006/main">
  <p:tag name="SHAPENAME" val="5. Source"/>
</p:tagLst>
</file>

<file path=ppt/tags/tag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8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0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xml><?xml version="1.0" encoding="utf-8"?>
<p:tagLst xmlns:a="http://schemas.openxmlformats.org/drawingml/2006/main" xmlns:r="http://schemas.openxmlformats.org/officeDocument/2006/relationships" xmlns:p="http://schemas.openxmlformats.org/presentationml/2006/main">
  <p:tag name="SHAPENAME" val="5. Source"/>
</p:tagLst>
</file>

<file path=ppt/tags/tag11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8.xml><?xml version="1.0" encoding="utf-8"?>
<p:tagLst xmlns:a="http://schemas.openxmlformats.org/drawingml/2006/main" xmlns:r="http://schemas.openxmlformats.org/officeDocument/2006/relationships" xmlns:p="http://schemas.openxmlformats.org/presentationml/2006/main">
  <p:tag name="SHAPENAME" val="5. Source"/>
</p:tagLst>
</file>

<file path=ppt/tags/tag1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SHAPENAME" val="5. Sourc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2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25.xml><?xml version="1.0" encoding="utf-8"?>
<p:tagLst xmlns:a="http://schemas.openxmlformats.org/drawingml/2006/main" xmlns:r="http://schemas.openxmlformats.org/officeDocument/2006/relationships" xmlns:p="http://schemas.openxmlformats.org/presentationml/2006/main">
  <p:tag name="SHAPENAME" val="Subtitle"/>
</p:tagLst>
</file>

<file path=ppt/tags/tag126.xml><?xml version="1.0" encoding="utf-8"?>
<p:tagLst xmlns:a="http://schemas.openxmlformats.org/drawingml/2006/main" xmlns:r="http://schemas.openxmlformats.org/officeDocument/2006/relationships" xmlns:p="http://schemas.openxmlformats.org/presentationml/2006/main">
  <p:tag name="SHAPENAME" val="Titl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2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30.xml><?xml version="1.0" encoding="utf-8"?>
<p:tagLst xmlns:a="http://schemas.openxmlformats.org/drawingml/2006/main" xmlns:r="http://schemas.openxmlformats.org/officeDocument/2006/relationships" xmlns:p="http://schemas.openxmlformats.org/presentationml/2006/main">
  <p:tag name="SHAPENAME" val="Subtitle"/>
</p:tagLst>
</file>

<file path=ppt/tags/tag131.xml><?xml version="1.0" encoding="utf-8"?>
<p:tagLst xmlns:a="http://schemas.openxmlformats.org/drawingml/2006/main" xmlns:r="http://schemas.openxmlformats.org/officeDocument/2006/relationships" xmlns:p="http://schemas.openxmlformats.org/presentationml/2006/main">
  <p:tag name="SHAPENAME" val="Title"/>
</p:tagLst>
</file>

<file path=ppt/tags/tag132.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7.xml><?xml version="1.0" encoding="utf-8"?>
<p:tagLst xmlns:a="http://schemas.openxmlformats.org/drawingml/2006/main" xmlns:r="http://schemas.openxmlformats.org/officeDocument/2006/relationships" xmlns:p="http://schemas.openxmlformats.org/presentationml/2006/main">
  <p:tag name="SHAPENAME" val="5. Source"/>
</p:tagLst>
</file>

<file path=ppt/tags/tag1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1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4.xml><?xml version="1.0" encoding="utf-8"?>
<p:tagLst xmlns:a="http://schemas.openxmlformats.org/drawingml/2006/main" xmlns:r="http://schemas.openxmlformats.org/officeDocument/2006/relationships" xmlns:p="http://schemas.openxmlformats.org/presentationml/2006/main">
  <p:tag name="SHAPENAME" val="5. Source"/>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1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0.xml><?xml version="1.0" encoding="utf-8"?>
<p:tagLst xmlns:a="http://schemas.openxmlformats.org/drawingml/2006/main" xmlns:r="http://schemas.openxmlformats.org/officeDocument/2006/relationships" xmlns:p="http://schemas.openxmlformats.org/presentationml/2006/main">
  <p:tag name="SHAPENAME" val="5. Source"/>
</p:tagLst>
</file>

<file path=ppt/tags/tag1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1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6.xml><?xml version="1.0" encoding="utf-8"?>
<p:tagLst xmlns:a="http://schemas.openxmlformats.org/drawingml/2006/main" xmlns:r="http://schemas.openxmlformats.org/officeDocument/2006/relationships" xmlns:p="http://schemas.openxmlformats.org/presentationml/2006/main">
  <p:tag name="SHAPENAME" val="5. Source"/>
</p:tagLst>
</file>

<file path=ppt/tags/tag1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16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3.xml><?xml version="1.0" encoding="utf-8"?>
<p:tagLst xmlns:a="http://schemas.openxmlformats.org/drawingml/2006/main" xmlns:r="http://schemas.openxmlformats.org/officeDocument/2006/relationships" xmlns:p="http://schemas.openxmlformats.org/presentationml/2006/main">
  <p:tag name="SHAPENAME" val="5. Source"/>
</p:tagLst>
</file>

<file path=ppt/tags/tag16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16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1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7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9.xml><?xml version="1.0" encoding="utf-8"?>
<p:tagLst xmlns:a="http://schemas.openxmlformats.org/drawingml/2006/main" xmlns:r="http://schemas.openxmlformats.org/officeDocument/2006/relationships" xmlns:p="http://schemas.openxmlformats.org/presentationml/2006/main">
  <p:tag name="SHAPENAME" val="5. Source"/>
</p:tagLst>
</file>

<file path=ppt/tags/tag1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8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7.xml><?xml version="1.0" encoding="utf-8"?>
<p:tagLst xmlns:a="http://schemas.openxmlformats.org/drawingml/2006/main" xmlns:r="http://schemas.openxmlformats.org/officeDocument/2006/relationships" xmlns:p="http://schemas.openxmlformats.org/presentationml/2006/main">
  <p:tag name="SHAPENAME" val="5. Source"/>
</p:tagLst>
</file>

<file path=ppt/tags/tag1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5.xml><?xml version="1.0" encoding="utf-8"?>
<p:tagLst xmlns:a="http://schemas.openxmlformats.org/drawingml/2006/main" xmlns:r="http://schemas.openxmlformats.org/officeDocument/2006/relationships" xmlns:p="http://schemas.openxmlformats.org/presentationml/2006/main">
  <p:tag name="SHAPENAME" val="5. Source"/>
</p:tagLst>
</file>

<file path=ppt/tags/tag19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9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3.xml><?xml version="1.0" encoding="utf-8"?>
<p:tagLst xmlns:a="http://schemas.openxmlformats.org/drawingml/2006/main" xmlns:r="http://schemas.openxmlformats.org/officeDocument/2006/relationships" xmlns:p="http://schemas.openxmlformats.org/presentationml/2006/main">
  <p:tag name="SHAPENAME" val="5. Source"/>
</p:tagLst>
</file>

<file path=ppt/tags/tag20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9.xml><?xml version="1.0" encoding="utf-8"?>
<p:tagLst xmlns:a="http://schemas.openxmlformats.org/drawingml/2006/main" xmlns:r="http://schemas.openxmlformats.org/officeDocument/2006/relationships" xmlns:p="http://schemas.openxmlformats.org/presentationml/2006/main">
  <p:tag name="SHAPENAME" val="5. Source"/>
</p:tagLst>
</file>

<file path=ppt/tags/tag2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3.xml><?xml version="1.0" encoding="utf-8"?>
<p:tagLst xmlns:a="http://schemas.openxmlformats.org/drawingml/2006/main" xmlns:r="http://schemas.openxmlformats.org/officeDocument/2006/relationships" xmlns:p="http://schemas.openxmlformats.org/presentationml/2006/main">
  <p:tag name="SHAPENAME" val="5. Source"/>
</p:tagLst>
</file>

<file path=ppt/tags/tag2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SHAPENAME" val="5. Sourc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2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0.xml><?xml version="1.0" encoding="utf-8"?>
<p:tagLst xmlns:a="http://schemas.openxmlformats.org/drawingml/2006/main" xmlns:r="http://schemas.openxmlformats.org/officeDocument/2006/relationships" xmlns:p="http://schemas.openxmlformats.org/presentationml/2006/main">
  <p:tag name="SHAPENAME" val="Grid"/>
</p:tagLst>
</file>

<file path=ppt/tags/tag221.xml><?xml version="1.0" encoding="utf-8"?>
<p:tagLst xmlns:a="http://schemas.openxmlformats.org/drawingml/2006/main" xmlns:r="http://schemas.openxmlformats.org/officeDocument/2006/relationships" xmlns:p="http://schemas.openxmlformats.org/presentationml/2006/main">
  <p:tag name="SHAPENAME" val="4. Footnote"/>
</p:tagLst>
</file>

<file path=ppt/tags/tag222.xml><?xml version="1.0" encoding="utf-8"?>
<p:tagLst xmlns:a="http://schemas.openxmlformats.org/drawingml/2006/main" xmlns:r="http://schemas.openxmlformats.org/officeDocument/2006/relationships" xmlns:p="http://schemas.openxmlformats.org/presentationml/2006/main">
  <p:tag name="NAME" val="ACET"/>
</p:tagLst>
</file>

<file path=ppt/tags/tag223.xml><?xml version="1.0" encoding="utf-8"?>
<p:tagLst xmlns:a="http://schemas.openxmlformats.org/drawingml/2006/main" xmlns:r="http://schemas.openxmlformats.org/officeDocument/2006/relationships" xmlns:p="http://schemas.openxmlformats.org/presentationml/2006/main">
  <p:tag name="NAME" val="Moon"/>
</p:tagLst>
</file>

<file path=ppt/tags/tag224.xml><?xml version="1.0" encoding="utf-8"?>
<p:tagLst xmlns:a="http://schemas.openxmlformats.org/drawingml/2006/main" xmlns:r="http://schemas.openxmlformats.org/officeDocument/2006/relationships" xmlns:p="http://schemas.openxmlformats.org/presentationml/2006/main">
  <p:tag name="NAME" val="Moon"/>
</p:tagLst>
</file>

<file path=ppt/tags/tag225.xml><?xml version="1.0" encoding="utf-8"?>
<p:tagLst xmlns:a="http://schemas.openxmlformats.org/drawingml/2006/main" xmlns:r="http://schemas.openxmlformats.org/officeDocument/2006/relationships" xmlns:p="http://schemas.openxmlformats.org/presentationml/2006/main">
  <p:tag name="NAME" val="Moon"/>
</p:tagLst>
</file>

<file path=ppt/tags/tag226.xml><?xml version="1.0" encoding="utf-8"?>
<p:tagLst xmlns:a="http://schemas.openxmlformats.org/drawingml/2006/main" xmlns:r="http://schemas.openxmlformats.org/officeDocument/2006/relationships" xmlns:p="http://schemas.openxmlformats.org/presentationml/2006/main">
  <p:tag name="NAME" val="Moon"/>
</p:tagLst>
</file>

<file path=ppt/tags/tag227.xml><?xml version="1.0" encoding="utf-8"?>
<p:tagLst xmlns:a="http://schemas.openxmlformats.org/drawingml/2006/main" xmlns:r="http://schemas.openxmlformats.org/officeDocument/2006/relationships" xmlns:p="http://schemas.openxmlformats.org/presentationml/2006/main">
  <p:tag name="NAME" val="Moon"/>
</p:tagLst>
</file>

<file path=ppt/tags/tag228.xml><?xml version="1.0" encoding="utf-8"?>
<p:tagLst xmlns:a="http://schemas.openxmlformats.org/drawingml/2006/main" xmlns:r="http://schemas.openxmlformats.org/officeDocument/2006/relationships" xmlns:p="http://schemas.openxmlformats.org/presentationml/2006/main">
  <p:tag name="ANGLE" val="5"/>
</p:tagLst>
</file>

<file path=ppt/tags/tag229.xml><?xml version="1.0" encoding="utf-8"?>
<p:tagLst xmlns:a="http://schemas.openxmlformats.org/drawingml/2006/main" xmlns:r="http://schemas.openxmlformats.org/officeDocument/2006/relationships" xmlns:p="http://schemas.openxmlformats.org/presentationml/2006/main">
  <p:tag name="ANGLE" val="5"/>
</p:tagLst>
</file>

<file path=ppt/tags/tag230.xml><?xml version="1.0" encoding="utf-8"?>
<p:tagLst xmlns:a="http://schemas.openxmlformats.org/drawingml/2006/main" xmlns:r="http://schemas.openxmlformats.org/officeDocument/2006/relationships" xmlns:p="http://schemas.openxmlformats.org/presentationml/2006/main">
  <p:tag name="ANGLE" val="4"/>
</p:tagLst>
</file>

<file path=ppt/tags/tag231.xml><?xml version="1.0" encoding="utf-8"?>
<p:tagLst xmlns:a="http://schemas.openxmlformats.org/drawingml/2006/main" xmlns:r="http://schemas.openxmlformats.org/officeDocument/2006/relationships" xmlns:p="http://schemas.openxmlformats.org/presentationml/2006/main">
  <p:tag name="ANGLE" val="4"/>
</p:tagLst>
</file>

<file path=ppt/tags/tag232.xml><?xml version="1.0" encoding="utf-8"?>
<p:tagLst xmlns:a="http://schemas.openxmlformats.org/drawingml/2006/main" xmlns:r="http://schemas.openxmlformats.org/officeDocument/2006/relationships" xmlns:p="http://schemas.openxmlformats.org/presentationml/2006/main">
  <p:tag name="ANGLE" val="3"/>
</p:tagLst>
</file>

<file path=ppt/tags/tag233.xml><?xml version="1.0" encoding="utf-8"?>
<p:tagLst xmlns:a="http://schemas.openxmlformats.org/drawingml/2006/main" xmlns:r="http://schemas.openxmlformats.org/officeDocument/2006/relationships" xmlns:p="http://schemas.openxmlformats.org/presentationml/2006/main">
  <p:tag name="ANGLE" val="3"/>
</p:tagLst>
</file>

<file path=ppt/tags/tag234.xml><?xml version="1.0" encoding="utf-8"?>
<p:tagLst xmlns:a="http://schemas.openxmlformats.org/drawingml/2006/main" xmlns:r="http://schemas.openxmlformats.org/officeDocument/2006/relationships" xmlns:p="http://schemas.openxmlformats.org/presentationml/2006/main">
  <p:tag name="ANGLE" val="2"/>
</p:tagLst>
</file>

<file path=ppt/tags/tag235.xml><?xml version="1.0" encoding="utf-8"?>
<p:tagLst xmlns:a="http://schemas.openxmlformats.org/drawingml/2006/main" xmlns:r="http://schemas.openxmlformats.org/officeDocument/2006/relationships" xmlns:p="http://schemas.openxmlformats.org/presentationml/2006/main">
  <p:tag name="ANGLE" val="2"/>
</p:tagLst>
</file>

<file path=ppt/tags/tag236.xml><?xml version="1.0" encoding="utf-8"?>
<p:tagLst xmlns:a="http://schemas.openxmlformats.org/drawingml/2006/main" xmlns:r="http://schemas.openxmlformats.org/officeDocument/2006/relationships" xmlns:p="http://schemas.openxmlformats.org/presentationml/2006/main">
  <p:tag name="ANGLE" val="1"/>
</p:tagLst>
</file>

<file path=ppt/tags/tag237.xml><?xml version="1.0" encoding="utf-8"?>
<p:tagLst xmlns:a="http://schemas.openxmlformats.org/drawingml/2006/main" xmlns:r="http://schemas.openxmlformats.org/officeDocument/2006/relationships" xmlns:p="http://schemas.openxmlformats.org/presentationml/2006/main">
  <p:tag name="ANGLE" val="1"/>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2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3.xml><?xml version="1.0" encoding="utf-8"?>
<p:tagLst xmlns:a="http://schemas.openxmlformats.org/drawingml/2006/main" xmlns:r="http://schemas.openxmlformats.org/officeDocument/2006/relationships" xmlns:p="http://schemas.openxmlformats.org/presentationml/2006/main">
  <p:tag name="SHAPENAME" val="5. Source"/>
</p:tagLst>
</file>

<file path=ppt/tags/tag2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247.xml><?xml version="1.0" encoding="utf-8"?>
<p:tagLst xmlns:a="http://schemas.openxmlformats.org/drawingml/2006/main" xmlns:r="http://schemas.openxmlformats.org/officeDocument/2006/relationships" xmlns:p="http://schemas.openxmlformats.org/presentationml/2006/main">
  <p:tag name="SHAPENAME" val="4. Footnote"/>
</p:tagLst>
</file>

<file path=ppt/tags/tag2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9.xml><?xml version="1.0" encoding="utf-8"?>
<p:tagLst xmlns:a="http://schemas.openxmlformats.org/drawingml/2006/main" xmlns:r="http://schemas.openxmlformats.org/officeDocument/2006/relationships" xmlns:p="http://schemas.openxmlformats.org/presentationml/2006/main">
  <p:tag name="NAME" val="ACET"/>
</p:tagLst>
</file>

<file path=ppt/tags/tag250.xml><?xml version="1.0" encoding="utf-8"?>
<p:tagLst xmlns:a="http://schemas.openxmlformats.org/drawingml/2006/main" xmlns:r="http://schemas.openxmlformats.org/officeDocument/2006/relationships" xmlns:p="http://schemas.openxmlformats.org/presentationml/2006/main">
  <p:tag name="NAME" val="Moon"/>
</p:tagLst>
</file>

<file path=ppt/tags/tag251.xml><?xml version="1.0" encoding="utf-8"?>
<p:tagLst xmlns:a="http://schemas.openxmlformats.org/drawingml/2006/main" xmlns:r="http://schemas.openxmlformats.org/officeDocument/2006/relationships" xmlns:p="http://schemas.openxmlformats.org/presentationml/2006/main">
  <p:tag name="NAME" val="Moon"/>
</p:tagLst>
</file>

<file path=ppt/tags/tag252.xml><?xml version="1.0" encoding="utf-8"?>
<p:tagLst xmlns:a="http://schemas.openxmlformats.org/drawingml/2006/main" xmlns:r="http://schemas.openxmlformats.org/officeDocument/2006/relationships" xmlns:p="http://schemas.openxmlformats.org/presentationml/2006/main">
  <p:tag name="NAME" val="Moon"/>
</p:tagLst>
</file>

<file path=ppt/tags/tag253.xml><?xml version="1.0" encoding="utf-8"?>
<p:tagLst xmlns:a="http://schemas.openxmlformats.org/drawingml/2006/main" xmlns:r="http://schemas.openxmlformats.org/officeDocument/2006/relationships" xmlns:p="http://schemas.openxmlformats.org/presentationml/2006/main">
  <p:tag name="NAME" val="Moon"/>
</p:tagLst>
</file>

<file path=ppt/tags/tag254.xml><?xml version="1.0" encoding="utf-8"?>
<p:tagLst xmlns:a="http://schemas.openxmlformats.org/drawingml/2006/main" xmlns:r="http://schemas.openxmlformats.org/officeDocument/2006/relationships" xmlns:p="http://schemas.openxmlformats.org/presentationml/2006/main">
  <p:tag name="NAME" val="Moon"/>
</p:tagLst>
</file>

<file path=ppt/tags/tag255.xml><?xml version="1.0" encoding="utf-8"?>
<p:tagLst xmlns:a="http://schemas.openxmlformats.org/drawingml/2006/main" xmlns:r="http://schemas.openxmlformats.org/officeDocument/2006/relationships" xmlns:p="http://schemas.openxmlformats.org/presentationml/2006/main">
  <p:tag name="ANGLE" val="5"/>
</p:tagLst>
</file>

<file path=ppt/tags/tag256.xml><?xml version="1.0" encoding="utf-8"?>
<p:tagLst xmlns:a="http://schemas.openxmlformats.org/drawingml/2006/main" xmlns:r="http://schemas.openxmlformats.org/officeDocument/2006/relationships" xmlns:p="http://schemas.openxmlformats.org/presentationml/2006/main">
  <p:tag name="ANGLE" val="5"/>
</p:tagLst>
</file>

<file path=ppt/tags/tag257.xml><?xml version="1.0" encoding="utf-8"?>
<p:tagLst xmlns:a="http://schemas.openxmlformats.org/drawingml/2006/main" xmlns:r="http://schemas.openxmlformats.org/officeDocument/2006/relationships" xmlns:p="http://schemas.openxmlformats.org/presentationml/2006/main">
  <p:tag name="ANGLE" val="4"/>
</p:tagLst>
</file>

<file path=ppt/tags/tag258.xml><?xml version="1.0" encoding="utf-8"?>
<p:tagLst xmlns:a="http://schemas.openxmlformats.org/drawingml/2006/main" xmlns:r="http://schemas.openxmlformats.org/officeDocument/2006/relationships" xmlns:p="http://schemas.openxmlformats.org/presentationml/2006/main">
  <p:tag name="ANGLE" val="4"/>
</p:tagLst>
</file>

<file path=ppt/tags/tag259.xml><?xml version="1.0" encoding="utf-8"?>
<p:tagLst xmlns:a="http://schemas.openxmlformats.org/drawingml/2006/main" xmlns:r="http://schemas.openxmlformats.org/officeDocument/2006/relationships" xmlns:p="http://schemas.openxmlformats.org/presentationml/2006/main">
  <p:tag name="ANGLE" val="3"/>
</p:tagLst>
</file>

<file path=ppt/tags/tag260.xml><?xml version="1.0" encoding="utf-8"?>
<p:tagLst xmlns:a="http://schemas.openxmlformats.org/drawingml/2006/main" xmlns:r="http://schemas.openxmlformats.org/officeDocument/2006/relationships" xmlns:p="http://schemas.openxmlformats.org/presentationml/2006/main">
  <p:tag name="ANGLE" val="3"/>
</p:tagLst>
</file>

<file path=ppt/tags/tag261.xml><?xml version="1.0" encoding="utf-8"?>
<p:tagLst xmlns:a="http://schemas.openxmlformats.org/drawingml/2006/main" xmlns:r="http://schemas.openxmlformats.org/officeDocument/2006/relationships" xmlns:p="http://schemas.openxmlformats.org/presentationml/2006/main">
  <p:tag name="ANGLE" val="2"/>
</p:tagLst>
</file>

<file path=ppt/tags/tag262.xml><?xml version="1.0" encoding="utf-8"?>
<p:tagLst xmlns:a="http://schemas.openxmlformats.org/drawingml/2006/main" xmlns:r="http://schemas.openxmlformats.org/officeDocument/2006/relationships" xmlns:p="http://schemas.openxmlformats.org/presentationml/2006/main">
  <p:tag name="ANGLE" val="2"/>
</p:tagLst>
</file>

<file path=ppt/tags/tag263.xml><?xml version="1.0" encoding="utf-8"?>
<p:tagLst xmlns:a="http://schemas.openxmlformats.org/drawingml/2006/main" xmlns:r="http://schemas.openxmlformats.org/officeDocument/2006/relationships" xmlns:p="http://schemas.openxmlformats.org/presentationml/2006/main">
  <p:tag name="ANGLE" val="1"/>
</p:tagLst>
</file>

<file path=ppt/tags/tag264.xml><?xml version="1.0" encoding="utf-8"?>
<p:tagLst xmlns:a="http://schemas.openxmlformats.org/drawingml/2006/main" xmlns:r="http://schemas.openxmlformats.org/officeDocument/2006/relationships" xmlns:p="http://schemas.openxmlformats.org/presentationml/2006/main">
  <p:tag name="ANGLE" val="1"/>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6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68.xml><?xml version="1.0" encoding="utf-8"?>
<p:tagLst xmlns:a="http://schemas.openxmlformats.org/drawingml/2006/main" xmlns:r="http://schemas.openxmlformats.org/officeDocument/2006/relationships" xmlns:p="http://schemas.openxmlformats.org/presentationml/2006/main">
  <p:tag name="SHAPENAME" val="Subtitle"/>
</p:tagLst>
</file>

<file path=ppt/tags/tag269.xml><?xml version="1.0" encoding="utf-8"?>
<p:tagLst xmlns:a="http://schemas.openxmlformats.org/drawingml/2006/main" xmlns:r="http://schemas.openxmlformats.org/officeDocument/2006/relationships" xmlns:p="http://schemas.openxmlformats.org/presentationml/2006/main">
  <p:tag name="SHAPENAME" val="Title"/>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72.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73.xml><?xml version="1.0" encoding="utf-8"?>
<p:tagLst xmlns:a="http://schemas.openxmlformats.org/drawingml/2006/main" xmlns:r="http://schemas.openxmlformats.org/officeDocument/2006/relationships" xmlns:p="http://schemas.openxmlformats.org/presentationml/2006/main">
  <p:tag name="SHAPENAME" val="Subtitle"/>
</p:tagLst>
</file>

<file path=ppt/tags/tag274.xml><?xml version="1.0" encoding="utf-8"?>
<p:tagLst xmlns:a="http://schemas.openxmlformats.org/drawingml/2006/main" xmlns:r="http://schemas.openxmlformats.org/officeDocument/2006/relationships" xmlns:p="http://schemas.openxmlformats.org/presentationml/2006/main">
  <p:tag name="SHAPENAME" val="Title"/>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27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9.xml><?xml version="1.0" encoding="utf-8"?>
<p:tagLst xmlns:a="http://schemas.openxmlformats.org/drawingml/2006/main" xmlns:r="http://schemas.openxmlformats.org/officeDocument/2006/relationships" xmlns:p="http://schemas.openxmlformats.org/presentationml/2006/main">
  <p:tag name="SHAPENAME" val="5. Source"/>
</p:tagLst>
</file>

<file path=ppt/tags/tag2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2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6.xml><?xml version="1.0" encoding="utf-8"?>
<p:tagLst xmlns:a="http://schemas.openxmlformats.org/drawingml/2006/main" xmlns:r="http://schemas.openxmlformats.org/officeDocument/2006/relationships" xmlns:p="http://schemas.openxmlformats.org/presentationml/2006/main">
  <p:tag name="SHAPENAME" val="5. Source"/>
</p:tagLst>
</file>

<file path=ppt/tags/tag2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2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2.xml><?xml version="1.0" encoding="utf-8"?>
<p:tagLst xmlns:a="http://schemas.openxmlformats.org/drawingml/2006/main" xmlns:r="http://schemas.openxmlformats.org/officeDocument/2006/relationships" xmlns:p="http://schemas.openxmlformats.org/presentationml/2006/main">
  <p:tag name="SHAPENAME" val="5. Source"/>
</p:tagLst>
</file>

<file path=ppt/tags/tag2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2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8.xml><?xml version="1.0" encoding="utf-8"?>
<p:tagLst xmlns:a="http://schemas.openxmlformats.org/drawingml/2006/main" xmlns:r="http://schemas.openxmlformats.org/officeDocument/2006/relationships" xmlns:p="http://schemas.openxmlformats.org/presentationml/2006/main">
  <p:tag name="SHAPENAME" val="5. Source"/>
</p:tagLst>
</file>

<file path=ppt/tags/tag29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3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5.xml><?xml version="1.0" encoding="utf-8"?>
<p:tagLst xmlns:a="http://schemas.openxmlformats.org/drawingml/2006/main" xmlns:r="http://schemas.openxmlformats.org/officeDocument/2006/relationships" xmlns:p="http://schemas.openxmlformats.org/presentationml/2006/main">
  <p:tag name="SHAPENAME" val="5. Source"/>
</p:tagLst>
</file>

<file path=ppt/tags/tag3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30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2.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3.xml><?xml version="1.0" encoding="utf-8"?>
<p:tagLst xmlns:a="http://schemas.openxmlformats.org/drawingml/2006/main" xmlns:r="http://schemas.openxmlformats.org/officeDocument/2006/relationships" xmlns:p="http://schemas.openxmlformats.org/presentationml/2006/main">
  <p:tag name="SHAPENAME" val="5. Source"/>
</p:tagLst>
</file>

<file path=ppt/tags/tag3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31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1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0.xml><?xml version="1.0" encoding="utf-8"?>
<p:tagLst xmlns:a="http://schemas.openxmlformats.org/drawingml/2006/main" xmlns:r="http://schemas.openxmlformats.org/officeDocument/2006/relationships" xmlns:p="http://schemas.openxmlformats.org/presentationml/2006/main">
  <p:tag name="SHAPENAME" val="3. Subtitle"/>
</p:tagLst>
</file>

<file path=ppt/tags/tag321.xml><?xml version="1.0" encoding="utf-8"?>
<p:tagLst xmlns:a="http://schemas.openxmlformats.org/drawingml/2006/main" xmlns:r="http://schemas.openxmlformats.org/officeDocument/2006/relationships" xmlns:p="http://schemas.openxmlformats.org/presentationml/2006/main">
  <p:tag name="SHAPENAME" val="5. Source"/>
</p:tagLst>
</file>

<file path=ppt/tags/tag32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32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29.xml><?xml version="1.0" encoding="utf-8"?>
<p:tagLst xmlns:a="http://schemas.openxmlformats.org/drawingml/2006/main" xmlns:r="http://schemas.openxmlformats.org/officeDocument/2006/relationships" xmlns:p="http://schemas.openxmlformats.org/presentationml/2006/main">
  <p:tag name="SHAPENAME" val="5. Source"/>
</p:tagLst>
</file>

<file path=ppt/tags/tag3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3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3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37.xml><?xml version="1.0" encoding="utf-8"?>
<p:tagLst xmlns:a="http://schemas.openxmlformats.org/drawingml/2006/main" xmlns:r="http://schemas.openxmlformats.org/officeDocument/2006/relationships" xmlns:p="http://schemas.openxmlformats.org/presentationml/2006/main">
  <p:tag name="SHAPENAME" val="5. Source"/>
</p:tagLst>
</file>

<file path=ppt/tags/tag3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3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345.xml><?xml version="1.0" encoding="utf-8"?>
<p:tagLst xmlns:a="http://schemas.openxmlformats.org/drawingml/2006/main" xmlns:r="http://schemas.openxmlformats.org/officeDocument/2006/relationships" xmlns:p="http://schemas.openxmlformats.org/presentationml/2006/main">
  <p:tag name="SHAPENAME" val="5. Source"/>
</p:tagLst>
</file>

<file path=ppt/tags/tag3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3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1.xml><?xml version="1.0" encoding="utf-8"?>
<p:tagLst xmlns:a="http://schemas.openxmlformats.org/drawingml/2006/main" xmlns:r="http://schemas.openxmlformats.org/officeDocument/2006/relationships" xmlns:p="http://schemas.openxmlformats.org/presentationml/2006/main">
  <p:tag name="SHAPENAME" val="5. Source"/>
</p:tagLst>
</file>

<file path=ppt/tags/tag3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5.xml><?xml version="1.0" encoding="utf-8"?>
<p:tagLst xmlns:a="http://schemas.openxmlformats.org/drawingml/2006/main" xmlns:r="http://schemas.openxmlformats.org/officeDocument/2006/relationships" xmlns:p="http://schemas.openxmlformats.org/presentationml/2006/main">
  <p:tag name="SHAPENAME" val="5. Source"/>
</p:tagLst>
</file>

<file path=ppt/tags/tag3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SHAPENAME" val="5. Source"/>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6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2.xml><?xml version="1.0" encoding="utf-8"?>
<p:tagLst xmlns:a="http://schemas.openxmlformats.org/drawingml/2006/main" xmlns:r="http://schemas.openxmlformats.org/officeDocument/2006/relationships" xmlns:p="http://schemas.openxmlformats.org/presentationml/2006/main">
  <p:tag name="SHAPENAME" val="Subtitle"/>
</p:tagLst>
</file>

<file path=ppt/tags/tag363.xml><?xml version="1.0" encoding="utf-8"?>
<p:tagLst xmlns:a="http://schemas.openxmlformats.org/drawingml/2006/main" xmlns:r="http://schemas.openxmlformats.org/officeDocument/2006/relationships" xmlns:p="http://schemas.openxmlformats.org/presentationml/2006/main">
  <p:tag name="SHAPENAME" val="Title"/>
</p:tagLst>
</file>

<file path=ppt/tags/tag364.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3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0.xml><?xml version="1.0" encoding="utf-8"?>
<p:tagLst xmlns:a="http://schemas.openxmlformats.org/drawingml/2006/main" xmlns:r="http://schemas.openxmlformats.org/officeDocument/2006/relationships" xmlns:p="http://schemas.openxmlformats.org/presentationml/2006/main">
  <p:tag name="SHAPENAME" val="5. Source"/>
</p:tagLst>
</file>

<file path=ppt/tags/tag371.xml><?xml version="1.0" encoding="utf-8"?>
<p:tagLst xmlns:a="http://schemas.openxmlformats.org/drawingml/2006/main" xmlns:r="http://schemas.openxmlformats.org/officeDocument/2006/relationships" xmlns:p="http://schemas.openxmlformats.org/presentationml/2006/main">
  <p:tag name="SHAPENAME" val="1. On-page tracker"/>
</p:tagLst>
</file>

<file path=ppt/theme/theme1.xml><?xml version="1.0" encoding="utf-8"?>
<a:theme xmlns:a="http://schemas.openxmlformats.org/drawingml/2006/main" name="Danantara Indonesia PPT Template">
  <a:themeElements>
    <a:clrScheme name="DANANTARA">
      <a:dk1>
        <a:srgbClr val="000000"/>
      </a:dk1>
      <a:lt1>
        <a:srgbClr val="FFFFFF"/>
      </a:lt1>
      <a:dk2>
        <a:srgbClr val="600000"/>
      </a:dk2>
      <a:lt2>
        <a:srgbClr val="E1E1E1"/>
      </a:lt2>
      <a:accent1>
        <a:srgbClr val="F90000"/>
      </a:accent1>
      <a:accent2>
        <a:srgbClr val="C01E13"/>
      </a:accent2>
      <a:accent3>
        <a:srgbClr val="290E0E"/>
      </a:accent3>
      <a:accent4>
        <a:srgbClr val="BA0000"/>
      </a:accent4>
      <a:accent5>
        <a:srgbClr val="FF6262"/>
      </a:accent5>
      <a:accent6>
        <a:srgbClr val="F9CBC8"/>
      </a:accent6>
      <a:hlink>
        <a:srgbClr val="F90000"/>
      </a:hlink>
      <a:folHlink>
        <a:srgbClr val="7070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anantara Indonesia PPT Template" id="{9FD52079-0773-43FD-A52F-BAF176ADC0CF}" vid="{CB7CEEF6-420C-40B3-9C59-46378121E736}"/>
    </a:ext>
  </a:extLst>
</a:theme>
</file>

<file path=ppt/theme/theme2.xml><?xml version="1.0" encoding="utf-8"?>
<a:theme xmlns:a="http://schemas.openxmlformats.org/drawingml/2006/main" name="White">
  <a:themeElements>
    <a:clrScheme name="Scheme1">
      <a:dk1>
        <a:srgbClr val="000000"/>
      </a:dk1>
      <a:lt1>
        <a:srgbClr val="FFFFFF"/>
      </a:lt1>
      <a:dk2>
        <a:srgbClr val="FFFFFF"/>
      </a:dk2>
      <a:lt2>
        <a:srgbClr val="FFFFFF"/>
      </a:lt2>
      <a:accent1>
        <a:srgbClr val="620000"/>
      </a:accent1>
      <a:accent2>
        <a:srgbClr val="ED1C24"/>
      </a:accent2>
      <a:accent3>
        <a:srgbClr val="B32326"/>
      </a:accent3>
      <a:accent4>
        <a:srgbClr val="8B8B8B"/>
      </a:accent4>
      <a:accent5>
        <a:srgbClr val="A02B93"/>
      </a:accent5>
      <a:accent6>
        <a:srgbClr val="4EA72E"/>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620000"/>
        </a:accent1>
        <a:accent2>
          <a:srgbClr val="ED1C24"/>
        </a:accent2>
        <a:accent3>
          <a:srgbClr val="B32326"/>
        </a:accent3>
        <a:accent4>
          <a:srgbClr val="8B8B8B"/>
        </a:accent4>
        <a:accent5>
          <a:srgbClr val="A02B93"/>
        </a:accent5>
        <a:accent6>
          <a:srgbClr val="4EA72E"/>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D4D4D4"/>
    </a:custClr>
  </a:custClrLst>
  <a:extLst>
    <a:ext uri="{05A4C25C-085E-4340-85A3-A5531E510DB2}">
      <thm15:themeFamily xmlns:thm15="http://schemas.microsoft.com/office/thememl/2012/main" name="EN_BASEFORM_16x9_OF_v12.1(25)" id="{2878792F-50A4-4B5A-9180-35174EF8B542}" vid="{A65F907B-955A-4FE1-8C23-34BC7B0151C0}"/>
    </a:ext>
  </a:extLst>
</a:theme>
</file>

<file path=ppt/theme/theme3.xml><?xml version="1.0" encoding="utf-8"?>
<a:theme xmlns:a="http://schemas.openxmlformats.org/drawingml/2006/main" name="2_Contrast">
  <a:themeElements>
    <a:clrScheme name="Scheme2">
      <a:dk1>
        <a:srgbClr val="FFFFFF"/>
      </a:dk1>
      <a:lt1>
        <a:srgbClr val="620000"/>
      </a:lt1>
      <a:dk2>
        <a:srgbClr val="000000"/>
      </a:dk2>
      <a:lt2>
        <a:srgbClr val="000000"/>
      </a:lt2>
      <a:accent1>
        <a:srgbClr val="FFFFFF"/>
      </a:accent1>
      <a:accent2>
        <a:srgbClr val="ED1C24"/>
      </a:accent2>
      <a:accent3>
        <a:srgbClr val="B32326"/>
      </a:accent3>
      <a:accent4>
        <a:srgbClr val="8B8B8B"/>
      </a:accent4>
      <a:accent5>
        <a:srgbClr val="A02B93"/>
      </a:accent5>
      <a:accent6>
        <a:srgbClr val="4EA72E"/>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620000"/>
        </a:lt1>
        <a:dk2>
          <a:srgbClr val="000000"/>
        </a:dk2>
        <a:lt2>
          <a:srgbClr val="000000"/>
        </a:lt2>
        <a:accent1>
          <a:srgbClr val="FFFFFF"/>
        </a:accent1>
        <a:accent2>
          <a:srgbClr val="ED1C24"/>
        </a:accent2>
        <a:accent3>
          <a:srgbClr val="B32326"/>
        </a:accent3>
        <a:accent4>
          <a:srgbClr val="8B8B8B"/>
        </a:accent4>
        <a:accent5>
          <a:srgbClr val="A02B93"/>
        </a:accent5>
        <a:accent6>
          <a:srgbClr val="4EA72E"/>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D4D4D4"/>
    </a:custClr>
  </a:custClrLst>
  <a:extLst>
    <a:ext uri="{05A4C25C-085E-4340-85A3-A5531E510DB2}">
      <thm15:themeFamily xmlns:thm15="http://schemas.microsoft.com/office/thememl/2012/main" name="2502EK01_CF_16x9_ENG_V1" id="{EA0C9D0B-3654-4D73-B6F8-7FC8D1F9D43D}" vid="{9CC707E1-A3B5-4BEE-9B90-75376DC399FE}"/>
    </a:ext>
  </a:extLst>
</a:theme>
</file>

<file path=ppt/theme/theme4.xml><?xml version="1.0" encoding="utf-8"?>
<a:theme xmlns:a="http://schemas.openxmlformats.org/drawingml/2006/main" name="1_White">
  <a:themeElements>
    <a:clrScheme name="Scheme1">
      <a:dk1>
        <a:srgbClr val="000000"/>
      </a:dk1>
      <a:lt1>
        <a:srgbClr val="FFFFFF"/>
      </a:lt1>
      <a:dk2>
        <a:srgbClr val="FFFFFF"/>
      </a:dk2>
      <a:lt2>
        <a:srgbClr val="FFFFFF"/>
      </a:lt2>
      <a:accent1>
        <a:srgbClr val="620000"/>
      </a:accent1>
      <a:accent2>
        <a:srgbClr val="ED1C24"/>
      </a:accent2>
      <a:accent3>
        <a:srgbClr val="B32326"/>
      </a:accent3>
      <a:accent4>
        <a:srgbClr val="8B8B8B"/>
      </a:accent4>
      <a:accent5>
        <a:srgbClr val="A02B93"/>
      </a:accent5>
      <a:accent6>
        <a:srgbClr val="4EA72E"/>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620000"/>
        </a:accent1>
        <a:accent2>
          <a:srgbClr val="ED1C24"/>
        </a:accent2>
        <a:accent3>
          <a:srgbClr val="B32326"/>
        </a:accent3>
        <a:accent4>
          <a:srgbClr val="8B8B8B"/>
        </a:accent4>
        <a:accent5>
          <a:srgbClr val="A02B93"/>
        </a:accent5>
        <a:accent6>
          <a:srgbClr val="4EA72E"/>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D4D4D4"/>
    </a:custClr>
  </a:custClrLst>
  <a:extLst>
    <a:ext uri="{05A4C25C-085E-4340-85A3-A5531E510DB2}">
      <thm15:themeFamily xmlns:thm15="http://schemas.microsoft.com/office/thememl/2012/main" name="EN_BASEFORM_16x9_OF_v12.1(25)" id="{2878792F-50A4-4B5A-9180-35174EF8B542}" vid="{A65F907B-955A-4FE1-8C23-34BC7B0151C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25E2323-D32C-4DF2-B7B2-568D3B3B2568}">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1f25453-cf5f-4f11-a162-ab12545126ff">
      <Terms xmlns="http://schemas.microsoft.com/office/infopath/2007/PartnerControls"/>
    </lcf76f155ced4ddcb4097134ff3c332f>
    <TaxCatchAll xmlns="4b30105d-4203-4e9a-9399-691fae6cfbb3" xsi:nil="true"/>
    <_Flow_SignoffStatus xmlns="01f25453-cf5f-4f11-a162-ab12545126f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21049396D107F42866105DBC9CFC8BF" ma:contentTypeVersion="14" ma:contentTypeDescription="Create a new document." ma:contentTypeScope="" ma:versionID="2a25d403b382af31fb97b1c9c57afd31">
  <xsd:schema xmlns:xsd="http://www.w3.org/2001/XMLSchema" xmlns:xs="http://www.w3.org/2001/XMLSchema" xmlns:p="http://schemas.microsoft.com/office/2006/metadata/properties" xmlns:ns1="http://schemas.microsoft.com/sharepoint/v3" xmlns:ns2="01f25453-cf5f-4f11-a162-ab12545126ff" xmlns:ns3="4b30105d-4203-4e9a-9399-691fae6cfbb3" targetNamespace="http://schemas.microsoft.com/office/2006/metadata/properties" ma:root="true" ma:fieldsID="825789c9a0602c97bdf76026100c1bfe" ns1:_="" ns2:_="" ns3:_="">
    <xsd:import namespace="http://schemas.microsoft.com/sharepoint/v3"/>
    <xsd:import namespace="01f25453-cf5f-4f11-a162-ab12545126ff"/>
    <xsd:import namespace="4b30105d-4203-4e9a-9399-691fae6cfb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_Flow_SignoffStatu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f25453-cf5f-4f11-a162-ab12545126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3248cb7-645c-48e1-950c-87ef694529f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Flow_SignoffStatus" ma:index="19"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b30105d-4203-4e9a-9399-691fae6cfbb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a44dc9b-c66a-4ea2-aefa-809f64284ef3}" ma:internalName="TaxCatchAll" ma:showField="CatchAllData" ma:web="4b30105d-4203-4e9a-9399-691fae6cfb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B544E7-449E-4EC5-9AAF-64F7B67FDD04}">
  <ds:schemaRefs>
    <ds:schemaRef ds:uri="http://schemas.microsoft.com/office/2006/metadata/properties"/>
    <ds:schemaRef ds:uri="http://www.w3.org/2000/xmlns/"/>
    <ds:schemaRef ds:uri="http://schemas.microsoft.com/sharepoint/v3"/>
    <ds:schemaRef ds:uri="http://www.w3.org/2001/XMLSchema-instance"/>
    <ds:schemaRef ds:uri="01f25453-cf5f-4f11-a162-ab12545126ff"/>
    <ds:schemaRef ds:uri="http://schemas.microsoft.com/office/infopath/2007/PartnerControls"/>
    <ds:schemaRef ds:uri="4b30105d-4203-4e9a-9399-691fae6cfbb3"/>
  </ds:schemaRefs>
</ds:datastoreItem>
</file>

<file path=customXml/itemProps2.xml><?xml version="1.0" encoding="utf-8"?>
<ds:datastoreItem xmlns:ds="http://schemas.openxmlformats.org/officeDocument/2006/customXml" ds:itemID="{E1EEB728-89AF-4B4B-9EAB-5B53C7D0386B}">
  <ds:schemaRefs>
    <ds:schemaRef ds:uri="http://schemas.microsoft.com/sharepoint/v3/contenttype/forms"/>
  </ds:schemaRefs>
</ds:datastoreItem>
</file>

<file path=customXml/itemProps3.xml><?xml version="1.0" encoding="utf-8"?>
<ds:datastoreItem xmlns:ds="http://schemas.openxmlformats.org/officeDocument/2006/customXml" ds:itemID="{925B159C-52A7-4353-B715-E7E51280FCE0}">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01f25453-cf5f-4f11-a162-ab12545126ff"/>
    <ds:schemaRef ds:uri="4b30105d-4203-4e9a-9399-691fae6cfbb3"/>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51d5e15-44ce-4a30-b222-43cf9e3e70c0}" enabled="1" method="Privileged" siteId="{0022f636-2fce-4d12-94f5-8ef3da5c0432}" removed="0"/>
</clbl:labelList>
</file>

<file path=docProps/app.xml><?xml version="1.0" encoding="utf-8"?>
<Properties xmlns="http://schemas.openxmlformats.org/officeDocument/2006/extended-properties" xmlns:vt="http://schemas.openxmlformats.org/officeDocument/2006/docPropsVTypes">
  <TotalTime>5223</TotalTime>
  <Words>3732</Words>
  <Application>Microsoft Office PowerPoint</Application>
  <PresentationFormat>Widescreen</PresentationFormat>
  <Paragraphs>570</Paragraphs>
  <Slides>16</Slides>
  <Notes>0</Notes>
  <HiddenSlides>0</HiddenSlides>
  <MMClips>0</MMClips>
  <ScaleCrop>false</ScaleCrop>
  <HeadingPairs>
    <vt:vector size="4" baseType="variant">
      <vt:variant>
        <vt:lpstr>Theme</vt:lpstr>
      </vt:variant>
      <vt:variant>
        <vt:i4>4</vt:i4>
      </vt:variant>
      <vt:variant>
        <vt:lpstr>Slide Titles</vt:lpstr>
      </vt:variant>
      <vt:variant>
        <vt:i4>16</vt:i4>
      </vt:variant>
    </vt:vector>
  </HeadingPairs>
  <TitlesOfParts>
    <vt:vector size="20" baseType="lpstr">
      <vt:lpstr>Danantara Indonesia PPT Template</vt:lpstr>
      <vt:lpstr>White</vt:lpstr>
      <vt:lpstr>2_Contrast</vt:lpstr>
      <vt:lpstr>1_White</vt:lpstr>
      <vt:lpstr>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Latief Afidatan Nafis</dc:creator>
  <cp:lastModifiedBy>Asus. asus</cp:lastModifiedBy>
  <cp:revision>119</cp:revision>
  <cp:lastPrinted>2025-09-30T07:46:29Z</cp:lastPrinted>
  <dcterms:created xsi:type="dcterms:W3CDTF">2025-08-06T02:18:50Z</dcterms:created>
  <dcterms:modified xsi:type="dcterms:W3CDTF">2026-10-15T04:29:04Z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0x010100F21049396D107F42866105DBC9CFC8BF</vt:lpwstr>
  </property>
  <property fmtid="{D5CDD505-2E9C-101B-9397-08002B2CF9AE}" pid="3" name="MediaServiceImageTags">
    <vt:lpwstr/>
  </property>
</Properties>
</file>